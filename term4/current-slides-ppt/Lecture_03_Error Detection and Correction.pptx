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8" r:id="rId1"/>
  </p:sldMasterIdLst>
  <p:notesMasterIdLst>
    <p:notesMasterId r:id="rId44"/>
  </p:notesMasterIdLst>
  <p:handoutMasterIdLst>
    <p:handoutMasterId r:id="rId45"/>
  </p:handoutMasterIdLst>
  <p:sldIdLst>
    <p:sldId id="409" r:id="rId2"/>
    <p:sldId id="632" r:id="rId3"/>
    <p:sldId id="264" r:id="rId4"/>
    <p:sldId id="633" r:id="rId5"/>
    <p:sldId id="647" r:id="rId6"/>
    <p:sldId id="398" r:id="rId7"/>
    <p:sldId id="634" r:id="rId8"/>
    <p:sldId id="635" r:id="rId9"/>
    <p:sldId id="636" r:id="rId10"/>
    <p:sldId id="315" r:id="rId11"/>
    <p:sldId id="358" r:id="rId12"/>
    <p:sldId id="637" r:id="rId13"/>
    <p:sldId id="316" r:id="rId14"/>
    <p:sldId id="638" r:id="rId15"/>
    <p:sldId id="648" r:id="rId16"/>
    <p:sldId id="639" r:id="rId17"/>
    <p:sldId id="641" r:id="rId18"/>
    <p:sldId id="642" r:id="rId19"/>
    <p:sldId id="649" r:id="rId20"/>
    <p:sldId id="325" r:id="rId21"/>
    <p:sldId id="278" r:id="rId22"/>
    <p:sldId id="327" r:id="rId23"/>
    <p:sldId id="644" r:id="rId24"/>
    <p:sldId id="279" r:id="rId25"/>
    <p:sldId id="643" r:id="rId26"/>
    <p:sldId id="329" r:id="rId27"/>
    <p:sldId id="330" r:id="rId28"/>
    <p:sldId id="348" r:id="rId29"/>
    <p:sldId id="281" r:id="rId30"/>
    <p:sldId id="646" r:id="rId31"/>
    <p:sldId id="294" r:id="rId32"/>
    <p:sldId id="334" r:id="rId33"/>
    <p:sldId id="345" r:id="rId34"/>
    <p:sldId id="336" r:id="rId35"/>
    <p:sldId id="339" r:id="rId36"/>
    <p:sldId id="385" r:id="rId37"/>
    <p:sldId id="393" r:id="rId38"/>
    <p:sldId id="341" r:id="rId39"/>
    <p:sldId id="389" r:id="rId40"/>
    <p:sldId id="650" r:id="rId41"/>
    <p:sldId id="457" r:id="rId42"/>
    <p:sldId id="524" r:id="rId43"/>
  </p:sldIdLst>
  <p:sldSz cx="9144000" cy="6858000" type="screen4x3"/>
  <p:notesSz cx="10234613" cy="70993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333CC"/>
    <a:srgbClr val="008080"/>
    <a:srgbClr val="99CCFF"/>
    <a:srgbClr val="FF0066"/>
    <a:srgbClr val="800000"/>
    <a:srgbClr val="CC0000"/>
    <a:srgbClr val="FF00FF"/>
    <a:srgbClr val="FF3399"/>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48F483-CEDA-4F70-A066-F0B3CFD116AD}" v="10" dt="2024-09-25T05:05:29.1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95" autoAdjust="0"/>
    <p:restoredTop sz="84151" autoAdjust="0"/>
  </p:normalViewPr>
  <p:slideViewPr>
    <p:cSldViewPr>
      <p:cViewPr varScale="1">
        <p:scale>
          <a:sx n="75" d="100"/>
          <a:sy n="75" d="100"/>
        </p:scale>
        <p:origin x="2784" y="152"/>
      </p:cViewPr>
      <p:guideLst>
        <p:guide orient="horz" pos="2160"/>
        <p:guide pos="2880"/>
      </p:guideLst>
    </p:cSldViewPr>
  </p:slideViewPr>
  <p:outlineViewPr>
    <p:cViewPr>
      <p:scale>
        <a:sx n="20" d="100"/>
        <a:sy n="20" d="100"/>
      </p:scale>
      <p:origin x="0" y="23328"/>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gmeng Ge" userId="bb5bc401-97cb-4caf-9857-8ff441375414" providerId="ADAL" clId="{31C8AC8A-E419-4C40-AD7D-8E24EAA16F84}"/>
    <pc:docChg chg="undo custSel addSld delSld modSld sldOrd">
      <pc:chgData name="Mengmeng Ge" userId="bb5bc401-97cb-4caf-9857-8ff441375414" providerId="ADAL" clId="{31C8AC8A-E419-4C40-AD7D-8E24EAA16F84}" dt="2024-09-23T05:20:03.835" v="2105" actId="20577"/>
      <pc:docMkLst>
        <pc:docMk/>
      </pc:docMkLst>
      <pc:sldChg chg="modAnim">
        <pc:chgData name="Mengmeng Ge" userId="bb5bc401-97cb-4caf-9857-8ff441375414" providerId="ADAL" clId="{31C8AC8A-E419-4C40-AD7D-8E24EAA16F84}" dt="2024-09-15T00:27:22.460" v="1011"/>
        <pc:sldMkLst>
          <pc:docMk/>
          <pc:sldMk cId="3423480236" sldId="278"/>
        </pc:sldMkLst>
      </pc:sldChg>
      <pc:sldChg chg="addSp delSp modSp mod modAnim modNotesTx">
        <pc:chgData name="Mengmeng Ge" userId="bb5bc401-97cb-4caf-9857-8ff441375414" providerId="ADAL" clId="{31C8AC8A-E419-4C40-AD7D-8E24EAA16F84}" dt="2024-09-15T00:49:52.463" v="1242"/>
        <pc:sldMkLst>
          <pc:docMk/>
          <pc:sldMk cId="3107675703" sldId="279"/>
        </pc:sldMkLst>
        <pc:spChg chg="mod">
          <ac:chgData name="Mengmeng Ge" userId="bb5bc401-97cb-4caf-9857-8ff441375414" providerId="ADAL" clId="{31C8AC8A-E419-4C40-AD7D-8E24EAA16F84}" dt="2024-09-15T00:43:37.667" v="1036" actId="14100"/>
          <ac:spMkLst>
            <pc:docMk/>
            <pc:sldMk cId="3107675703" sldId="279"/>
            <ac:spMk id="3" creationId="{00000000-0000-0000-0000-000000000000}"/>
          </ac:spMkLst>
        </pc:spChg>
        <pc:spChg chg="add mod">
          <ac:chgData name="Mengmeng Ge" userId="bb5bc401-97cb-4caf-9857-8ff441375414" providerId="ADAL" clId="{31C8AC8A-E419-4C40-AD7D-8E24EAA16F84}" dt="2024-09-15T00:48:51.977" v="1229" actId="164"/>
          <ac:spMkLst>
            <pc:docMk/>
            <pc:sldMk cId="3107675703" sldId="279"/>
            <ac:spMk id="7" creationId="{1974D101-CAD5-FD2D-BA57-9A8778233C7F}"/>
          </ac:spMkLst>
        </pc:spChg>
        <pc:spChg chg="mod">
          <ac:chgData name="Mengmeng Ge" userId="bb5bc401-97cb-4caf-9857-8ff441375414" providerId="ADAL" clId="{31C8AC8A-E419-4C40-AD7D-8E24EAA16F84}" dt="2024-09-15T00:49:06.915" v="1239" actId="1038"/>
          <ac:spMkLst>
            <pc:docMk/>
            <pc:sldMk cId="3107675703" sldId="279"/>
            <ac:spMk id="8" creationId="{00000000-0000-0000-0000-000000000000}"/>
          </ac:spMkLst>
        </pc:spChg>
        <pc:spChg chg="mod">
          <ac:chgData name="Mengmeng Ge" userId="bb5bc401-97cb-4caf-9857-8ff441375414" providerId="ADAL" clId="{31C8AC8A-E419-4C40-AD7D-8E24EAA16F84}" dt="2024-09-15T00:49:04.679" v="1236" actId="1038"/>
          <ac:spMkLst>
            <pc:docMk/>
            <pc:sldMk cId="3107675703" sldId="279"/>
            <ac:spMk id="9" creationId="{00000000-0000-0000-0000-000000000000}"/>
          </ac:spMkLst>
        </pc:spChg>
        <pc:spChg chg="add mod">
          <ac:chgData name="Mengmeng Ge" userId="bb5bc401-97cb-4caf-9857-8ff441375414" providerId="ADAL" clId="{31C8AC8A-E419-4C40-AD7D-8E24EAA16F84}" dt="2024-09-15T00:48:51.977" v="1229" actId="164"/>
          <ac:spMkLst>
            <pc:docMk/>
            <pc:sldMk cId="3107675703" sldId="279"/>
            <ac:spMk id="10" creationId="{2710E123-AA89-35DB-F8E4-67CEE556D316}"/>
          </ac:spMkLst>
        </pc:spChg>
        <pc:grpChg chg="add mod">
          <ac:chgData name="Mengmeng Ge" userId="bb5bc401-97cb-4caf-9857-8ff441375414" providerId="ADAL" clId="{31C8AC8A-E419-4C40-AD7D-8E24EAA16F84}" dt="2024-09-15T00:49:01.554" v="1231" actId="1076"/>
          <ac:grpSpMkLst>
            <pc:docMk/>
            <pc:sldMk cId="3107675703" sldId="279"/>
            <ac:grpSpMk id="11" creationId="{4269C8A6-E368-5974-1A8F-F7A7E254FDC5}"/>
          </ac:grpSpMkLst>
        </pc:grpChg>
        <pc:picChg chg="add del mod">
          <ac:chgData name="Mengmeng Ge" userId="bb5bc401-97cb-4caf-9857-8ff441375414" providerId="ADAL" clId="{31C8AC8A-E419-4C40-AD7D-8E24EAA16F84}" dt="2024-09-15T00:48:53.310" v="1230" actId="478"/>
          <ac:picMkLst>
            <pc:docMk/>
            <pc:sldMk cId="3107675703" sldId="279"/>
            <ac:picMk id="6" creationId="{73373525-A410-F520-1A3B-866B2C9BB017}"/>
          </ac:picMkLst>
        </pc:picChg>
      </pc:sldChg>
      <pc:sldChg chg="modNotesTx">
        <pc:chgData name="Mengmeng Ge" userId="bb5bc401-97cb-4caf-9857-8ff441375414" providerId="ADAL" clId="{31C8AC8A-E419-4C40-AD7D-8E24EAA16F84}" dt="2024-09-23T03:55:50.832" v="1991" actId="113"/>
        <pc:sldMkLst>
          <pc:docMk/>
          <pc:sldMk cId="1611017936" sldId="281"/>
        </pc:sldMkLst>
      </pc:sldChg>
      <pc:sldChg chg="modNotesTx">
        <pc:chgData name="Mengmeng Ge" userId="bb5bc401-97cb-4caf-9857-8ff441375414" providerId="ADAL" clId="{31C8AC8A-E419-4C40-AD7D-8E24EAA16F84}" dt="2024-09-23T03:59:03.773" v="1993" actId="20577"/>
        <pc:sldMkLst>
          <pc:docMk/>
          <pc:sldMk cId="4041513087" sldId="294"/>
        </pc:sldMkLst>
      </pc:sldChg>
      <pc:sldChg chg="addSp modSp mod modAnim">
        <pc:chgData name="Mengmeng Ge" userId="bb5bc401-97cb-4caf-9857-8ff441375414" providerId="ADAL" clId="{31C8AC8A-E419-4C40-AD7D-8E24EAA16F84}" dt="2024-09-14T23:23:27.934" v="672"/>
        <pc:sldMkLst>
          <pc:docMk/>
          <pc:sldMk cId="2050972430" sldId="315"/>
        </pc:sldMkLst>
        <pc:spChg chg="mod">
          <ac:chgData name="Mengmeng Ge" userId="bb5bc401-97cb-4caf-9857-8ff441375414" providerId="ADAL" clId="{31C8AC8A-E419-4C40-AD7D-8E24EAA16F84}" dt="2024-09-14T23:22:34.258" v="666" actId="207"/>
          <ac:spMkLst>
            <pc:docMk/>
            <pc:sldMk cId="2050972430" sldId="315"/>
            <ac:spMk id="7" creationId="{00000000-0000-0000-0000-000000000000}"/>
          </ac:spMkLst>
        </pc:spChg>
        <pc:spChg chg="mod">
          <ac:chgData name="Mengmeng Ge" userId="bb5bc401-97cb-4caf-9857-8ff441375414" providerId="ADAL" clId="{31C8AC8A-E419-4C40-AD7D-8E24EAA16F84}" dt="2024-09-14T23:22:58.162" v="668" actId="164"/>
          <ac:spMkLst>
            <pc:docMk/>
            <pc:sldMk cId="2050972430" sldId="315"/>
            <ac:spMk id="25" creationId="{00000000-0000-0000-0000-000000000000}"/>
          </ac:spMkLst>
        </pc:spChg>
        <pc:spChg chg="mod">
          <ac:chgData name="Mengmeng Ge" userId="bb5bc401-97cb-4caf-9857-8ff441375414" providerId="ADAL" clId="{31C8AC8A-E419-4C40-AD7D-8E24EAA16F84}" dt="2024-09-14T23:23:22.920" v="671" actId="164"/>
          <ac:spMkLst>
            <pc:docMk/>
            <pc:sldMk cId="2050972430" sldId="315"/>
            <ac:spMk id="26" creationId="{00000000-0000-0000-0000-000000000000}"/>
          </ac:spMkLst>
        </pc:spChg>
        <pc:grpChg chg="add mod">
          <ac:chgData name="Mengmeng Ge" userId="bb5bc401-97cb-4caf-9857-8ff441375414" providerId="ADAL" clId="{31C8AC8A-E419-4C40-AD7D-8E24EAA16F84}" dt="2024-09-14T23:22:58.162" v="668" actId="164"/>
          <ac:grpSpMkLst>
            <pc:docMk/>
            <pc:sldMk cId="2050972430" sldId="315"/>
            <ac:grpSpMk id="5" creationId="{C0D7093F-EA95-939A-B62A-436073C3C6AA}"/>
          </ac:grpSpMkLst>
        </pc:grpChg>
        <pc:grpChg chg="add mod">
          <ac:chgData name="Mengmeng Ge" userId="bb5bc401-97cb-4caf-9857-8ff441375414" providerId="ADAL" clId="{31C8AC8A-E419-4C40-AD7D-8E24EAA16F84}" dt="2024-09-14T23:23:22.920" v="671" actId="164"/>
          <ac:grpSpMkLst>
            <pc:docMk/>
            <pc:sldMk cId="2050972430" sldId="315"/>
            <ac:grpSpMk id="8" creationId="{55AE4CF5-1F4C-7920-91E5-40BA75E43470}"/>
          </ac:grpSpMkLst>
        </pc:grpChg>
        <pc:grpChg chg="mod">
          <ac:chgData name="Mengmeng Ge" userId="bb5bc401-97cb-4caf-9857-8ff441375414" providerId="ADAL" clId="{31C8AC8A-E419-4C40-AD7D-8E24EAA16F84}" dt="2024-09-14T23:22:58.162" v="668" actId="164"/>
          <ac:grpSpMkLst>
            <pc:docMk/>
            <pc:sldMk cId="2050972430" sldId="315"/>
            <ac:grpSpMk id="19" creationId="{00000000-0000-0000-0000-000000000000}"/>
          </ac:grpSpMkLst>
        </pc:grpChg>
        <pc:grpChg chg="mod">
          <ac:chgData name="Mengmeng Ge" userId="bb5bc401-97cb-4caf-9857-8ff441375414" providerId="ADAL" clId="{31C8AC8A-E419-4C40-AD7D-8E24EAA16F84}" dt="2024-09-14T23:23:22.920" v="671" actId="164"/>
          <ac:grpSpMkLst>
            <pc:docMk/>
            <pc:sldMk cId="2050972430" sldId="315"/>
            <ac:grpSpMk id="24" creationId="{00000000-0000-0000-0000-000000000000}"/>
          </ac:grpSpMkLst>
        </pc:grpChg>
      </pc:sldChg>
      <pc:sldChg chg="modAnim modNotesTx">
        <pc:chgData name="Mengmeng Ge" userId="bb5bc401-97cb-4caf-9857-8ff441375414" providerId="ADAL" clId="{31C8AC8A-E419-4C40-AD7D-8E24EAA16F84}" dt="2024-09-22T23:20:24.178" v="1620" actId="20577"/>
        <pc:sldMkLst>
          <pc:docMk/>
          <pc:sldMk cId="3459144392" sldId="316"/>
        </pc:sldMkLst>
      </pc:sldChg>
      <pc:sldChg chg="modAnim modNotesTx">
        <pc:chgData name="Mengmeng Ge" userId="bb5bc401-97cb-4caf-9857-8ff441375414" providerId="ADAL" clId="{31C8AC8A-E419-4C40-AD7D-8E24EAA16F84}" dt="2024-09-23T00:16:54.769" v="1740"/>
        <pc:sldMkLst>
          <pc:docMk/>
          <pc:sldMk cId="243279313" sldId="325"/>
        </pc:sldMkLst>
      </pc:sldChg>
      <pc:sldChg chg="modSp mod modAnim modNotesTx">
        <pc:chgData name="Mengmeng Ge" userId="bb5bc401-97cb-4caf-9857-8ff441375414" providerId="ADAL" clId="{31C8AC8A-E419-4C40-AD7D-8E24EAA16F84}" dt="2024-09-23T03:33:01.749" v="1871"/>
        <pc:sldMkLst>
          <pc:docMk/>
          <pc:sldMk cId="774950824" sldId="327"/>
        </pc:sldMkLst>
        <pc:spChg chg="mod">
          <ac:chgData name="Mengmeng Ge" userId="bb5bc401-97cb-4caf-9857-8ff441375414" providerId="ADAL" clId="{31C8AC8A-E419-4C40-AD7D-8E24EAA16F84}" dt="2024-09-15T00:50:59.375" v="1252" actId="14100"/>
          <ac:spMkLst>
            <pc:docMk/>
            <pc:sldMk cId="774950824" sldId="327"/>
            <ac:spMk id="3" creationId="{00000000-0000-0000-0000-000000000000}"/>
          </ac:spMkLst>
        </pc:spChg>
      </pc:sldChg>
      <pc:sldChg chg="modAnim modNotesTx">
        <pc:chgData name="Mengmeng Ge" userId="bb5bc401-97cb-4caf-9857-8ff441375414" providerId="ADAL" clId="{31C8AC8A-E419-4C40-AD7D-8E24EAA16F84}" dt="2024-09-23T03:42:50.293" v="1885"/>
        <pc:sldMkLst>
          <pc:docMk/>
          <pc:sldMk cId="4237901995" sldId="329"/>
        </pc:sldMkLst>
      </pc:sldChg>
      <pc:sldChg chg="modNotesTx">
        <pc:chgData name="Mengmeng Ge" userId="bb5bc401-97cb-4caf-9857-8ff441375414" providerId="ADAL" clId="{31C8AC8A-E419-4C40-AD7D-8E24EAA16F84}" dt="2024-09-23T03:48:50.018" v="1948" actId="20577"/>
        <pc:sldMkLst>
          <pc:docMk/>
          <pc:sldMk cId="2618738939" sldId="330"/>
        </pc:sldMkLst>
      </pc:sldChg>
      <pc:sldChg chg="modNotesTx">
        <pc:chgData name="Mengmeng Ge" userId="bb5bc401-97cb-4caf-9857-8ff441375414" providerId="ADAL" clId="{31C8AC8A-E419-4C40-AD7D-8E24EAA16F84}" dt="2024-09-15T03:09:38.020" v="1309" actId="6549"/>
        <pc:sldMkLst>
          <pc:docMk/>
          <pc:sldMk cId="2151475504" sldId="334"/>
        </pc:sldMkLst>
      </pc:sldChg>
      <pc:sldChg chg="modAnim">
        <pc:chgData name="Mengmeng Ge" userId="bb5bc401-97cb-4caf-9857-8ff441375414" providerId="ADAL" clId="{31C8AC8A-E419-4C40-AD7D-8E24EAA16F84}" dt="2024-09-23T04:35:16.637" v="2001"/>
        <pc:sldMkLst>
          <pc:docMk/>
          <pc:sldMk cId="2341978254" sldId="336"/>
        </pc:sldMkLst>
      </pc:sldChg>
      <pc:sldChg chg="modSp mod modAnim modNotesTx">
        <pc:chgData name="Mengmeng Ge" userId="bb5bc401-97cb-4caf-9857-8ff441375414" providerId="ADAL" clId="{31C8AC8A-E419-4C40-AD7D-8E24EAA16F84}" dt="2024-09-23T04:41:12.542" v="2009" actId="20577"/>
        <pc:sldMkLst>
          <pc:docMk/>
          <pc:sldMk cId="3547653380" sldId="339"/>
        </pc:sldMkLst>
        <pc:spChg chg="mod">
          <ac:chgData name="Mengmeng Ge" userId="bb5bc401-97cb-4caf-9857-8ff441375414" providerId="ADAL" clId="{31C8AC8A-E419-4C40-AD7D-8E24EAA16F84}" dt="2024-09-15T03:16:23.507" v="1340" actId="20577"/>
          <ac:spMkLst>
            <pc:docMk/>
            <pc:sldMk cId="3547653380" sldId="339"/>
            <ac:spMk id="5" creationId="{00000000-0000-0000-0000-000000000000}"/>
          </ac:spMkLst>
        </pc:spChg>
        <pc:spChg chg="mod">
          <ac:chgData name="Mengmeng Ge" userId="bb5bc401-97cb-4caf-9857-8ff441375414" providerId="ADAL" clId="{31C8AC8A-E419-4C40-AD7D-8E24EAA16F84}" dt="2024-09-15T03:16:01.241" v="1324" actId="20577"/>
          <ac:spMkLst>
            <pc:docMk/>
            <pc:sldMk cId="3547653380" sldId="339"/>
            <ac:spMk id="19" creationId="{00000000-0000-0000-0000-000000000000}"/>
          </ac:spMkLst>
        </pc:spChg>
        <pc:spChg chg="mod">
          <ac:chgData name="Mengmeng Ge" userId="bb5bc401-97cb-4caf-9857-8ff441375414" providerId="ADAL" clId="{31C8AC8A-E419-4C40-AD7D-8E24EAA16F84}" dt="2024-09-15T03:17:42.254" v="1366" actId="1076"/>
          <ac:spMkLst>
            <pc:docMk/>
            <pc:sldMk cId="3547653380" sldId="339"/>
            <ac:spMk id="22" creationId="{00000000-0000-0000-0000-000000000000}"/>
          </ac:spMkLst>
        </pc:spChg>
        <pc:spChg chg="mod">
          <ac:chgData name="Mengmeng Ge" userId="bb5bc401-97cb-4caf-9857-8ff441375414" providerId="ADAL" clId="{31C8AC8A-E419-4C40-AD7D-8E24EAA16F84}" dt="2024-09-15T03:16:16.586" v="1334" actId="20577"/>
          <ac:spMkLst>
            <pc:docMk/>
            <pc:sldMk cId="3547653380" sldId="339"/>
            <ac:spMk id="24" creationId="{00000000-0000-0000-0000-000000000000}"/>
          </ac:spMkLst>
        </pc:spChg>
      </pc:sldChg>
      <pc:sldChg chg="modNotesTx">
        <pc:chgData name="Mengmeng Ge" userId="bb5bc401-97cb-4caf-9857-8ff441375414" providerId="ADAL" clId="{31C8AC8A-E419-4C40-AD7D-8E24EAA16F84}" dt="2024-09-23T04:48:08.585" v="2064" actId="113"/>
        <pc:sldMkLst>
          <pc:docMk/>
          <pc:sldMk cId="2855519534" sldId="341"/>
        </pc:sldMkLst>
      </pc:sldChg>
      <pc:sldChg chg="modSp mod modAnim modNotesTx">
        <pc:chgData name="Mengmeng Ge" userId="bb5bc401-97cb-4caf-9857-8ff441375414" providerId="ADAL" clId="{31C8AC8A-E419-4C40-AD7D-8E24EAA16F84}" dt="2024-09-23T04:33:52.575" v="2000" actId="20577"/>
        <pc:sldMkLst>
          <pc:docMk/>
          <pc:sldMk cId="4128404554" sldId="345"/>
        </pc:sldMkLst>
        <pc:spChg chg="mod">
          <ac:chgData name="Mengmeng Ge" userId="bb5bc401-97cb-4caf-9857-8ff441375414" providerId="ADAL" clId="{31C8AC8A-E419-4C40-AD7D-8E24EAA16F84}" dt="2024-09-15T03:10:22.423" v="1312" actId="1036"/>
          <ac:spMkLst>
            <pc:docMk/>
            <pc:sldMk cId="4128404554" sldId="345"/>
            <ac:spMk id="4" creationId="{00000000-0000-0000-0000-000000000000}"/>
          </ac:spMkLst>
        </pc:spChg>
      </pc:sldChg>
      <pc:sldChg chg="modNotesTx">
        <pc:chgData name="Mengmeng Ge" userId="bb5bc401-97cb-4caf-9857-8ff441375414" providerId="ADAL" clId="{31C8AC8A-E419-4C40-AD7D-8E24EAA16F84}" dt="2024-09-23T03:50:17.496" v="1988" actId="20577"/>
        <pc:sldMkLst>
          <pc:docMk/>
          <pc:sldMk cId="488443290" sldId="348"/>
        </pc:sldMkLst>
      </pc:sldChg>
      <pc:sldChg chg="modSp mod modAnim">
        <pc:chgData name="Mengmeng Ge" userId="bb5bc401-97cb-4caf-9857-8ff441375414" providerId="ADAL" clId="{31C8AC8A-E419-4C40-AD7D-8E24EAA16F84}" dt="2024-09-23T04:42:03.979" v="2011"/>
        <pc:sldMkLst>
          <pc:docMk/>
          <pc:sldMk cId="315033139" sldId="385"/>
        </pc:sldMkLst>
        <pc:spChg chg="mod">
          <ac:chgData name="Mengmeng Ge" userId="bb5bc401-97cb-4caf-9857-8ff441375414" providerId="ADAL" clId="{31C8AC8A-E419-4C40-AD7D-8E24EAA16F84}" dt="2024-09-15T03:18:00.446" v="1367" actId="207"/>
          <ac:spMkLst>
            <pc:docMk/>
            <pc:sldMk cId="315033139" sldId="385"/>
            <ac:spMk id="3" creationId="{00000000-0000-0000-0000-000000000000}"/>
          </ac:spMkLst>
        </pc:spChg>
      </pc:sldChg>
      <pc:sldChg chg="addSp delSp modSp mod modAnim modNotesTx">
        <pc:chgData name="Mengmeng Ge" userId="bb5bc401-97cb-4caf-9857-8ff441375414" providerId="ADAL" clId="{31C8AC8A-E419-4C40-AD7D-8E24EAA16F84}" dt="2024-09-23T05:14:23.717" v="2096" actId="20577"/>
        <pc:sldMkLst>
          <pc:docMk/>
          <pc:sldMk cId="3870756559" sldId="389"/>
        </pc:sldMkLst>
        <pc:grpChg chg="add del">
          <ac:chgData name="Mengmeng Ge" userId="bb5bc401-97cb-4caf-9857-8ff441375414" providerId="ADAL" clId="{31C8AC8A-E419-4C40-AD7D-8E24EAA16F84}" dt="2024-09-23T04:57:51.755" v="2067" actId="478"/>
          <ac:grpSpMkLst>
            <pc:docMk/>
            <pc:sldMk cId="3870756559" sldId="389"/>
            <ac:grpSpMk id="49" creationId="{00000000-0000-0000-0000-000000000000}"/>
          </ac:grpSpMkLst>
        </pc:grpChg>
        <pc:cxnChg chg="add del">
          <ac:chgData name="Mengmeng Ge" userId="bb5bc401-97cb-4caf-9857-8ff441375414" providerId="ADAL" clId="{31C8AC8A-E419-4C40-AD7D-8E24EAA16F84}" dt="2024-09-23T04:57:53.124" v="2068" actId="478"/>
          <ac:cxnSpMkLst>
            <pc:docMk/>
            <pc:sldMk cId="3870756559" sldId="389"/>
            <ac:cxnSpMk id="30" creationId="{00000000-0000-0000-0000-000000000000}"/>
          </ac:cxnSpMkLst>
        </pc:cxnChg>
        <pc:cxnChg chg="mod topLvl">
          <ac:chgData name="Mengmeng Ge" userId="bb5bc401-97cb-4caf-9857-8ff441375414" providerId="ADAL" clId="{31C8AC8A-E419-4C40-AD7D-8E24EAA16F84}" dt="2024-09-23T04:57:51.755" v="2067" actId="478"/>
          <ac:cxnSpMkLst>
            <pc:docMk/>
            <pc:sldMk cId="3870756559" sldId="389"/>
            <ac:cxnSpMk id="34" creationId="{00000000-0000-0000-0000-000000000000}"/>
          </ac:cxnSpMkLst>
        </pc:cxnChg>
        <pc:cxnChg chg="add del mod topLvl">
          <ac:chgData name="Mengmeng Ge" userId="bb5bc401-97cb-4caf-9857-8ff441375414" providerId="ADAL" clId="{31C8AC8A-E419-4C40-AD7D-8E24EAA16F84}" dt="2024-09-23T04:57:51.755" v="2067" actId="478"/>
          <ac:cxnSpMkLst>
            <pc:docMk/>
            <pc:sldMk cId="3870756559" sldId="389"/>
            <ac:cxnSpMk id="37" creationId="{00000000-0000-0000-0000-000000000000}"/>
          </ac:cxnSpMkLst>
        </pc:cxnChg>
      </pc:sldChg>
      <pc:sldChg chg="modSp mod modNotesTx">
        <pc:chgData name="Mengmeng Ge" userId="bb5bc401-97cb-4caf-9857-8ff441375414" providerId="ADAL" clId="{31C8AC8A-E419-4C40-AD7D-8E24EAA16F84}" dt="2024-09-23T04:44:56.367" v="2022" actId="20577"/>
        <pc:sldMkLst>
          <pc:docMk/>
          <pc:sldMk cId="516432226" sldId="393"/>
        </pc:sldMkLst>
        <pc:spChg chg="mod">
          <ac:chgData name="Mengmeng Ge" userId="bb5bc401-97cb-4caf-9857-8ff441375414" providerId="ADAL" clId="{31C8AC8A-E419-4C40-AD7D-8E24EAA16F84}" dt="2024-09-15T03:19:55.015" v="1373" actId="14100"/>
          <ac:spMkLst>
            <pc:docMk/>
            <pc:sldMk cId="516432226" sldId="393"/>
            <ac:spMk id="18" creationId="{00000000-0000-0000-0000-000000000000}"/>
          </ac:spMkLst>
        </pc:spChg>
        <pc:cxnChg chg="mod">
          <ac:chgData name="Mengmeng Ge" userId="bb5bc401-97cb-4caf-9857-8ff441375414" providerId="ADAL" clId="{31C8AC8A-E419-4C40-AD7D-8E24EAA16F84}" dt="2024-09-15T03:19:20.354" v="1368" actId="14100"/>
          <ac:cxnSpMkLst>
            <pc:docMk/>
            <pc:sldMk cId="516432226" sldId="393"/>
            <ac:cxnSpMk id="14" creationId="{00000000-0000-0000-0000-000000000000}"/>
          </ac:cxnSpMkLst>
        </pc:cxnChg>
      </pc:sldChg>
      <pc:sldChg chg="ord modNotesTx">
        <pc:chgData name="Mengmeng Ge" userId="bb5bc401-97cb-4caf-9857-8ff441375414" providerId="ADAL" clId="{31C8AC8A-E419-4C40-AD7D-8E24EAA16F84}" dt="2024-09-14T23:19:37.616" v="660" actId="113"/>
        <pc:sldMkLst>
          <pc:docMk/>
          <pc:sldMk cId="751478080" sldId="398"/>
        </pc:sldMkLst>
      </pc:sldChg>
      <pc:sldChg chg="modSp mod">
        <pc:chgData name="Mengmeng Ge" userId="bb5bc401-97cb-4caf-9857-8ff441375414" providerId="ADAL" clId="{31C8AC8A-E419-4C40-AD7D-8E24EAA16F84}" dt="2024-09-14T22:47:11.318" v="480" actId="14100"/>
        <pc:sldMkLst>
          <pc:docMk/>
          <pc:sldMk cId="2852110861" sldId="457"/>
        </pc:sldMkLst>
        <pc:spChg chg="mod">
          <ac:chgData name="Mengmeng Ge" userId="bb5bc401-97cb-4caf-9857-8ff441375414" providerId="ADAL" clId="{31C8AC8A-E419-4C40-AD7D-8E24EAA16F84}" dt="2024-09-14T22:47:11.318" v="480" actId="14100"/>
          <ac:spMkLst>
            <pc:docMk/>
            <pc:sldMk cId="2852110861" sldId="457"/>
            <ac:spMk id="3" creationId="{00000000-0000-0000-0000-000000000000}"/>
          </ac:spMkLst>
        </pc:spChg>
      </pc:sldChg>
      <pc:sldChg chg="modSp mod modNotesTx">
        <pc:chgData name="Mengmeng Ge" userId="bb5bc401-97cb-4caf-9857-8ff441375414" providerId="ADAL" clId="{31C8AC8A-E419-4C40-AD7D-8E24EAA16F84}" dt="2024-09-22T22:00:51.828" v="1481" actId="20577"/>
        <pc:sldMkLst>
          <pc:docMk/>
          <pc:sldMk cId="563971981" sldId="633"/>
        </pc:sldMkLst>
        <pc:spChg chg="mod">
          <ac:chgData name="Mengmeng Ge" userId="bb5bc401-97cb-4caf-9857-8ff441375414" providerId="ADAL" clId="{31C8AC8A-E419-4C40-AD7D-8E24EAA16F84}" dt="2024-09-14T22:28:03.723" v="97" actId="20577"/>
          <ac:spMkLst>
            <pc:docMk/>
            <pc:sldMk cId="563971981" sldId="633"/>
            <ac:spMk id="3" creationId="{8A4F41A9-AB70-1D1B-E1F8-204EBE996BEF}"/>
          </ac:spMkLst>
        </pc:spChg>
        <pc:spChg chg="mod">
          <ac:chgData name="Mengmeng Ge" userId="bb5bc401-97cb-4caf-9857-8ff441375414" providerId="ADAL" clId="{31C8AC8A-E419-4C40-AD7D-8E24EAA16F84}" dt="2024-09-14T22:36:03.785" v="121"/>
          <ac:spMkLst>
            <pc:docMk/>
            <pc:sldMk cId="563971981" sldId="633"/>
            <ac:spMk id="8" creationId="{4D131258-2F9C-0C7A-45A0-194CAE95BAC6}"/>
          </ac:spMkLst>
        </pc:spChg>
        <pc:grpChg chg="mod">
          <ac:chgData name="Mengmeng Ge" userId="bb5bc401-97cb-4caf-9857-8ff441375414" providerId="ADAL" clId="{31C8AC8A-E419-4C40-AD7D-8E24EAA16F84}" dt="2024-09-14T22:28:07.830" v="102" actId="1036"/>
          <ac:grpSpMkLst>
            <pc:docMk/>
            <pc:sldMk cId="563971981" sldId="633"/>
            <ac:grpSpMk id="5" creationId="{F42A1D1D-0087-4CD2-CEFA-2A473EEBFD7D}"/>
          </ac:grpSpMkLst>
        </pc:grpChg>
      </pc:sldChg>
      <pc:sldChg chg="modSp mod modNotesTx">
        <pc:chgData name="Mengmeng Ge" userId="bb5bc401-97cb-4caf-9857-8ff441375414" providerId="ADAL" clId="{31C8AC8A-E419-4C40-AD7D-8E24EAA16F84}" dt="2024-09-14T22:47:40.012" v="482" actId="20577"/>
        <pc:sldMkLst>
          <pc:docMk/>
          <pc:sldMk cId="2663155299" sldId="634"/>
        </pc:sldMkLst>
        <pc:spChg chg="mod">
          <ac:chgData name="Mengmeng Ge" userId="bb5bc401-97cb-4caf-9857-8ff441375414" providerId="ADAL" clId="{31C8AC8A-E419-4C40-AD7D-8E24EAA16F84}" dt="2024-09-14T22:28:18.421" v="110" actId="20577"/>
          <ac:spMkLst>
            <pc:docMk/>
            <pc:sldMk cId="2663155299" sldId="634"/>
            <ac:spMk id="2" creationId="{C1193766-D746-AA80-B63A-1A366D72C19F}"/>
          </ac:spMkLst>
        </pc:spChg>
      </pc:sldChg>
      <pc:sldChg chg="modSp mod modNotesTx">
        <pc:chgData name="Mengmeng Ge" userId="bb5bc401-97cb-4caf-9857-8ff441375414" providerId="ADAL" clId="{31C8AC8A-E419-4C40-AD7D-8E24EAA16F84}" dt="2024-09-22T22:38:49.913" v="1566" actId="5793"/>
        <pc:sldMkLst>
          <pc:docMk/>
          <pc:sldMk cId="64101205" sldId="636"/>
        </pc:sldMkLst>
        <pc:spChg chg="mod">
          <ac:chgData name="Mengmeng Ge" userId="bb5bc401-97cb-4caf-9857-8ff441375414" providerId="ADAL" clId="{31C8AC8A-E419-4C40-AD7D-8E24EAA16F84}" dt="2024-09-14T23:21:26.195" v="661" actId="207"/>
          <ac:spMkLst>
            <pc:docMk/>
            <pc:sldMk cId="64101205" sldId="636"/>
            <ac:spMk id="3" creationId="{F7A23595-76B8-8190-1BC5-0F588A346FDA}"/>
          </ac:spMkLst>
        </pc:spChg>
      </pc:sldChg>
      <pc:sldChg chg="modSp mod modNotesTx">
        <pc:chgData name="Mengmeng Ge" userId="bb5bc401-97cb-4caf-9857-8ff441375414" providerId="ADAL" clId="{31C8AC8A-E419-4C40-AD7D-8E24EAA16F84}" dt="2024-09-22T23:07:24.735" v="1580" actId="20577"/>
        <pc:sldMkLst>
          <pc:docMk/>
          <pc:sldMk cId="2498149436" sldId="637"/>
        </pc:sldMkLst>
        <pc:spChg chg="mod">
          <ac:chgData name="Mengmeng Ge" userId="bb5bc401-97cb-4caf-9857-8ff441375414" providerId="ADAL" clId="{31C8AC8A-E419-4C40-AD7D-8E24EAA16F84}" dt="2024-09-14T23:29:57.126" v="684" actId="20577"/>
          <ac:spMkLst>
            <pc:docMk/>
            <pc:sldMk cId="2498149436" sldId="637"/>
            <ac:spMk id="3" creationId="{2A7F5FE1-B2DC-B09E-70E8-1CA0864F49CF}"/>
          </ac:spMkLst>
        </pc:spChg>
      </pc:sldChg>
      <pc:sldChg chg="modAnim modNotesTx">
        <pc:chgData name="Mengmeng Ge" userId="bb5bc401-97cb-4caf-9857-8ff441375414" providerId="ADAL" clId="{31C8AC8A-E419-4C40-AD7D-8E24EAA16F84}" dt="2024-09-22T23:22:26.242" v="1621"/>
        <pc:sldMkLst>
          <pc:docMk/>
          <pc:sldMk cId="383206075" sldId="638"/>
        </pc:sldMkLst>
      </pc:sldChg>
      <pc:sldChg chg="modAnim modNotesTx">
        <pc:chgData name="Mengmeng Ge" userId="bb5bc401-97cb-4caf-9857-8ff441375414" providerId="ADAL" clId="{31C8AC8A-E419-4C40-AD7D-8E24EAA16F84}" dt="2024-09-22T23:34:12.112" v="1670" actId="20577"/>
        <pc:sldMkLst>
          <pc:docMk/>
          <pc:sldMk cId="2016737894" sldId="639"/>
        </pc:sldMkLst>
      </pc:sldChg>
      <pc:sldChg chg="addSp modSp mod modAnim modNotesTx">
        <pc:chgData name="Mengmeng Ge" userId="bb5bc401-97cb-4caf-9857-8ff441375414" providerId="ADAL" clId="{31C8AC8A-E419-4C40-AD7D-8E24EAA16F84}" dt="2024-09-22T23:52:58.408" v="1712" actId="20577"/>
        <pc:sldMkLst>
          <pc:docMk/>
          <pc:sldMk cId="1714154212" sldId="641"/>
        </pc:sldMkLst>
        <pc:spChg chg="add mod">
          <ac:chgData name="Mengmeng Ge" userId="bb5bc401-97cb-4caf-9857-8ff441375414" providerId="ADAL" clId="{31C8AC8A-E419-4C40-AD7D-8E24EAA16F84}" dt="2024-09-14T23:59:19.161" v="904" actId="255"/>
          <ac:spMkLst>
            <pc:docMk/>
            <pc:sldMk cId="1714154212" sldId="641"/>
            <ac:spMk id="2" creationId="{8031E511-D97B-82A8-9307-F0DAFB123D76}"/>
          </ac:spMkLst>
        </pc:spChg>
        <pc:graphicFrameChg chg="mod">
          <ac:chgData name="Mengmeng Ge" userId="bb5bc401-97cb-4caf-9857-8ff441375414" providerId="ADAL" clId="{31C8AC8A-E419-4C40-AD7D-8E24EAA16F84}" dt="2024-09-22T23:40:53.850" v="1673" actId="20577"/>
          <ac:graphicFrameMkLst>
            <pc:docMk/>
            <pc:sldMk cId="1714154212" sldId="641"/>
            <ac:graphicFrameMk id="9" creationId="{FDE4D431-904C-9115-9AE3-7B37B823091C}"/>
          </ac:graphicFrameMkLst>
        </pc:graphicFrameChg>
      </pc:sldChg>
      <pc:sldChg chg="addSp delSp modSp mod modAnim modNotesTx">
        <pc:chgData name="Mengmeng Ge" userId="bb5bc401-97cb-4caf-9857-8ff441375414" providerId="ADAL" clId="{31C8AC8A-E419-4C40-AD7D-8E24EAA16F84}" dt="2024-09-22T23:58:55.087" v="1715"/>
        <pc:sldMkLst>
          <pc:docMk/>
          <pc:sldMk cId="4033648951" sldId="642"/>
        </pc:sldMkLst>
        <pc:spChg chg="add mod">
          <ac:chgData name="Mengmeng Ge" userId="bb5bc401-97cb-4caf-9857-8ff441375414" providerId="ADAL" clId="{31C8AC8A-E419-4C40-AD7D-8E24EAA16F84}" dt="2024-09-15T00:16:02.328" v="946" actId="1076"/>
          <ac:spMkLst>
            <pc:docMk/>
            <pc:sldMk cId="4033648951" sldId="642"/>
            <ac:spMk id="5" creationId="{53B9774A-8082-4DFB-03DD-D7480B04B59C}"/>
          </ac:spMkLst>
        </pc:spChg>
        <pc:picChg chg="del">
          <ac:chgData name="Mengmeng Ge" userId="bb5bc401-97cb-4caf-9857-8ff441375414" providerId="ADAL" clId="{31C8AC8A-E419-4C40-AD7D-8E24EAA16F84}" dt="2024-09-15T00:12:50.242" v="908" actId="478"/>
          <ac:picMkLst>
            <pc:docMk/>
            <pc:sldMk cId="4033648951" sldId="642"/>
            <ac:picMk id="8" creationId="{364D36D4-D707-7F29-88FC-C20CC5D14A21}"/>
          </ac:picMkLst>
        </pc:picChg>
      </pc:sldChg>
      <pc:sldChg chg="ord modNotesTx">
        <pc:chgData name="Mengmeng Ge" userId="bb5bc401-97cb-4caf-9857-8ff441375414" providerId="ADAL" clId="{31C8AC8A-E419-4C40-AD7D-8E24EAA16F84}" dt="2024-09-23T03:28:26.391" v="1869" actId="20578"/>
        <pc:sldMkLst>
          <pc:docMk/>
          <pc:sldMk cId="3059838887" sldId="644"/>
        </pc:sldMkLst>
      </pc:sldChg>
      <pc:sldChg chg="del">
        <pc:chgData name="Mengmeng Ge" userId="bb5bc401-97cb-4caf-9857-8ff441375414" providerId="ADAL" clId="{31C8AC8A-E419-4C40-AD7D-8E24EAA16F84}" dt="2024-09-15T01:06:18.800" v="1254" actId="47"/>
        <pc:sldMkLst>
          <pc:docMk/>
          <pc:sldMk cId="1387087638" sldId="645"/>
        </pc:sldMkLst>
      </pc:sldChg>
      <pc:sldChg chg="addSp delSp modSp new mod modNotesTx">
        <pc:chgData name="Mengmeng Ge" userId="bb5bc401-97cb-4caf-9857-8ff441375414" providerId="ADAL" clId="{31C8AC8A-E419-4C40-AD7D-8E24EAA16F84}" dt="2024-09-22T22:04:01.029" v="1502" actId="20577"/>
        <pc:sldMkLst>
          <pc:docMk/>
          <pc:sldMk cId="666926974" sldId="647"/>
        </pc:sldMkLst>
        <pc:spChg chg="mod">
          <ac:chgData name="Mengmeng Ge" userId="bb5bc401-97cb-4caf-9857-8ff441375414" providerId="ADAL" clId="{31C8AC8A-E419-4C40-AD7D-8E24EAA16F84}" dt="2024-09-14T22:36:14.693" v="153" actId="20577"/>
          <ac:spMkLst>
            <pc:docMk/>
            <pc:sldMk cId="666926974" sldId="647"/>
            <ac:spMk id="2" creationId="{F5E5EF19-CB27-32DE-A3F2-3A3BBDE475F2}"/>
          </ac:spMkLst>
        </pc:spChg>
        <pc:spChg chg="del">
          <ac:chgData name="Mengmeng Ge" userId="bb5bc401-97cb-4caf-9857-8ff441375414" providerId="ADAL" clId="{31C8AC8A-E419-4C40-AD7D-8E24EAA16F84}" dt="2024-09-14T22:36:17.324" v="154" actId="478"/>
          <ac:spMkLst>
            <pc:docMk/>
            <pc:sldMk cId="666926974" sldId="647"/>
            <ac:spMk id="3" creationId="{7E778D82-942B-D083-5E10-7336084B75DC}"/>
          </ac:spMkLst>
        </pc:spChg>
        <pc:spChg chg="add mod">
          <ac:chgData name="Mengmeng Ge" userId="bb5bc401-97cb-4caf-9857-8ff441375414" providerId="ADAL" clId="{31C8AC8A-E419-4C40-AD7D-8E24EAA16F84}" dt="2024-09-14T22:36:17.838" v="155"/>
          <ac:spMkLst>
            <pc:docMk/>
            <pc:sldMk cId="666926974" sldId="647"/>
            <ac:spMk id="6" creationId="{C863CBC2-476F-7DA1-D2BB-665D471AEB6B}"/>
          </ac:spMkLst>
        </pc:spChg>
        <pc:graphicFrameChg chg="add mod modGraphic">
          <ac:chgData name="Mengmeng Ge" userId="bb5bc401-97cb-4caf-9857-8ff441375414" providerId="ADAL" clId="{31C8AC8A-E419-4C40-AD7D-8E24EAA16F84}" dt="2024-09-14T22:38:44.291" v="231" actId="20577"/>
          <ac:graphicFrameMkLst>
            <pc:docMk/>
            <pc:sldMk cId="666926974" sldId="647"/>
            <ac:graphicFrameMk id="5" creationId="{AF5DA05D-6250-0ABE-A7AD-0BE6C8633C5B}"/>
          </ac:graphicFrameMkLst>
        </pc:graphicFrameChg>
      </pc:sldChg>
      <pc:sldChg chg="modSp new mod modAnim modNotesTx">
        <pc:chgData name="Mengmeng Ge" userId="bb5bc401-97cb-4caf-9857-8ff441375414" providerId="ADAL" clId="{31C8AC8A-E419-4C40-AD7D-8E24EAA16F84}" dt="2024-09-22T23:31:50.881" v="1660"/>
        <pc:sldMkLst>
          <pc:docMk/>
          <pc:sldMk cId="28423633" sldId="648"/>
        </pc:sldMkLst>
        <pc:spChg chg="mod">
          <ac:chgData name="Mengmeng Ge" userId="bb5bc401-97cb-4caf-9857-8ff441375414" providerId="ADAL" clId="{31C8AC8A-E419-4C40-AD7D-8E24EAA16F84}" dt="2024-09-14T23:42:57.456" v="729" actId="255"/>
          <ac:spMkLst>
            <pc:docMk/>
            <pc:sldMk cId="28423633" sldId="648"/>
            <ac:spMk id="2" creationId="{8A974A6A-C3AA-9B9A-93F0-713F3F886BB3}"/>
          </ac:spMkLst>
        </pc:spChg>
        <pc:spChg chg="mod">
          <ac:chgData name="Mengmeng Ge" userId="bb5bc401-97cb-4caf-9857-8ff441375414" providerId="ADAL" clId="{31C8AC8A-E419-4C40-AD7D-8E24EAA16F84}" dt="2024-09-22T23:30:05.371" v="1657" actId="20577"/>
          <ac:spMkLst>
            <pc:docMk/>
            <pc:sldMk cId="28423633" sldId="648"/>
            <ac:spMk id="3" creationId="{4FB55F4E-929A-022F-4B69-6E3E3803DBA1}"/>
          </ac:spMkLst>
        </pc:spChg>
      </pc:sldChg>
      <pc:sldChg chg="addSp delSp modSp add mod modAnim">
        <pc:chgData name="Mengmeng Ge" userId="bb5bc401-97cb-4caf-9857-8ff441375414" providerId="ADAL" clId="{31C8AC8A-E419-4C40-AD7D-8E24EAA16F84}" dt="2024-09-23T04:30:36.960" v="1996"/>
        <pc:sldMkLst>
          <pc:docMk/>
          <pc:sldMk cId="2530457367" sldId="649"/>
        </pc:sldMkLst>
        <pc:spChg chg="mod">
          <ac:chgData name="Mengmeng Ge" userId="bb5bc401-97cb-4caf-9857-8ff441375414" providerId="ADAL" clId="{31C8AC8A-E419-4C40-AD7D-8E24EAA16F84}" dt="2024-09-15T00:23:59.549" v="977" actId="20577"/>
          <ac:spMkLst>
            <pc:docMk/>
            <pc:sldMk cId="2530457367" sldId="649"/>
            <ac:spMk id="3" creationId="{1696E5D1-BF84-ED72-F4BA-816CA5F1709A}"/>
          </ac:spMkLst>
        </pc:spChg>
        <pc:spChg chg="add mod">
          <ac:chgData name="Mengmeng Ge" userId="bb5bc401-97cb-4caf-9857-8ff441375414" providerId="ADAL" clId="{31C8AC8A-E419-4C40-AD7D-8E24EAA16F84}" dt="2024-09-15T00:23:01.938" v="971"/>
          <ac:spMkLst>
            <pc:docMk/>
            <pc:sldMk cId="2530457367" sldId="649"/>
            <ac:spMk id="5" creationId="{BFC4358D-BA3A-51CE-F97A-8A7962318A42}"/>
          </ac:spMkLst>
        </pc:spChg>
        <pc:picChg chg="del">
          <ac:chgData name="Mengmeng Ge" userId="bb5bc401-97cb-4caf-9857-8ff441375414" providerId="ADAL" clId="{31C8AC8A-E419-4C40-AD7D-8E24EAA16F84}" dt="2024-09-15T00:22:45.971" v="968" actId="478"/>
          <ac:picMkLst>
            <pc:docMk/>
            <pc:sldMk cId="2530457367" sldId="649"/>
            <ac:picMk id="6" creationId="{81D377C4-A3D2-8D8E-5FD7-B9E27EA146EF}"/>
          </ac:picMkLst>
        </pc:picChg>
        <pc:picChg chg="mod">
          <ac:chgData name="Mengmeng Ge" userId="bb5bc401-97cb-4caf-9857-8ff441375414" providerId="ADAL" clId="{31C8AC8A-E419-4C40-AD7D-8E24EAA16F84}" dt="2024-09-15T00:22:56.100" v="970" actId="1076"/>
          <ac:picMkLst>
            <pc:docMk/>
            <pc:sldMk cId="2530457367" sldId="649"/>
            <ac:picMk id="8" creationId="{364D36D4-D707-7F29-88FC-C20CC5D14A21}"/>
          </ac:picMkLst>
        </pc:picChg>
      </pc:sldChg>
      <pc:sldChg chg="modNotesTx">
        <pc:chgData name="Mengmeng Ge" userId="bb5bc401-97cb-4caf-9857-8ff441375414" providerId="ADAL" clId="{31C8AC8A-E419-4C40-AD7D-8E24EAA16F84}" dt="2024-09-23T05:20:03.835" v="2105" actId="20577"/>
        <pc:sldMkLst>
          <pc:docMk/>
          <pc:sldMk cId="4145620783" sldId="650"/>
        </pc:sldMkLst>
      </pc:sldChg>
    </pc:docChg>
  </pc:docChgLst>
  <pc:docChgLst>
    <pc:chgData name="Mengmeng Ge" userId="bb5bc401-97cb-4caf-9857-8ff441375414" providerId="ADAL" clId="{D7E7841F-5AF7-4C17-8C21-909C9962976F}"/>
    <pc:docChg chg="undo custSel modSld">
      <pc:chgData name="Mengmeng Ge" userId="bb5bc401-97cb-4caf-9857-8ff441375414" providerId="ADAL" clId="{D7E7841F-5AF7-4C17-8C21-909C9962976F}" dt="2024-08-09T23:42:19.563" v="149" actId="1076"/>
      <pc:docMkLst>
        <pc:docMk/>
      </pc:docMkLst>
      <pc:sldChg chg="addSp delSp modSp mod">
        <pc:chgData name="Mengmeng Ge" userId="bb5bc401-97cb-4caf-9857-8ff441375414" providerId="ADAL" clId="{D7E7841F-5AF7-4C17-8C21-909C9962976F}" dt="2024-08-09T23:23:41.057" v="141" actId="207"/>
        <pc:sldMkLst>
          <pc:docMk/>
          <pc:sldMk cId="3423480236" sldId="278"/>
        </pc:sldMkLst>
        <pc:spChg chg="add del mod">
          <ac:chgData name="Mengmeng Ge" userId="bb5bc401-97cb-4caf-9857-8ff441375414" providerId="ADAL" clId="{D7E7841F-5AF7-4C17-8C21-909C9962976F}" dt="2024-08-09T23:20:07.257" v="94" actId="14100"/>
          <ac:spMkLst>
            <pc:docMk/>
            <pc:sldMk cId="3423480236" sldId="278"/>
            <ac:spMk id="3" creationId="{00000000-0000-0000-0000-000000000000}"/>
          </ac:spMkLst>
        </pc:spChg>
        <pc:spChg chg="add del mod">
          <ac:chgData name="Mengmeng Ge" userId="bb5bc401-97cb-4caf-9857-8ff441375414" providerId="ADAL" clId="{D7E7841F-5AF7-4C17-8C21-909C9962976F}" dt="2024-08-09T23:21:19.890" v="125" actId="12084"/>
          <ac:spMkLst>
            <pc:docMk/>
            <pc:sldMk cId="3423480236" sldId="278"/>
            <ac:spMk id="7" creationId="{27A305D8-85FD-8BC6-03AF-7586F716F777}"/>
          </ac:spMkLst>
        </pc:spChg>
        <pc:graphicFrameChg chg="add mod">
          <ac:chgData name="Mengmeng Ge" userId="bb5bc401-97cb-4caf-9857-8ff441375414" providerId="ADAL" clId="{D7E7841F-5AF7-4C17-8C21-909C9962976F}" dt="2024-08-09T23:19:15.004" v="86" actId="12084"/>
          <ac:graphicFrameMkLst>
            <pc:docMk/>
            <pc:sldMk cId="3423480236" sldId="278"/>
            <ac:graphicFrameMk id="5" creationId="{CD071D39-759E-3F4F-7CE2-DA5B54123EFD}"/>
          </ac:graphicFrameMkLst>
        </pc:graphicFrameChg>
        <pc:graphicFrameChg chg="add mod modGraphic">
          <ac:chgData name="Mengmeng Ge" userId="bb5bc401-97cb-4caf-9857-8ff441375414" providerId="ADAL" clId="{D7E7841F-5AF7-4C17-8C21-909C9962976F}" dt="2024-08-09T23:23:41.057" v="141" actId="207"/>
          <ac:graphicFrameMkLst>
            <pc:docMk/>
            <pc:sldMk cId="3423480236" sldId="278"/>
            <ac:graphicFrameMk id="8" creationId="{6BE67E4D-1391-618F-DD27-2E1376AF0598}"/>
          </ac:graphicFrameMkLst>
        </pc:graphicFrameChg>
      </pc:sldChg>
      <pc:sldChg chg="modNotesTx">
        <pc:chgData name="Mengmeng Ge" userId="bb5bc401-97cb-4caf-9857-8ff441375414" providerId="ADAL" clId="{D7E7841F-5AF7-4C17-8C21-909C9962976F}" dt="2024-08-09T23:26:59.307" v="144" actId="20577"/>
        <pc:sldMkLst>
          <pc:docMk/>
          <pc:sldMk cId="4041513087" sldId="294"/>
        </pc:sldMkLst>
      </pc:sldChg>
      <pc:sldChg chg="addSp delSp modSp mod modAnim modNotesTx">
        <pc:chgData name="Mengmeng Ge" userId="bb5bc401-97cb-4caf-9857-8ff441375414" providerId="ADAL" clId="{D7E7841F-5AF7-4C17-8C21-909C9962976F}" dt="2024-08-09T23:42:19.563" v="149" actId="1076"/>
        <pc:sldMkLst>
          <pc:docMk/>
          <pc:sldMk cId="563971981" sldId="633"/>
        </pc:sldMkLst>
        <pc:spChg chg="mod">
          <ac:chgData name="Mengmeng Ge" userId="bb5bc401-97cb-4caf-9857-8ff441375414" providerId="ADAL" clId="{D7E7841F-5AF7-4C17-8C21-909C9962976F}" dt="2024-08-09T23:11:36.222" v="50" actId="20577"/>
          <ac:spMkLst>
            <pc:docMk/>
            <pc:sldMk cId="563971981" sldId="633"/>
            <ac:spMk id="2" creationId="{7775BFBD-25D0-4A5B-DE7F-5DF0E54A14C5}"/>
          </ac:spMkLst>
        </pc:spChg>
        <pc:spChg chg="mod">
          <ac:chgData name="Mengmeng Ge" userId="bb5bc401-97cb-4caf-9857-8ff441375414" providerId="ADAL" clId="{D7E7841F-5AF7-4C17-8C21-909C9962976F}" dt="2024-08-09T23:15:01.239" v="57" actId="20577"/>
          <ac:spMkLst>
            <pc:docMk/>
            <pc:sldMk cId="563971981" sldId="633"/>
            <ac:spMk id="3" creationId="{8A4F41A9-AB70-1D1B-E1F8-204EBE996BEF}"/>
          </ac:spMkLst>
        </pc:spChg>
        <pc:spChg chg="mod">
          <ac:chgData name="Mengmeng Ge" userId="bb5bc401-97cb-4caf-9857-8ff441375414" providerId="ADAL" clId="{D7E7841F-5AF7-4C17-8C21-909C9962976F}" dt="2024-08-09T23:11:52.837" v="53"/>
          <ac:spMkLst>
            <pc:docMk/>
            <pc:sldMk cId="563971981" sldId="633"/>
            <ac:spMk id="7" creationId="{DA749512-9EB0-0F26-43FE-AD88EC3D95A1}"/>
          </ac:spMkLst>
        </pc:spChg>
        <pc:spChg chg="del">
          <ac:chgData name="Mengmeng Ge" userId="bb5bc401-97cb-4caf-9857-8ff441375414" providerId="ADAL" clId="{D7E7841F-5AF7-4C17-8C21-909C9962976F}" dt="2024-08-09T23:11:51.738" v="52" actId="478"/>
          <ac:spMkLst>
            <pc:docMk/>
            <pc:sldMk cId="563971981" sldId="633"/>
            <ac:spMk id="8" creationId="{ADEEDC4F-B567-511D-6834-1D320415BF35}"/>
          </ac:spMkLst>
        </pc:spChg>
        <pc:spChg chg="mod">
          <ac:chgData name="Mengmeng Ge" userId="bb5bc401-97cb-4caf-9857-8ff441375414" providerId="ADAL" clId="{D7E7841F-5AF7-4C17-8C21-909C9962976F}" dt="2024-08-09T23:11:52.837" v="53"/>
          <ac:spMkLst>
            <pc:docMk/>
            <pc:sldMk cId="563971981" sldId="633"/>
            <ac:spMk id="9" creationId="{A9C9DC8B-57C1-94FC-7CFE-663A3BE85B92}"/>
          </ac:spMkLst>
        </pc:spChg>
        <pc:spChg chg="mod">
          <ac:chgData name="Mengmeng Ge" userId="bb5bc401-97cb-4caf-9857-8ff441375414" providerId="ADAL" clId="{D7E7841F-5AF7-4C17-8C21-909C9962976F}" dt="2024-08-09T23:11:52.837" v="53"/>
          <ac:spMkLst>
            <pc:docMk/>
            <pc:sldMk cId="563971981" sldId="633"/>
            <ac:spMk id="10" creationId="{C130A0E5-3B05-83BB-E831-1AD4722A9B4B}"/>
          </ac:spMkLst>
        </pc:spChg>
        <pc:spChg chg="mod">
          <ac:chgData name="Mengmeng Ge" userId="bb5bc401-97cb-4caf-9857-8ff441375414" providerId="ADAL" clId="{D7E7841F-5AF7-4C17-8C21-909C9962976F}" dt="2024-08-09T23:11:52.837" v="53"/>
          <ac:spMkLst>
            <pc:docMk/>
            <pc:sldMk cId="563971981" sldId="633"/>
            <ac:spMk id="11" creationId="{BBD9D9D8-1B78-3B40-DCA1-17F1DDDFE7DC}"/>
          </ac:spMkLst>
        </pc:spChg>
        <pc:spChg chg="mod">
          <ac:chgData name="Mengmeng Ge" userId="bb5bc401-97cb-4caf-9857-8ff441375414" providerId="ADAL" clId="{D7E7841F-5AF7-4C17-8C21-909C9962976F}" dt="2024-08-09T23:11:52.837" v="53"/>
          <ac:spMkLst>
            <pc:docMk/>
            <pc:sldMk cId="563971981" sldId="633"/>
            <ac:spMk id="14" creationId="{E3002E66-94D0-383C-2E17-40B54BB523AA}"/>
          </ac:spMkLst>
        </pc:spChg>
        <pc:spChg chg="mod">
          <ac:chgData name="Mengmeng Ge" userId="bb5bc401-97cb-4caf-9857-8ff441375414" providerId="ADAL" clId="{D7E7841F-5AF7-4C17-8C21-909C9962976F}" dt="2024-08-09T23:11:52.837" v="53"/>
          <ac:spMkLst>
            <pc:docMk/>
            <pc:sldMk cId="563971981" sldId="633"/>
            <ac:spMk id="17" creationId="{6CC5330F-1AA7-1A90-068A-053AC59386AE}"/>
          </ac:spMkLst>
        </pc:spChg>
        <pc:spChg chg="mod">
          <ac:chgData name="Mengmeng Ge" userId="bb5bc401-97cb-4caf-9857-8ff441375414" providerId="ADAL" clId="{D7E7841F-5AF7-4C17-8C21-909C9962976F}" dt="2024-08-09T23:11:52.837" v="53"/>
          <ac:spMkLst>
            <pc:docMk/>
            <pc:sldMk cId="563971981" sldId="633"/>
            <ac:spMk id="18" creationId="{FD06B3CA-E486-00A4-A2B2-56DA065F8344}"/>
          </ac:spMkLst>
        </pc:spChg>
        <pc:spChg chg="mod">
          <ac:chgData name="Mengmeng Ge" userId="bb5bc401-97cb-4caf-9857-8ff441375414" providerId="ADAL" clId="{D7E7841F-5AF7-4C17-8C21-909C9962976F}" dt="2024-08-09T23:11:52.837" v="53"/>
          <ac:spMkLst>
            <pc:docMk/>
            <pc:sldMk cId="563971981" sldId="633"/>
            <ac:spMk id="19" creationId="{AF0F5F78-33D5-584A-CABD-E93184196AFB}"/>
          </ac:spMkLst>
        </pc:spChg>
        <pc:spChg chg="mod">
          <ac:chgData name="Mengmeng Ge" userId="bb5bc401-97cb-4caf-9857-8ff441375414" providerId="ADAL" clId="{D7E7841F-5AF7-4C17-8C21-909C9962976F}" dt="2024-08-09T23:11:52.837" v="53"/>
          <ac:spMkLst>
            <pc:docMk/>
            <pc:sldMk cId="563971981" sldId="633"/>
            <ac:spMk id="20" creationId="{ABEA3AE3-9A31-8CA9-5D3D-150A5D0C1208}"/>
          </ac:spMkLst>
        </pc:spChg>
        <pc:grpChg chg="add mod">
          <ac:chgData name="Mengmeng Ge" userId="bb5bc401-97cb-4caf-9857-8ff441375414" providerId="ADAL" clId="{D7E7841F-5AF7-4C17-8C21-909C9962976F}" dt="2024-08-09T23:42:19.563" v="149" actId="1076"/>
          <ac:grpSpMkLst>
            <pc:docMk/>
            <pc:sldMk cId="563971981" sldId="633"/>
            <ac:grpSpMk id="5" creationId="{F42A1D1D-0087-4CD2-CEFA-2A473EEBFD7D}"/>
          </ac:grpSpMkLst>
        </pc:grpChg>
        <pc:grpChg chg="mod">
          <ac:chgData name="Mengmeng Ge" userId="bb5bc401-97cb-4caf-9857-8ff441375414" providerId="ADAL" clId="{D7E7841F-5AF7-4C17-8C21-909C9962976F}" dt="2024-08-09T23:11:52.837" v="53"/>
          <ac:grpSpMkLst>
            <pc:docMk/>
            <pc:sldMk cId="563971981" sldId="633"/>
            <ac:grpSpMk id="12" creationId="{A6B54FD4-9B36-975A-F3CA-E13259889BB1}"/>
          </ac:grpSpMkLst>
        </pc:grpChg>
        <pc:grpChg chg="mod">
          <ac:chgData name="Mengmeng Ge" userId="bb5bc401-97cb-4caf-9857-8ff441375414" providerId="ADAL" clId="{D7E7841F-5AF7-4C17-8C21-909C9962976F}" dt="2024-08-09T23:11:52.837" v="53"/>
          <ac:grpSpMkLst>
            <pc:docMk/>
            <pc:sldMk cId="563971981" sldId="633"/>
            <ac:grpSpMk id="13" creationId="{11D3062E-C1C3-AEA1-09BD-B7709C2FD902}"/>
          </ac:grpSpMkLst>
        </pc:grpChg>
        <pc:picChg chg="del">
          <ac:chgData name="Mengmeng Ge" userId="bb5bc401-97cb-4caf-9857-8ff441375414" providerId="ADAL" clId="{D7E7841F-5AF7-4C17-8C21-909C9962976F}" dt="2024-08-09T23:11:49.654" v="51" actId="478"/>
          <ac:picMkLst>
            <pc:docMk/>
            <pc:sldMk cId="563971981" sldId="633"/>
            <ac:picMk id="6" creationId="{4E0C5D98-00F6-CD4B-B7CF-52A661A2CBAB}"/>
          </ac:picMkLst>
        </pc:picChg>
        <pc:cxnChg chg="mod">
          <ac:chgData name="Mengmeng Ge" userId="bb5bc401-97cb-4caf-9857-8ff441375414" providerId="ADAL" clId="{D7E7841F-5AF7-4C17-8C21-909C9962976F}" dt="2024-08-09T23:11:52.837" v="53"/>
          <ac:cxnSpMkLst>
            <pc:docMk/>
            <pc:sldMk cId="563971981" sldId="633"/>
            <ac:cxnSpMk id="15" creationId="{0B11885F-BDEF-5C16-5ADF-758F0EBB00B9}"/>
          </ac:cxnSpMkLst>
        </pc:cxnChg>
        <pc:cxnChg chg="mod">
          <ac:chgData name="Mengmeng Ge" userId="bb5bc401-97cb-4caf-9857-8ff441375414" providerId="ADAL" clId="{D7E7841F-5AF7-4C17-8C21-909C9962976F}" dt="2024-08-09T23:11:52.837" v="53"/>
          <ac:cxnSpMkLst>
            <pc:docMk/>
            <pc:sldMk cId="563971981" sldId="633"/>
            <ac:cxnSpMk id="16" creationId="{88E3D00C-89A3-1B18-FFD9-731FE932BE73}"/>
          </ac:cxnSpMkLst>
        </pc:cxnChg>
      </pc:sldChg>
    </pc:docChg>
  </pc:docChgLst>
  <pc:docChgLst>
    <pc:chgData name="Mengmeng Ge" userId="bb5bc401-97cb-4caf-9857-8ff441375414" providerId="ADAL" clId="{F648F483-CEDA-4F70-A066-F0B3CFD116AD}"/>
    <pc:docChg chg="undo custSel addSld modSld sldOrd">
      <pc:chgData name="Mengmeng Ge" userId="bb5bc401-97cb-4caf-9857-8ff441375414" providerId="ADAL" clId="{F648F483-CEDA-4F70-A066-F0B3CFD116AD}" dt="2024-09-25T05:05:29.134" v="482"/>
      <pc:docMkLst>
        <pc:docMk/>
      </pc:docMkLst>
      <pc:sldChg chg="modSp mod">
        <pc:chgData name="Mengmeng Ge" userId="bb5bc401-97cb-4caf-9857-8ff441375414" providerId="ADAL" clId="{F648F483-CEDA-4F70-A066-F0B3CFD116AD}" dt="2024-09-18T03:18:45.073" v="83" actId="20577"/>
        <pc:sldMkLst>
          <pc:docMk/>
          <pc:sldMk cId="1611017936" sldId="281"/>
        </pc:sldMkLst>
        <pc:spChg chg="mod">
          <ac:chgData name="Mengmeng Ge" userId="bb5bc401-97cb-4caf-9857-8ff441375414" providerId="ADAL" clId="{F648F483-CEDA-4F70-A066-F0B3CFD116AD}" dt="2024-09-18T03:18:45.073" v="83" actId="20577"/>
          <ac:spMkLst>
            <pc:docMk/>
            <pc:sldMk cId="1611017936" sldId="281"/>
            <ac:spMk id="3" creationId="{00000000-0000-0000-0000-000000000000}"/>
          </ac:spMkLst>
        </pc:spChg>
      </pc:sldChg>
      <pc:sldChg chg="modNotesTx">
        <pc:chgData name="Mengmeng Ge" userId="bb5bc401-97cb-4caf-9857-8ff441375414" providerId="ADAL" clId="{F648F483-CEDA-4F70-A066-F0B3CFD116AD}" dt="2024-09-18T03:38:59.455" v="124" actId="20577"/>
        <pc:sldMkLst>
          <pc:docMk/>
          <pc:sldMk cId="4041513087" sldId="294"/>
        </pc:sldMkLst>
      </pc:sldChg>
      <pc:sldChg chg="modNotesTx">
        <pc:chgData name="Mengmeng Ge" userId="bb5bc401-97cb-4caf-9857-8ff441375414" providerId="ADAL" clId="{F648F483-CEDA-4F70-A066-F0B3CFD116AD}" dt="2024-09-19T21:42:09.935" v="472" actId="20577"/>
        <pc:sldMkLst>
          <pc:docMk/>
          <pc:sldMk cId="3459144392" sldId="316"/>
        </pc:sldMkLst>
      </pc:sldChg>
      <pc:sldChg chg="modAnim">
        <pc:chgData name="Mengmeng Ge" userId="bb5bc401-97cb-4caf-9857-8ff441375414" providerId="ADAL" clId="{F648F483-CEDA-4F70-A066-F0B3CFD116AD}" dt="2024-09-25T05:04:12.917" v="481"/>
        <pc:sldMkLst>
          <pc:docMk/>
          <pc:sldMk cId="2618738939" sldId="330"/>
        </pc:sldMkLst>
      </pc:sldChg>
      <pc:sldChg chg="modAnim">
        <pc:chgData name="Mengmeng Ge" userId="bb5bc401-97cb-4caf-9857-8ff441375414" providerId="ADAL" clId="{F648F483-CEDA-4F70-A066-F0B3CFD116AD}" dt="2024-09-25T05:05:29.134" v="482"/>
        <pc:sldMkLst>
          <pc:docMk/>
          <pc:sldMk cId="0" sldId="409"/>
        </pc:sldMkLst>
      </pc:sldChg>
      <pc:sldChg chg="ord">
        <pc:chgData name="Mengmeng Ge" userId="bb5bc401-97cb-4caf-9857-8ff441375414" providerId="ADAL" clId="{F648F483-CEDA-4F70-A066-F0B3CFD116AD}" dt="2024-09-18T03:05:58.041" v="3"/>
        <pc:sldMkLst>
          <pc:docMk/>
          <pc:sldMk cId="2016737894" sldId="639"/>
        </pc:sldMkLst>
      </pc:sldChg>
      <pc:sldChg chg="modSp">
        <pc:chgData name="Mengmeng Ge" userId="bb5bc401-97cb-4caf-9857-8ff441375414" providerId="ADAL" clId="{F648F483-CEDA-4F70-A066-F0B3CFD116AD}" dt="2024-09-18T03:08:56.124" v="33" actId="20577"/>
        <pc:sldMkLst>
          <pc:docMk/>
          <pc:sldMk cId="1714154212" sldId="641"/>
        </pc:sldMkLst>
        <pc:graphicFrameChg chg="mod">
          <ac:chgData name="Mengmeng Ge" userId="bb5bc401-97cb-4caf-9857-8ff441375414" providerId="ADAL" clId="{F648F483-CEDA-4F70-A066-F0B3CFD116AD}" dt="2024-09-18T03:08:56.124" v="33" actId="20577"/>
          <ac:graphicFrameMkLst>
            <pc:docMk/>
            <pc:sldMk cId="1714154212" sldId="641"/>
            <ac:graphicFrameMk id="9" creationId="{FDE4D431-904C-9115-9AE3-7B37B823091C}"/>
          </ac:graphicFrameMkLst>
        </pc:graphicFrameChg>
      </pc:sldChg>
      <pc:sldChg chg="addSp modSp mod">
        <pc:chgData name="Mengmeng Ge" userId="bb5bc401-97cb-4caf-9857-8ff441375414" providerId="ADAL" clId="{F648F483-CEDA-4F70-A066-F0B3CFD116AD}" dt="2024-09-19T01:39:38.730" v="133" actId="1076"/>
        <pc:sldMkLst>
          <pc:docMk/>
          <pc:sldMk cId="4033648951" sldId="642"/>
        </pc:sldMkLst>
        <pc:spChg chg="mod">
          <ac:chgData name="Mengmeng Ge" userId="bb5bc401-97cb-4caf-9857-8ff441375414" providerId="ADAL" clId="{F648F483-CEDA-4F70-A066-F0B3CFD116AD}" dt="2024-09-19T01:39:38.730" v="133" actId="1076"/>
          <ac:spMkLst>
            <pc:docMk/>
            <pc:sldMk cId="4033648951" sldId="642"/>
            <ac:spMk id="5" creationId="{53B9774A-8082-4DFB-03DD-D7480B04B59C}"/>
          </ac:spMkLst>
        </pc:spChg>
        <pc:spChg chg="add mod">
          <ac:chgData name="Mengmeng Ge" userId="bb5bc401-97cb-4caf-9857-8ff441375414" providerId="ADAL" clId="{F648F483-CEDA-4F70-A066-F0B3CFD116AD}" dt="2024-09-18T03:11:15.158" v="59" actId="20577"/>
          <ac:spMkLst>
            <pc:docMk/>
            <pc:sldMk cId="4033648951" sldId="642"/>
            <ac:spMk id="7" creationId="{7C13F967-20D8-D209-29B2-4015A6004525}"/>
          </ac:spMkLst>
        </pc:spChg>
        <pc:picChg chg="mod">
          <ac:chgData name="Mengmeng Ge" userId="bb5bc401-97cb-4caf-9857-8ff441375414" providerId="ADAL" clId="{F648F483-CEDA-4F70-A066-F0B3CFD116AD}" dt="2024-09-18T03:11:55.694" v="71" actId="1037"/>
          <ac:picMkLst>
            <pc:docMk/>
            <pc:sldMk cId="4033648951" sldId="642"/>
            <ac:picMk id="6" creationId="{81D377C4-A3D2-8D8E-5FD7-B9E27EA146EF}"/>
          </ac:picMkLst>
        </pc:picChg>
      </pc:sldChg>
      <pc:sldChg chg="addSp modSp mod">
        <pc:chgData name="Mengmeng Ge" userId="bb5bc401-97cb-4caf-9857-8ff441375414" providerId="ADAL" clId="{F648F483-CEDA-4F70-A066-F0B3CFD116AD}" dt="2024-09-18T03:11:52.469" v="68" actId="1037"/>
        <pc:sldMkLst>
          <pc:docMk/>
          <pc:sldMk cId="2530457367" sldId="649"/>
        </pc:sldMkLst>
        <pc:spChg chg="mod">
          <ac:chgData name="Mengmeng Ge" userId="bb5bc401-97cb-4caf-9857-8ff441375414" providerId="ADAL" clId="{F648F483-CEDA-4F70-A066-F0B3CFD116AD}" dt="2024-09-18T03:11:47.894" v="65" actId="1076"/>
          <ac:spMkLst>
            <pc:docMk/>
            <pc:sldMk cId="2530457367" sldId="649"/>
            <ac:spMk id="5" creationId="{BFC4358D-BA3A-51CE-F97A-8A7962318A42}"/>
          </ac:spMkLst>
        </pc:spChg>
        <pc:spChg chg="add mod">
          <ac:chgData name="Mengmeng Ge" userId="bb5bc401-97cb-4caf-9857-8ff441375414" providerId="ADAL" clId="{F648F483-CEDA-4F70-A066-F0B3CFD116AD}" dt="2024-09-18T03:11:50.527" v="66" actId="1076"/>
          <ac:spMkLst>
            <pc:docMk/>
            <pc:sldMk cId="2530457367" sldId="649"/>
            <ac:spMk id="6" creationId="{F2F70F64-0D2F-3A95-012C-D135DF125ABB}"/>
          </ac:spMkLst>
        </pc:spChg>
        <pc:picChg chg="mod">
          <ac:chgData name="Mengmeng Ge" userId="bb5bc401-97cb-4caf-9857-8ff441375414" providerId="ADAL" clId="{F648F483-CEDA-4F70-A066-F0B3CFD116AD}" dt="2024-09-18T03:11:52.469" v="68" actId="1037"/>
          <ac:picMkLst>
            <pc:docMk/>
            <pc:sldMk cId="2530457367" sldId="649"/>
            <ac:picMk id="8" creationId="{364D36D4-D707-7F29-88FC-C20CC5D14A21}"/>
          </ac:picMkLst>
        </pc:picChg>
      </pc:sldChg>
      <pc:sldChg chg="modSp new mod modNotesTx">
        <pc:chgData name="Mengmeng Ge" userId="bb5bc401-97cb-4caf-9857-8ff441375414" providerId="ADAL" clId="{F648F483-CEDA-4F70-A066-F0B3CFD116AD}" dt="2024-09-19T01:46:56.224" v="465" actId="20577"/>
        <pc:sldMkLst>
          <pc:docMk/>
          <pc:sldMk cId="4145620783" sldId="650"/>
        </pc:sldMkLst>
        <pc:spChg chg="mod">
          <ac:chgData name="Mengmeng Ge" userId="bb5bc401-97cb-4caf-9857-8ff441375414" providerId="ADAL" clId="{F648F483-CEDA-4F70-A066-F0B3CFD116AD}" dt="2024-09-18T03:40:19.085" v="132" actId="20577"/>
          <ac:spMkLst>
            <pc:docMk/>
            <pc:sldMk cId="4145620783" sldId="650"/>
            <ac:spMk id="2" creationId="{6EDCCB2A-2E00-B734-A3DB-F71375EFE6E3}"/>
          </ac:spMkLst>
        </pc:spChg>
        <pc:spChg chg="mod">
          <ac:chgData name="Mengmeng Ge" userId="bb5bc401-97cb-4caf-9857-8ff441375414" providerId="ADAL" clId="{F648F483-CEDA-4F70-A066-F0B3CFD116AD}" dt="2024-09-19T01:44:27.278" v="406" actId="20577"/>
          <ac:spMkLst>
            <pc:docMk/>
            <pc:sldMk cId="4145620783" sldId="650"/>
            <ac:spMk id="3" creationId="{6411FDD7-BDF9-3CED-5008-9F25D81611FB}"/>
          </ac:spMkLst>
        </pc:spChg>
      </pc:sldChg>
    </pc:docChg>
  </pc:docChgLst>
  <pc:docChgLst>
    <pc:chgData name="Mengmeng Ge" userId="bb5bc401-97cb-4caf-9857-8ff441375414" providerId="ADAL" clId="{2B141AB8-8127-4816-86FC-45180CFE0139}"/>
    <pc:docChg chg="undo custSel addSld delSld modSld sldOrd">
      <pc:chgData name="Mengmeng Ge" userId="bb5bc401-97cb-4caf-9857-8ff441375414" providerId="ADAL" clId="{2B141AB8-8127-4816-86FC-45180CFE0139}" dt="2024-04-27T06:02:03.731" v="2489" actId="20577"/>
      <pc:docMkLst>
        <pc:docMk/>
      </pc:docMkLst>
      <pc:sldChg chg="modSp mod">
        <pc:chgData name="Mengmeng Ge" userId="bb5bc401-97cb-4caf-9857-8ff441375414" providerId="ADAL" clId="{2B141AB8-8127-4816-86FC-45180CFE0139}" dt="2024-04-25T21:16:44.487" v="10" actId="14100"/>
        <pc:sldMkLst>
          <pc:docMk/>
          <pc:sldMk cId="1073999421" sldId="264"/>
        </pc:sldMkLst>
        <pc:spChg chg="mod">
          <ac:chgData name="Mengmeng Ge" userId="bb5bc401-97cb-4caf-9857-8ff441375414" providerId="ADAL" clId="{2B141AB8-8127-4816-86FC-45180CFE0139}" dt="2024-04-25T21:16:44.487" v="10" actId="14100"/>
          <ac:spMkLst>
            <pc:docMk/>
            <pc:sldMk cId="1073999421" sldId="264"/>
            <ac:spMk id="3" creationId="{00000000-0000-0000-0000-000000000000}"/>
          </ac:spMkLst>
        </pc:spChg>
      </pc:sldChg>
      <pc:sldChg chg="delSp modSp mod delAnim modNotesTx">
        <pc:chgData name="Mengmeng Ge" userId="bb5bc401-97cb-4caf-9857-8ff441375414" providerId="ADAL" clId="{2B141AB8-8127-4816-86FC-45180CFE0139}" dt="2024-04-26T06:07:41.192" v="1234" actId="20577"/>
        <pc:sldMkLst>
          <pc:docMk/>
          <pc:sldMk cId="3423480236" sldId="278"/>
        </pc:sldMkLst>
        <pc:spChg chg="mod">
          <ac:chgData name="Mengmeng Ge" userId="bb5bc401-97cb-4caf-9857-8ff441375414" providerId="ADAL" clId="{2B141AB8-8127-4816-86FC-45180CFE0139}" dt="2024-04-26T02:12:44.402" v="1049" actId="20577"/>
          <ac:spMkLst>
            <pc:docMk/>
            <pc:sldMk cId="3423480236" sldId="278"/>
            <ac:spMk id="3" creationId="{00000000-0000-0000-0000-000000000000}"/>
          </ac:spMkLst>
        </pc:spChg>
        <pc:spChg chg="del">
          <ac:chgData name="Mengmeng Ge" userId="bb5bc401-97cb-4caf-9857-8ff441375414" providerId="ADAL" clId="{2B141AB8-8127-4816-86FC-45180CFE0139}" dt="2024-04-26T02:09:55.946" v="1019" actId="478"/>
          <ac:spMkLst>
            <pc:docMk/>
            <pc:sldMk cId="3423480236" sldId="278"/>
            <ac:spMk id="5" creationId="{00000000-0000-0000-0000-000000000000}"/>
          </ac:spMkLst>
        </pc:spChg>
      </pc:sldChg>
      <pc:sldChg chg="modSp mod ord chgLayout">
        <pc:chgData name="Mengmeng Ge" userId="bb5bc401-97cb-4caf-9857-8ff441375414" providerId="ADAL" clId="{2B141AB8-8127-4816-86FC-45180CFE0139}" dt="2024-04-26T02:20:48.165" v="1135" actId="700"/>
        <pc:sldMkLst>
          <pc:docMk/>
          <pc:sldMk cId="3107675703" sldId="279"/>
        </pc:sldMkLst>
        <pc:spChg chg="mod ord">
          <ac:chgData name="Mengmeng Ge" userId="bb5bc401-97cb-4caf-9857-8ff441375414" providerId="ADAL" clId="{2B141AB8-8127-4816-86FC-45180CFE0139}" dt="2024-04-26T02:20:48.165" v="1135" actId="700"/>
          <ac:spMkLst>
            <pc:docMk/>
            <pc:sldMk cId="3107675703" sldId="279"/>
            <ac:spMk id="2" creationId="{00000000-0000-0000-0000-000000000000}"/>
          </ac:spMkLst>
        </pc:spChg>
        <pc:spChg chg="mod ord">
          <ac:chgData name="Mengmeng Ge" userId="bb5bc401-97cb-4caf-9857-8ff441375414" providerId="ADAL" clId="{2B141AB8-8127-4816-86FC-45180CFE0139}" dt="2024-04-26T02:20:48.165" v="1135" actId="700"/>
          <ac:spMkLst>
            <pc:docMk/>
            <pc:sldMk cId="3107675703" sldId="279"/>
            <ac:spMk id="3" creationId="{00000000-0000-0000-0000-000000000000}"/>
          </ac:spMkLst>
        </pc:spChg>
        <pc:spChg chg="mod ord">
          <ac:chgData name="Mengmeng Ge" userId="bb5bc401-97cb-4caf-9857-8ff441375414" providerId="ADAL" clId="{2B141AB8-8127-4816-86FC-45180CFE0139}" dt="2024-04-26T02:20:48.165" v="1135" actId="700"/>
          <ac:spMkLst>
            <pc:docMk/>
            <pc:sldMk cId="3107675703" sldId="279"/>
            <ac:spMk id="4" creationId="{00000000-0000-0000-0000-000000000000}"/>
          </ac:spMkLst>
        </pc:spChg>
        <pc:spChg chg="mod">
          <ac:chgData name="Mengmeng Ge" userId="bb5bc401-97cb-4caf-9857-8ff441375414" providerId="ADAL" clId="{2B141AB8-8127-4816-86FC-45180CFE0139}" dt="2024-04-26T02:20:28.677" v="1131" actId="1038"/>
          <ac:spMkLst>
            <pc:docMk/>
            <pc:sldMk cId="3107675703" sldId="279"/>
            <ac:spMk id="8" creationId="{00000000-0000-0000-0000-000000000000}"/>
          </ac:spMkLst>
        </pc:spChg>
        <pc:spChg chg="mod">
          <ac:chgData name="Mengmeng Ge" userId="bb5bc401-97cb-4caf-9857-8ff441375414" providerId="ADAL" clId="{2B141AB8-8127-4816-86FC-45180CFE0139}" dt="2024-04-26T02:20:28.677" v="1131" actId="1038"/>
          <ac:spMkLst>
            <pc:docMk/>
            <pc:sldMk cId="3107675703" sldId="279"/>
            <ac:spMk id="9" creationId="{00000000-0000-0000-0000-000000000000}"/>
          </ac:spMkLst>
        </pc:spChg>
      </pc:sldChg>
      <pc:sldChg chg="addSp delSp modSp mod chgLayout modNotesTx">
        <pc:chgData name="Mengmeng Ge" userId="bb5bc401-97cb-4caf-9857-8ff441375414" providerId="ADAL" clId="{2B141AB8-8127-4816-86FC-45180CFE0139}" dt="2024-04-26T21:51:44.767" v="1736" actId="113"/>
        <pc:sldMkLst>
          <pc:docMk/>
          <pc:sldMk cId="1611017936" sldId="281"/>
        </pc:sldMkLst>
        <pc:spChg chg="mod ord">
          <ac:chgData name="Mengmeng Ge" userId="bb5bc401-97cb-4caf-9857-8ff441375414" providerId="ADAL" clId="{2B141AB8-8127-4816-86FC-45180CFE0139}" dt="2024-04-26T06:37:36.892" v="1494" actId="700"/>
          <ac:spMkLst>
            <pc:docMk/>
            <pc:sldMk cId="1611017936" sldId="281"/>
            <ac:spMk id="2" creationId="{00000000-0000-0000-0000-000000000000}"/>
          </ac:spMkLst>
        </pc:spChg>
        <pc:spChg chg="mod ord">
          <ac:chgData name="Mengmeng Ge" userId="bb5bc401-97cb-4caf-9857-8ff441375414" providerId="ADAL" clId="{2B141AB8-8127-4816-86FC-45180CFE0139}" dt="2024-04-26T21:51:44.767" v="1736" actId="113"/>
          <ac:spMkLst>
            <pc:docMk/>
            <pc:sldMk cId="1611017936" sldId="281"/>
            <ac:spMk id="3" creationId="{00000000-0000-0000-0000-000000000000}"/>
          </ac:spMkLst>
        </pc:spChg>
        <pc:spChg chg="mod ord">
          <ac:chgData name="Mengmeng Ge" userId="bb5bc401-97cb-4caf-9857-8ff441375414" providerId="ADAL" clId="{2B141AB8-8127-4816-86FC-45180CFE0139}" dt="2024-04-26T06:37:36.892" v="1494" actId="700"/>
          <ac:spMkLst>
            <pc:docMk/>
            <pc:sldMk cId="1611017936" sldId="281"/>
            <ac:spMk id="4" creationId="{00000000-0000-0000-0000-000000000000}"/>
          </ac:spMkLst>
        </pc:spChg>
        <pc:picChg chg="add del">
          <ac:chgData name="Mengmeng Ge" userId="bb5bc401-97cb-4caf-9857-8ff441375414" providerId="ADAL" clId="{2B141AB8-8127-4816-86FC-45180CFE0139}" dt="2024-04-26T06:46:39.121" v="1521" actId="478"/>
          <ac:picMkLst>
            <pc:docMk/>
            <pc:sldMk cId="1611017936" sldId="281"/>
            <ac:picMk id="6" creationId="{ABA7FFFB-DECA-8773-E700-2117A1463165}"/>
          </ac:picMkLst>
        </pc:picChg>
        <pc:picChg chg="del mod">
          <ac:chgData name="Mengmeng Ge" userId="bb5bc401-97cb-4caf-9857-8ff441375414" providerId="ADAL" clId="{2B141AB8-8127-4816-86FC-45180CFE0139}" dt="2024-04-26T06:42:24.878" v="1517" actId="478"/>
          <ac:picMkLst>
            <pc:docMk/>
            <pc:sldMk cId="1611017936" sldId="281"/>
            <ac:picMk id="7" creationId="{00000000-0000-0000-0000-000000000000}"/>
          </ac:picMkLst>
        </pc:picChg>
        <pc:picChg chg="del">
          <ac:chgData name="Mengmeng Ge" userId="bb5bc401-97cb-4caf-9857-8ff441375414" providerId="ADAL" clId="{2B141AB8-8127-4816-86FC-45180CFE0139}" dt="2024-04-26T06:42:52.297" v="1518" actId="478"/>
          <ac:picMkLst>
            <pc:docMk/>
            <pc:sldMk cId="1611017936" sldId="281"/>
            <ac:picMk id="8" creationId="{00000000-0000-0000-0000-000000000000}"/>
          </ac:picMkLst>
        </pc:picChg>
        <pc:picChg chg="add mod">
          <ac:chgData name="Mengmeng Ge" userId="bb5bc401-97cb-4caf-9857-8ff441375414" providerId="ADAL" clId="{2B141AB8-8127-4816-86FC-45180CFE0139}" dt="2024-04-26T21:51:18.559" v="1728" actId="1076"/>
          <ac:picMkLst>
            <pc:docMk/>
            <pc:sldMk cId="1611017936" sldId="281"/>
            <ac:picMk id="11" creationId="{69A6C6C7-73C1-12A5-0E78-EE0F36013B2D}"/>
          </ac:picMkLst>
        </pc:picChg>
        <pc:cxnChg chg="del">
          <ac:chgData name="Mengmeng Ge" userId="bb5bc401-97cb-4caf-9857-8ff441375414" providerId="ADAL" clId="{2B141AB8-8127-4816-86FC-45180CFE0139}" dt="2024-04-26T06:42:54.723" v="1519" actId="478"/>
          <ac:cxnSpMkLst>
            <pc:docMk/>
            <pc:sldMk cId="1611017936" sldId="281"/>
            <ac:cxnSpMk id="9" creationId="{00000000-0000-0000-0000-000000000000}"/>
          </ac:cxnSpMkLst>
        </pc:cxnChg>
      </pc:sldChg>
      <pc:sldChg chg="modSp mod">
        <pc:chgData name="Mengmeng Ge" userId="bb5bc401-97cb-4caf-9857-8ff441375414" providerId="ADAL" clId="{2B141AB8-8127-4816-86FC-45180CFE0139}" dt="2024-04-27T02:34:23.353" v="1973" actId="20577"/>
        <pc:sldMkLst>
          <pc:docMk/>
          <pc:sldMk cId="4041513087" sldId="294"/>
        </pc:sldMkLst>
        <pc:spChg chg="mod">
          <ac:chgData name="Mengmeng Ge" userId="bb5bc401-97cb-4caf-9857-8ff441375414" providerId="ADAL" clId="{2B141AB8-8127-4816-86FC-45180CFE0139}" dt="2024-04-27T02:34:23.353" v="1973" actId="20577"/>
          <ac:spMkLst>
            <pc:docMk/>
            <pc:sldMk cId="4041513087" sldId="294"/>
            <ac:spMk id="2" creationId="{00000000-0000-0000-0000-000000000000}"/>
          </ac:spMkLst>
        </pc:spChg>
        <pc:spChg chg="mod">
          <ac:chgData name="Mengmeng Ge" userId="bb5bc401-97cb-4caf-9857-8ff441375414" providerId="ADAL" clId="{2B141AB8-8127-4816-86FC-45180CFE0139}" dt="2024-04-27T02:22:04.196" v="1862" actId="20577"/>
          <ac:spMkLst>
            <pc:docMk/>
            <pc:sldMk cId="4041513087" sldId="294"/>
            <ac:spMk id="3" creationId="{00000000-0000-0000-0000-000000000000}"/>
          </ac:spMkLst>
        </pc:spChg>
      </pc:sldChg>
      <pc:sldChg chg="modSp mod chgLayout">
        <pc:chgData name="Mengmeng Ge" userId="bb5bc401-97cb-4caf-9857-8ff441375414" providerId="ADAL" clId="{2B141AB8-8127-4816-86FC-45180CFE0139}" dt="2024-04-25T22:14:30.650" v="297" actId="20577"/>
        <pc:sldMkLst>
          <pc:docMk/>
          <pc:sldMk cId="2050972430" sldId="315"/>
        </pc:sldMkLst>
        <pc:spChg chg="mod ord">
          <ac:chgData name="Mengmeng Ge" userId="bb5bc401-97cb-4caf-9857-8ff441375414" providerId="ADAL" clId="{2B141AB8-8127-4816-86FC-45180CFE0139}" dt="2024-04-25T22:06:03.471" v="292" actId="700"/>
          <ac:spMkLst>
            <pc:docMk/>
            <pc:sldMk cId="2050972430" sldId="315"/>
            <ac:spMk id="2" creationId="{00000000-0000-0000-0000-000000000000}"/>
          </ac:spMkLst>
        </pc:spChg>
        <pc:spChg chg="mod ord">
          <ac:chgData name="Mengmeng Ge" userId="bb5bc401-97cb-4caf-9857-8ff441375414" providerId="ADAL" clId="{2B141AB8-8127-4816-86FC-45180CFE0139}" dt="2024-04-25T22:06:03.471" v="292" actId="700"/>
          <ac:spMkLst>
            <pc:docMk/>
            <pc:sldMk cId="2050972430" sldId="315"/>
            <ac:spMk id="4" creationId="{00000000-0000-0000-0000-000000000000}"/>
          </ac:spMkLst>
        </pc:spChg>
        <pc:spChg chg="mod ord">
          <ac:chgData name="Mengmeng Ge" userId="bb5bc401-97cb-4caf-9857-8ff441375414" providerId="ADAL" clId="{2B141AB8-8127-4816-86FC-45180CFE0139}" dt="2024-04-25T22:14:30.650" v="297" actId="20577"/>
          <ac:spMkLst>
            <pc:docMk/>
            <pc:sldMk cId="2050972430" sldId="315"/>
            <ac:spMk id="7" creationId="{00000000-0000-0000-0000-000000000000}"/>
          </ac:spMkLst>
        </pc:spChg>
      </pc:sldChg>
      <pc:sldChg chg="addSp delSp modSp mod delAnim modNotesTx">
        <pc:chgData name="Mengmeng Ge" userId="bb5bc401-97cb-4caf-9857-8ff441375414" providerId="ADAL" clId="{2B141AB8-8127-4816-86FC-45180CFE0139}" dt="2024-04-25T22:31:19.772" v="582" actId="1076"/>
        <pc:sldMkLst>
          <pc:docMk/>
          <pc:sldMk cId="3459144392" sldId="316"/>
        </pc:sldMkLst>
        <pc:spChg chg="mod">
          <ac:chgData name="Mengmeng Ge" userId="bb5bc401-97cb-4caf-9857-8ff441375414" providerId="ADAL" clId="{2B141AB8-8127-4816-86FC-45180CFE0139}" dt="2024-04-25T22:29:34.182" v="520" actId="20577"/>
          <ac:spMkLst>
            <pc:docMk/>
            <pc:sldMk cId="3459144392" sldId="316"/>
            <ac:spMk id="2" creationId="{00000000-0000-0000-0000-000000000000}"/>
          </ac:spMkLst>
        </pc:spChg>
        <pc:spChg chg="add mod">
          <ac:chgData name="Mengmeng Ge" userId="bb5bc401-97cb-4caf-9857-8ff441375414" providerId="ADAL" clId="{2B141AB8-8127-4816-86FC-45180CFE0139}" dt="2024-04-25T22:24:58.804" v="420"/>
          <ac:spMkLst>
            <pc:docMk/>
            <pc:sldMk cId="3459144392" sldId="316"/>
            <ac:spMk id="3" creationId="{662468C5-F282-A80E-9F84-E610DAB6F5FD}"/>
          </ac:spMkLst>
        </pc:spChg>
        <pc:spChg chg="add mod">
          <ac:chgData name="Mengmeng Ge" userId="bb5bc401-97cb-4caf-9857-8ff441375414" providerId="ADAL" clId="{2B141AB8-8127-4816-86FC-45180CFE0139}" dt="2024-04-25T22:26:56.825" v="447" actId="207"/>
          <ac:spMkLst>
            <pc:docMk/>
            <pc:sldMk cId="3459144392" sldId="316"/>
            <ac:spMk id="13" creationId="{DB581AA0-B8EC-E5CE-9551-8250C30A8545}"/>
          </ac:spMkLst>
        </pc:spChg>
        <pc:spChg chg="add mod">
          <ac:chgData name="Mengmeng Ge" userId="bb5bc401-97cb-4caf-9857-8ff441375414" providerId="ADAL" clId="{2B141AB8-8127-4816-86FC-45180CFE0139}" dt="2024-04-25T22:27:30.757" v="487" actId="14100"/>
          <ac:spMkLst>
            <pc:docMk/>
            <pc:sldMk cId="3459144392" sldId="316"/>
            <ac:spMk id="14" creationId="{FB34950D-3FD1-A4D2-994D-F232BFA067C4}"/>
          </ac:spMkLst>
        </pc:spChg>
        <pc:spChg chg="add mod">
          <ac:chgData name="Mengmeng Ge" userId="bb5bc401-97cb-4caf-9857-8ff441375414" providerId="ADAL" clId="{2B141AB8-8127-4816-86FC-45180CFE0139}" dt="2024-04-25T22:31:17.727" v="581" actId="1076"/>
          <ac:spMkLst>
            <pc:docMk/>
            <pc:sldMk cId="3459144392" sldId="316"/>
            <ac:spMk id="19" creationId="{611FD687-E25E-707F-A748-61519AD9DF91}"/>
          </ac:spMkLst>
        </pc:spChg>
        <pc:picChg chg="add mod">
          <ac:chgData name="Mengmeng Ge" userId="bb5bc401-97cb-4caf-9857-8ff441375414" providerId="ADAL" clId="{2B141AB8-8127-4816-86FC-45180CFE0139}" dt="2024-04-25T22:26:59.064" v="448" actId="1076"/>
          <ac:picMkLst>
            <pc:docMk/>
            <pc:sldMk cId="3459144392" sldId="316"/>
            <ac:picMk id="6" creationId="{D364EC73-DDA6-8E2B-E1D4-A2D96F370214}"/>
          </ac:picMkLst>
        </pc:picChg>
        <pc:picChg chg="del">
          <ac:chgData name="Mengmeng Ge" userId="bb5bc401-97cb-4caf-9857-8ff441375414" providerId="ADAL" clId="{2B141AB8-8127-4816-86FC-45180CFE0139}" dt="2024-04-25T22:24:05.937" v="416" actId="478"/>
          <ac:picMkLst>
            <pc:docMk/>
            <pc:sldMk cId="3459144392" sldId="316"/>
            <ac:picMk id="7" creationId="{00000000-0000-0000-0000-000000000000}"/>
          </ac:picMkLst>
        </pc:picChg>
        <pc:picChg chg="del">
          <ac:chgData name="Mengmeng Ge" userId="bb5bc401-97cb-4caf-9857-8ff441375414" providerId="ADAL" clId="{2B141AB8-8127-4816-86FC-45180CFE0139}" dt="2024-04-25T22:24:07.573" v="417" actId="478"/>
          <ac:picMkLst>
            <pc:docMk/>
            <pc:sldMk cId="3459144392" sldId="316"/>
            <ac:picMk id="8" creationId="{00000000-0000-0000-0000-000000000000}"/>
          </ac:picMkLst>
        </pc:picChg>
        <pc:picChg chg="del">
          <ac:chgData name="Mengmeng Ge" userId="bb5bc401-97cb-4caf-9857-8ff441375414" providerId="ADAL" clId="{2B141AB8-8127-4816-86FC-45180CFE0139}" dt="2024-04-25T22:24:08.696" v="418" actId="478"/>
          <ac:picMkLst>
            <pc:docMk/>
            <pc:sldMk cId="3459144392" sldId="316"/>
            <ac:picMk id="9" creationId="{00000000-0000-0000-0000-000000000000}"/>
          </ac:picMkLst>
        </pc:picChg>
        <pc:picChg chg="del">
          <ac:chgData name="Mengmeng Ge" userId="bb5bc401-97cb-4caf-9857-8ff441375414" providerId="ADAL" clId="{2B141AB8-8127-4816-86FC-45180CFE0139}" dt="2024-04-25T22:24:09.777" v="419" actId="478"/>
          <ac:picMkLst>
            <pc:docMk/>
            <pc:sldMk cId="3459144392" sldId="316"/>
            <ac:picMk id="10" creationId="{00000000-0000-0000-0000-000000000000}"/>
          </ac:picMkLst>
        </pc:picChg>
        <pc:picChg chg="add mod">
          <ac:chgData name="Mengmeng Ge" userId="bb5bc401-97cb-4caf-9857-8ff441375414" providerId="ADAL" clId="{2B141AB8-8127-4816-86FC-45180CFE0139}" dt="2024-04-25T22:27:34.015" v="488" actId="1076"/>
          <ac:picMkLst>
            <pc:docMk/>
            <pc:sldMk cId="3459144392" sldId="316"/>
            <ac:picMk id="12" creationId="{13533646-8EFD-DAD9-B1B3-5B13FDCC2215}"/>
          </ac:picMkLst>
        </pc:picChg>
        <pc:picChg chg="add mod">
          <ac:chgData name="Mengmeng Ge" userId="bb5bc401-97cb-4caf-9857-8ff441375414" providerId="ADAL" clId="{2B141AB8-8127-4816-86FC-45180CFE0139}" dt="2024-04-25T22:31:19.772" v="582" actId="1076"/>
          <ac:picMkLst>
            <pc:docMk/>
            <pc:sldMk cId="3459144392" sldId="316"/>
            <ac:picMk id="16" creationId="{1F5DCC1A-7265-DA83-6939-3236CE4643F6}"/>
          </ac:picMkLst>
        </pc:picChg>
        <pc:picChg chg="add del">
          <ac:chgData name="Mengmeng Ge" userId="bb5bc401-97cb-4caf-9857-8ff441375414" providerId="ADAL" clId="{2B141AB8-8127-4816-86FC-45180CFE0139}" dt="2024-04-25T22:30:49.278" v="550" actId="22"/>
          <ac:picMkLst>
            <pc:docMk/>
            <pc:sldMk cId="3459144392" sldId="316"/>
            <ac:picMk id="18" creationId="{23E00E29-BF38-2328-A873-896079719711}"/>
          </ac:picMkLst>
        </pc:picChg>
      </pc:sldChg>
      <pc:sldChg chg="delSp modSp del mod ord delAnim">
        <pc:chgData name="Mengmeng Ge" userId="bb5bc401-97cb-4caf-9857-8ff441375414" providerId="ADAL" clId="{2B141AB8-8127-4816-86FC-45180CFE0139}" dt="2024-04-25T23:41:03.387" v="726" actId="47"/>
        <pc:sldMkLst>
          <pc:docMk/>
          <pc:sldMk cId="1096831300" sldId="317"/>
        </pc:sldMkLst>
        <pc:spChg chg="mod">
          <ac:chgData name="Mengmeng Ge" userId="bb5bc401-97cb-4caf-9857-8ff441375414" providerId="ADAL" clId="{2B141AB8-8127-4816-86FC-45180CFE0139}" dt="2024-04-25T23:37:39.892" v="702" actId="21"/>
          <ac:spMkLst>
            <pc:docMk/>
            <pc:sldMk cId="1096831300" sldId="317"/>
            <ac:spMk id="3" creationId="{00000000-0000-0000-0000-000000000000}"/>
          </ac:spMkLst>
        </pc:spChg>
        <pc:spChg chg="del">
          <ac:chgData name="Mengmeng Ge" userId="bb5bc401-97cb-4caf-9857-8ff441375414" providerId="ADAL" clId="{2B141AB8-8127-4816-86FC-45180CFE0139}" dt="2024-04-25T23:33:19.600" v="690" actId="478"/>
          <ac:spMkLst>
            <pc:docMk/>
            <pc:sldMk cId="1096831300" sldId="317"/>
            <ac:spMk id="5" creationId="{00000000-0000-0000-0000-000000000000}"/>
          </ac:spMkLst>
        </pc:spChg>
      </pc:sldChg>
      <pc:sldChg chg="del">
        <pc:chgData name="Mengmeng Ge" userId="bb5bc401-97cb-4caf-9857-8ff441375414" providerId="ADAL" clId="{2B141AB8-8127-4816-86FC-45180CFE0139}" dt="2024-04-25T21:18:39.599" v="13" actId="47"/>
        <pc:sldMkLst>
          <pc:docMk/>
          <pc:sldMk cId="3160818522" sldId="324"/>
        </pc:sldMkLst>
      </pc:sldChg>
      <pc:sldChg chg="modSp mod">
        <pc:chgData name="Mengmeng Ge" userId="bb5bc401-97cb-4caf-9857-8ff441375414" providerId="ADAL" clId="{2B141AB8-8127-4816-86FC-45180CFE0139}" dt="2024-04-26T00:01:21.011" v="997" actId="20577"/>
        <pc:sldMkLst>
          <pc:docMk/>
          <pc:sldMk cId="243279313" sldId="325"/>
        </pc:sldMkLst>
        <pc:spChg chg="mod">
          <ac:chgData name="Mengmeng Ge" userId="bb5bc401-97cb-4caf-9857-8ff441375414" providerId="ADAL" clId="{2B141AB8-8127-4816-86FC-45180CFE0139}" dt="2024-04-26T00:00:13.988" v="979" actId="20577"/>
          <ac:spMkLst>
            <pc:docMk/>
            <pc:sldMk cId="243279313" sldId="325"/>
            <ac:spMk id="2" creationId="{00000000-0000-0000-0000-000000000000}"/>
          </ac:spMkLst>
        </pc:spChg>
        <pc:spChg chg="mod">
          <ac:chgData name="Mengmeng Ge" userId="bb5bc401-97cb-4caf-9857-8ff441375414" providerId="ADAL" clId="{2B141AB8-8127-4816-86FC-45180CFE0139}" dt="2024-04-26T00:01:21.011" v="997" actId="20577"/>
          <ac:spMkLst>
            <pc:docMk/>
            <pc:sldMk cId="243279313" sldId="325"/>
            <ac:spMk id="3" creationId="{00000000-0000-0000-0000-000000000000}"/>
          </ac:spMkLst>
        </pc:spChg>
      </pc:sldChg>
      <pc:sldChg chg="del">
        <pc:chgData name="Mengmeng Ge" userId="bb5bc401-97cb-4caf-9857-8ff441375414" providerId="ADAL" clId="{2B141AB8-8127-4816-86FC-45180CFE0139}" dt="2024-04-25T21:18:34.018" v="12" actId="47"/>
        <pc:sldMkLst>
          <pc:docMk/>
          <pc:sldMk cId="1736034597" sldId="326"/>
        </pc:sldMkLst>
      </pc:sldChg>
      <pc:sldChg chg="addSp delSp modSp mod">
        <pc:chgData name="Mengmeng Ge" userId="bb5bc401-97cb-4caf-9857-8ff441375414" providerId="ADAL" clId="{2B141AB8-8127-4816-86FC-45180CFE0139}" dt="2024-04-26T21:53:58.571" v="1764" actId="20577"/>
        <pc:sldMkLst>
          <pc:docMk/>
          <pc:sldMk cId="774950824" sldId="327"/>
        </pc:sldMkLst>
        <pc:spChg chg="mod">
          <ac:chgData name="Mengmeng Ge" userId="bb5bc401-97cb-4caf-9857-8ff441375414" providerId="ADAL" clId="{2B141AB8-8127-4816-86FC-45180CFE0139}" dt="2024-04-26T02:16:03.442" v="1114" actId="20577"/>
          <ac:spMkLst>
            <pc:docMk/>
            <pc:sldMk cId="774950824" sldId="327"/>
            <ac:spMk id="2" creationId="{00000000-0000-0000-0000-000000000000}"/>
          </ac:spMkLst>
        </pc:spChg>
        <pc:spChg chg="mod">
          <ac:chgData name="Mengmeng Ge" userId="bb5bc401-97cb-4caf-9857-8ff441375414" providerId="ADAL" clId="{2B141AB8-8127-4816-86FC-45180CFE0139}" dt="2024-04-26T21:53:58.571" v="1764" actId="20577"/>
          <ac:spMkLst>
            <pc:docMk/>
            <pc:sldMk cId="774950824" sldId="327"/>
            <ac:spMk id="3" creationId="{00000000-0000-0000-0000-000000000000}"/>
          </ac:spMkLst>
        </pc:spChg>
        <pc:spChg chg="mod">
          <ac:chgData name="Mengmeng Ge" userId="bb5bc401-97cb-4caf-9857-8ff441375414" providerId="ADAL" clId="{2B141AB8-8127-4816-86FC-45180CFE0139}" dt="2024-04-26T02:15:37.417" v="1107" actId="164"/>
          <ac:spMkLst>
            <pc:docMk/>
            <pc:sldMk cId="774950824" sldId="327"/>
            <ac:spMk id="5" creationId="{00000000-0000-0000-0000-000000000000}"/>
          </ac:spMkLst>
        </pc:spChg>
        <pc:spChg chg="mod">
          <ac:chgData name="Mengmeng Ge" userId="bb5bc401-97cb-4caf-9857-8ff441375414" providerId="ADAL" clId="{2B141AB8-8127-4816-86FC-45180CFE0139}" dt="2024-04-26T02:15:37.417" v="1107" actId="164"/>
          <ac:spMkLst>
            <pc:docMk/>
            <pc:sldMk cId="774950824" sldId="327"/>
            <ac:spMk id="7" creationId="{00000000-0000-0000-0000-000000000000}"/>
          </ac:spMkLst>
        </pc:spChg>
        <pc:spChg chg="mod">
          <ac:chgData name="Mengmeng Ge" userId="bb5bc401-97cb-4caf-9857-8ff441375414" providerId="ADAL" clId="{2B141AB8-8127-4816-86FC-45180CFE0139}" dt="2024-04-26T02:15:37.417" v="1107" actId="164"/>
          <ac:spMkLst>
            <pc:docMk/>
            <pc:sldMk cId="774950824" sldId="327"/>
            <ac:spMk id="8" creationId="{00000000-0000-0000-0000-000000000000}"/>
          </ac:spMkLst>
        </pc:spChg>
        <pc:spChg chg="mod">
          <ac:chgData name="Mengmeng Ge" userId="bb5bc401-97cb-4caf-9857-8ff441375414" providerId="ADAL" clId="{2B141AB8-8127-4816-86FC-45180CFE0139}" dt="2024-04-26T02:15:37.417" v="1107" actId="164"/>
          <ac:spMkLst>
            <pc:docMk/>
            <pc:sldMk cId="774950824" sldId="327"/>
            <ac:spMk id="9" creationId="{00000000-0000-0000-0000-000000000000}"/>
          </ac:spMkLst>
        </pc:spChg>
        <pc:spChg chg="mod">
          <ac:chgData name="Mengmeng Ge" userId="bb5bc401-97cb-4caf-9857-8ff441375414" providerId="ADAL" clId="{2B141AB8-8127-4816-86FC-45180CFE0139}" dt="2024-04-26T02:15:37.417" v="1107" actId="164"/>
          <ac:spMkLst>
            <pc:docMk/>
            <pc:sldMk cId="774950824" sldId="327"/>
            <ac:spMk id="10" creationId="{00000000-0000-0000-0000-000000000000}"/>
          </ac:spMkLst>
        </pc:spChg>
        <pc:spChg chg="mod">
          <ac:chgData name="Mengmeng Ge" userId="bb5bc401-97cb-4caf-9857-8ff441375414" providerId="ADAL" clId="{2B141AB8-8127-4816-86FC-45180CFE0139}" dt="2024-04-26T02:15:37.417" v="1107" actId="164"/>
          <ac:spMkLst>
            <pc:docMk/>
            <pc:sldMk cId="774950824" sldId="327"/>
            <ac:spMk id="11" creationId="{00000000-0000-0000-0000-000000000000}"/>
          </ac:spMkLst>
        </pc:spChg>
        <pc:spChg chg="mod">
          <ac:chgData name="Mengmeng Ge" userId="bb5bc401-97cb-4caf-9857-8ff441375414" providerId="ADAL" clId="{2B141AB8-8127-4816-86FC-45180CFE0139}" dt="2024-04-26T02:15:37.417" v="1107" actId="164"/>
          <ac:spMkLst>
            <pc:docMk/>
            <pc:sldMk cId="774950824" sldId="327"/>
            <ac:spMk id="12" creationId="{00000000-0000-0000-0000-000000000000}"/>
          </ac:spMkLst>
        </pc:spChg>
        <pc:spChg chg="mod">
          <ac:chgData name="Mengmeng Ge" userId="bb5bc401-97cb-4caf-9857-8ff441375414" providerId="ADAL" clId="{2B141AB8-8127-4816-86FC-45180CFE0139}" dt="2024-04-26T02:15:37.417" v="1107" actId="164"/>
          <ac:spMkLst>
            <pc:docMk/>
            <pc:sldMk cId="774950824" sldId="327"/>
            <ac:spMk id="13" creationId="{00000000-0000-0000-0000-000000000000}"/>
          </ac:spMkLst>
        </pc:spChg>
        <pc:spChg chg="add del">
          <ac:chgData name="Mengmeng Ge" userId="bb5bc401-97cb-4caf-9857-8ff441375414" providerId="ADAL" clId="{2B141AB8-8127-4816-86FC-45180CFE0139}" dt="2024-04-26T06:13:48.702" v="1279" actId="22"/>
          <ac:spMkLst>
            <pc:docMk/>
            <pc:sldMk cId="774950824" sldId="327"/>
            <ac:spMk id="15" creationId="{1FEA3C03-5035-864C-92B5-5A821C41E8A4}"/>
          </ac:spMkLst>
        </pc:spChg>
        <pc:grpChg chg="add mod">
          <ac:chgData name="Mengmeng Ge" userId="bb5bc401-97cb-4caf-9857-8ff441375414" providerId="ADAL" clId="{2B141AB8-8127-4816-86FC-45180CFE0139}" dt="2024-04-26T02:51:34.875" v="1221" actId="1036"/>
          <ac:grpSpMkLst>
            <pc:docMk/>
            <pc:sldMk cId="774950824" sldId="327"/>
            <ac:grpSpMk id="6" creationId="{F6DE05EB-825A-AB3B-5B3E-781CF63E43C3}"/>
          </ac:grpSpMkLst>
        </pc:grpChg>
      </pc:sldChg>
      <pc:sldChg chg="delSp modSp mod delAnim modAnim">
        <pc:chgData name="Mengmeng Ge" userId="bb5bc401-97cb-4caf-9857-8ff441375414" providerId="ADAL" clId="{2B141AB8-8127-4816-86FC-45180CFE0139}" dt="2024-04-26T07:01:47.070" v="1559" actId="20577"/>
        <pc:sldMkLst>
          <pc:docMk/>
          <pc:sldMk cId="4237901995" sldId="329"/>
        </pc:sldMkLst>
        <pc:spChg chg="mod">
          <ac:chgData name="Mengmeng Ge" userId="bb5bc401-97cb-4caf-9857-8ff441375414" providerId="ADAL" clId="{2B141AB8-8127-4816-86FC-45180CFE0139}" dt="2024-04-26T07:01:47.070" v="1559" actId="20577"/>
          <ac:spMkLst>
            <pc:docMk/>
            <pc:sldMk cId="4237901995" sldId="329"/>
            <ac:spMk id="2" creationId="{00000000-0000-0000-0000-000000000000}"/>
          </ac:spMkLst>
        </pc:spChg>
        <pc:spChg chg="mod">
          <ac:chgData name="Mengmeng Ge" userId="bb5bc401-97cb-4caf-9857-8ff441375414" providerId="ADAL" clId="{2B141AB8-8127-4816-86FC-45180CFE0139}" dt="2024-04-26T06:21:29.138" v="1322" actId="1076"/>
          <ac:spMkLst>
            <pc:docMk/>
            <pc:sldMk cId="4237901995" sldId="329"/>
            <ac:spMk id="3" creationId="{00000000-0000-0000-0000-000000000000}"/>
          </ac:spMkLst>
        </pc:spChg>
        <pc:spChg chg="mod">
          <ac:chgData name="Mengmeng Ge" userId="bb5bc401-97cb-4caf-9857-8ff441375414" providerId="ADAL" clId="{2B141AB8-8127-4816-86FC-45180CFE0139}" dt="2024-04-26T06:19:49.064" v="1311" actId="114"/>
          <ac:spMkLst>
            <pc:docMk/>
            <pc:sldMk cId="4237901995" sldId="329"/>
            <ac:spMk id="11" creationId="{00000000-0000-0000-0000-000000000000}"/>
          </ac:spMkLst>
        </pc:spChg>
        <pc:spChg chg="mod">
          <ac:chgData name="Mengmeng Ge" userId="bb5bc401-97cb-4caf-9857-8ff441375414" providerId="ADAL" clId="{2B141AB8-8127-4816-86FC-45180CFE0139}" dt="2024-04-26T06:19:52.014" v="1312" actId="114"/>
          <ac:spMkLst>
            <pc:docMk/>
            <pc:sldMk cId="4237901995" sldId="329"/>
            <ac:spMk id="19" creationId="{00000000-0000-0000-0000-000000000000}"/>
          </ac:spMkLst>
        </pc:spChg>
        <pc:spChg chg="mod">
          <ac:chgData name="Mengmeng Ge" userId="bb5bc401-97cb-4caf-9857-8ff441375414" providerId="ADAL" clId="{2B141AB8-8127-4816-86FC-45180CFE0139}" dt="2024-04-26T06:23:43.141" v="1345" actId="1076"/>
          <ac:spMkLst>
            <pc:docMk/>
            <pc:sldMk cId="4237901995" sldId="329"/>
            <ac:spMk id="51" creationId="{00000000-0000-0000-0000-000000000000}"/>
          </ac:spMkLst>
        </pc:spChg>
        <pc:cxnChg chg="mod">
          <ac:chgData name="Mengmeng Ge" userId="bb5bc401-97cb-4caf-9857-8ff441375414" providerId="ADAL" clId="{2B141AB8-8127-4816-86FC-45180CFE0139}" dt="2024-04-26T06:19:25.451" v="1307" actId="1076"/>
          <ac:cxnSpMkLst>
            <pc:docMk/>
            <pc:sldMk cId="4237901995" sldId="329"/>
            <ac:cxnSpMk id="13" creationId="{00000000-0000-0000-0000-000000000000}"/>
          </ac:cxnSpMkLst>
        </pc:cxnChg>
        <pc:cxnChg chg="mod">
          <ac:chgData name="Mengmeng Ge" userId="bb5bc401-97cb-4caf-9857-8ff441375414" providerId="ADAL" clId="{2B141AB8-8127-4816-86FC-45180CFE0139}" dt="2024-04-26T06:19:25.451" v="1307" actId="1076"/>
          <ac:cxnSpMkLst>
            <pc:docMk/>
            <pc:sldMk cId="4237901995" sldId="329"/>
            <ac:cxnSpMk id="15" creationId="{00000000-0000-0000-0000-000000000000}"/>
          </ac:cxnSpMkLst>
        </pc:cxnChg>
        <pc:cxnChg chg="del">
          <ac:chgData name="Mengmeng Ge" userId="bb5bc401-97cb-4caf-9857-8ff441375414" providerId="ADAL" clId="{2B141AB8-8127-4816-86FC-45180CFE0139}" dt="2024-04-26T06:20:27.251" v="1313" actId="478"/>
          <ac:cxnSpMkLst>
            <pc:docMk/>
            <pc:sldMk cId="4237901995" sldId="329"/>
            <ac:cxnSpMk id="26" creationId="{00000000-0000-0000-0000-000000000000}"/>
          </ac:cxnSpMkLst>
        </pc:cxnChg>
      </pc:sldChg>
      <pc:sldChg chg="modSp mod">
        <pc:chgData name="Mengmeng Ge" userId="bb5bc401-97cb-4caf-9857-8ff441375414" providerId="ADAL" clId="{2B141AB8-8127-4816-86FC-45180CFE0139}" dt="2024-04-26T07:01:50.367" v="1562" actId="20577"/>
        <pc:sldMkLst>
          <pc:docMk/>
          <pc:sldMk cId="2618738939" sldId="330"/>
        </pc:sldMkLst>
        <pc:spChg chg="mod">
          <ac:chgData name="Mengmeng Ge" userId="bb5bc401-97cb-4caf-9857-8ff441375414" providerId="ADAL" clId="{2B141AB8-8127-4816-86FC-45180CFE0139}" dt="2024-04-26T07:01:50.367" v="1562" actId="20577"/>
          <ac:spMkLst>
            <pc:docMk/>
            <pc:sldMk cId="2618738939" sldId="330"/>
            <ac:spMk id="2" creationId="{00000000-0000-0000-0000-000000000000}"/>
          </ac:spMkLst>
        </pc:spChg>
        <pc:spChg chg="mod">
          <ac:chgData name="Mengmeng Ge" userId="bb5bc401-97cb-4caf-9857-8ff441375414" providerId="ADAL" clId="{2B141AB8-8127-4816-86FC-45180CFE0139}" dt="2024-04-26T06:25:37.445" v="1395" actId="1076"/>
          <ac:spMkLst>
            <pc:docMk/>
            <pc:sldMk cId="2618738939" sldId="330"/>
            <ac:spMk id="13" creationId="{00000000-0000-0000-0000-000000000000}"/>
          </ac:spMkLst>
        </pc:spChg>
        <pc:spChg chg="mod">
          <ac:chgData name="Mengmeng Ge" userId="bb5bc401-97cb-4caf-9857-8ff441375414" providerId="ADAL" clId="{2B141AB8-8127-4816-86FC-45180CFE0139}" dt="2024-04-26T06:26:14.171" v="1398" actId="14100"/>
          <ac:spMkLst>
            <pc:docMk/>
            <pc:sldMk cId="2618738939" sldId="330"/>
            <ac:spMk id="37" creationId="{00000000-0000-0000-0000-000000000000}"/>
          </ac:spMkLst>
        </pc:spChg>
        <pc:cxnChg chg="mod">
          <ac:chgData name="Mengmeng Ge" userId="bb5bc401-97cb-4caf-9857-8ff441375414" providerId="ADAL" clId="{2B141AB8-8127-4816-86FC-45180CFE0139}" dt="2024-04-26T06:25:26.270" v="1392" actId="555"/>
          <ac:cxnSpMkLst>
            <pc:docMk/>
            <pc:sldMk cId="2618738939" sldId="330"/>
            <ac:cxnSpMk id="10" creationId="{00000000-0000-0000-0000-000000000000}"/>
          </ac:cxnSpMkLst>
        </pc:cxnChg>
        <pc:cxnChg chg="mod">
          <ac:chgData name="Mengmeng Ge" userId="bb5bc401-97cb-4caf-9857-8ff441375414" providerId="ADAL" clId="{2B141AB8-8127-4816-86FC-45180CFE0139}" dt="2024-04-26T06:25:26.270" v="1392" actId="555"/>
          <ac:cxnSpMkLst>
            <pc:docMk/>
            <pc:sldMk cId="2618738939" sldId="330"/>
            <ac:cxnSpMk id="12" creationId="{00000000-0000-0000-0000-000000000000}"/>
          </ac:cxnSpMkLst>
        </pc:cxnChg>
      </pc:sldChg>
      <pc:sldChg chg="addSp delSp modSp mod modNotesTx">
        <pc:chgData name="Mengmeng Ge" userId="bb5bc401-97cb-4caf-9857-8ff441375414" providerId="ADAL" clId="{2B141AB8-8127-4816-86FC-45180CFE0139}" dt="2024-04-27T02:34:27.846" v="1977" actId="20577"/>
        <pc:sldMkLst>
          <pc:docMk/>
          <pc:sldMk cId="2151475504" sldId="334"/>
        </pc:sldMkLst>
        <pc:spChg chg="mod">
          <ac:chgData name="Mengmeng Ge" userId="bb5bc401-97cb-4caf-9857-8ff441375414" providerId="ADAL" clId="{2B141AB8-8127-4816-86FC-45180CFE0139}" dt="2024-04-27T02:34:27.846" v="1977" actId="20577"/>
          <ac:spMkLst>
            <pc:docMk/>
            <pc:sldMk cId="2151475504" sldId="334"/>
            <ac:spMk id="2" creationId="{00000000-0000-0000-0000-000000000000}"/>
          </ac:spMkLst>
        </pc:spChg>
        <pc:spChg chg="mod">
          <ac:chgData name="Mengmeng Ge" userId="bb5bc401-97cb-4caf-9857-8ff441375414" providerId="ADAL" clId="{2B141AB8-8127-4816-86FC-45180CFE0139}" dt="2024-04-27T02:33:50.418" v="1963" actId="14100"/>
          <ac:spMkLst>
            <pc:docMk/>
            <pc:sldMk cId="2151475504" sldId="334"/>
            <ac:spMk id="3" creationId="{00000000-0000-0000-0000-000000000000}"/>
          </ac:spMkLst>
        </pc:spChg>
        <pc:spChg chg="add mod">
          <ac:chgData name="Mengmeng Ge" userId="bb5bc401-97cb-4caf-9857-8ff441375414" providerId="ADAL" clId="{2B141AB8-8127-4816-86FC-45180CFE0139}" dt="2024-04-27T02:24:03.936" v="1895" actId="20577"/>
          <ac:spMkLst>
            <pc:docMk/>
            <pc:sldMk cId="2151475504" sldId="334"/>
            <ac:spMk id="8" creationId="{9C904A7B-FB2E-3D4F-DEB6-A1A916D13268}"/>
          </ac:spMkLst>
        </pc:spChg>
        <pc:picChg chg="del">
          <ac:chgData name="Mengmeng Ge" userId="bb5bc401-97cb-4caf-9857-8ff441375414" providerId="ADAL" clId="{2B141AB8-8127-4816-86FC-45180CFE0139}" dt="2024-04-27T02:23:49.267" v="1889" actId="478"/>
          <ac:picMkLst>
            <pc:docMk/>
            <pc:sldMk cId="2151475504" sldId="334"/>
            <ac:picMk id="5" creationId="{00000000-0000-0000-0000-000000000000}"/>
          </ac:picMkLst>
        </pc:picChg>
        <pc:picChg chg="add mod">
          <ac:chgData name="Mengmeng Ge" userId="bb5bc401-97cb-4caf-9857-8ff441375414" providerId="ADAL" clId="{2B141AB8-8127-4816-86FC-45180CFE0139}" dt="2024-04-27T02:33:53.155" v="1964" actId="1076"/>
          <ac:picMkLst>
            <pc:docMk/>
            <pc:sldMk cId="2151475504" sldId="334"/>
            <ac:picMk id="7" creationId="{A4D9C117-7FE9-91F3-0F2D-4F6D8CEE9A1D}"/>
          </ac:picMkLst>
        </pc:picChg>
      </pc:sldChg>
      <pc:sldChg chg="modSp mod">
        <pc:chgData name="Mengmeng Ge" userId="bb5bc401-97cb-4caf-9857-8ff441375414" providerId="ADAL" clId="{2B141AB8-8127-4816-86FC-45180CFE0139}" dt="2024-04-27T02:44:27.098" v="2166" actId="207"/>
        <pc:sldMkLst>
          <pc:docMk/>
          <pc:sldMk cId="2341978254" sldId="336"/>
        </pc:sldMkLst>
        <pc:spChg chg="mod">
          <ac:chgData name="Mengmeng Ge" userId="bb5bc401-97cb-4caf-9857-8ff441375414" providerId="ADAL" clId="{2B141AB8-8127-4816-86FC-45180CFE0139}" dt="2024-04-27T02:44:27.098" v="2166" actId="207"/>
          <ac:spMkLst>
            <pc:docMk/>
            <pc:sldMk cId="2341978254" sldId="336"/>
            <ac:spMk id="3" creationId="{00000000-0000-0000-0000-000000000000}"/>
          </ac:spMkLst>
        </pc:spChg>
      </pc:sldChg>
      <pc:sldChg chg="addSp delSp modSp mod delAnim modNotesTx">
        <pc:chgData name="Mengmeng Ge" userId="bb5bc401-97cb-4caf-9857-8ff441375414" providerId="ADAL" clId="{2B141AB8-8127-4816-86FC-45180CFE0139}" dt="2024-04-27T02:58:51.475" v="2343" actId="948"/>
        <pc:sldMkLst>
          <pc:docMk/>
          <pc:sldMk cId="3547653380" sldId="339"/>
        </pc:sldMkLst>
        <pc:spChg chg="mod">
          <ac:chgData name="Mengmeng Ge" userId="bb5bc401-97cb-4caf-9857-8ff441375414" providerId="ADAL" clId="{2B141AB8-8127-4816-86FC-45180CFE0139}" dt="2024-04-27T02:46:49.400" v="2195" actId="20577"/>
          <ac:spMkLst>
            <pc:docMk/>
            <pc:sldMk cId="3547653380" sldId="339"/>
            <ac:spMk id="2" creationId="{00000000-0000-0000-0000-000000000000}"/>
          </ac:spMkLst>
        </pc:spChg>
        <pc:spChg chg="mod">
          <ac:chgData name="Mengmeng Ge" userId="bb5bc401-97cb-4caf-9857-8ff441375414" providerId="ADAL" clId="{2B141AB8-8127-4816-86FC-45180CFE0139}" dt="2024-04-27T02:58:51.475" v="2343" actId="948"/>
          <ac:spMkLst>
            <pc:docMk/>
            <pc:sldMk cId="3547653380" sldId="339"/>
            <ac:spMk id="3"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5"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8"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10"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12"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13"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19"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20"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22"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23"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24" creationId="{00000000-0000-0000-0000-000000000000}"/>
          </ac:spMkLst>
        </pc:spChg>
        <pc:spChg chg="del">
          <ac:chgData name="Mengmeng Ge" userId="bb5bc401-97cb-4caf-9857-8ff441375414" providerId="ADAL" clId="{2B141AB8-8127-4816-86FC-45180CFE0139}" dt="2024-04-27T02:58:29.540" v="2332" actId="478"/>
          <ac:spMkLst>
            <pc:docMk/>
            <pc:sldMk cId="3547653380" sldId="339"/>
            <ac:spMk id="25" creationId="{00000000-0000-0000-0000-000000000000}"/>
          </ac:spMkLst>
        </pc:spChg>
        <pc:spChg chg="mod">
          <ac:chgData name="Mengmeng Ge" userId="bb5bc401-97cb-4caf-9857-8ff441375414" providerId="ADAL" clId="{2B141AB8-8127-4816-86FC-45180CFE0139}" dt="2024-04-27T02:58:33.020" v="2339" actId="1036"/>
          <ac:spMkLst>
            <pc:docMk/>
            <pc:sldMk cId="3547653380" sldId="339"/>
            <ac:spMk id="28" creationId="{00000000-0000-0000-0000-000000000000}"/>
          </ac:spMkLst>
        </pc:spChg>
        <pc:picChg chg="add mod">
          <ac:chgData name="Mengmeng Ge" userId="bb5bc401-97cb-4caf-9857-8ff441375414" providerId="ADAL" clId="{2B141AB8-8127-4816-86FC-45180CFE0139}" dt="2024-04-27T02:58:43.726" v="2342" actId="1076"/>
          <ac:picMkLst>
            <pc:docMk/>
            <pc:sldMk cId="3547653380" sldId="339"/>
            <ac:picMk id="6" creationId="{65BE733A-0CF9-94EA-F2A6-A436F769FD55}"/>
          </ac:picMkLst>
        </pc:picChg>
        <pc:cxnChg chg="mod">
          <ac:chgData name="Mengmeng Ge" userId="bb5bc401-97cb-4caf-9857-8ff441375414" providerId="ADAL" clId="{2B141AB8-8127-4816-86FC-45180CFE0139}" dt="2024-04-27T02:58:33.020" v="2339" actId="1036"/>
          <ac:cxnSpMkLst>
            <pc:docMk/>
            <pc:sldMk cId="3547653380" sldId="339"/>
            <ac:cxnSpMk id="7" creationId="{00000000-0000-0000-0000-000000000000}"/>
          </ac:cxnSpMkLst>
        </pc:cxnChg>
        <pc:cxnChg chg="mod">
          <ac:chgData name="Mengmeng Ge" userId="bb5bc401-97cb-4caf-9857-8ff441375414" providerId="ADAL" clId="{2B141AB8-8127-4816-86FC-45180CFE0139}" dt="2024-04-27T02:58:33.020" v="2339" actId="1036"/>
          <ac:cxnSpMkLst>
            <pc:docMk/>
            <pc:sldMk cId="3547653380" sldId="339"/>
            <ac:cxnSpMk id="11" creationId="{00000000-0000-0000-0000-000000000000}"/>
          </ac:cxnSpMkLst>
        </pc:cxnChg>
        <pc:cxnChg chg="mod">
          <ac:chgData name="Mengmeng Ge" userId="bb5bc401-97cb-4caf-9857-8ff441375414" providerId="ADAL" clId="{2B141AB8-8127-4816-86FC-45180CFE0139}" dt="2024-04-27T02:58:33.020" v="2339" actId="1036"/>
          <ac:cxnSpMkLst>
            <pc:docMk/>
            <pc:sldMk cId="3547653380" sldId="339"/>
            <ac:cxnSpMk id="18" creationId="{00000000-0000-0000-0000-000000000000}"/>
          </ac:cxnSpMkLst>
        </pc:cxnChg>
        <pc:cxnChg chg="mod">
          <ac:chgData name="Mengmeng Ge" userId="bb5bc401-97cb-4caf-9857-8ff441375414" providerId="ADAL" clId="{2B141AB8-8127-4816-86FC-45180CFE0139}" dt="2024-04-27T02:58:33.020" v="2339" actId="1036"/>
          <ac:cxnSpMkLst>
            <pc:docMk/>
            <pc:sldMk cId="3547653380" sldId="339"/>
            <ac:cxnSpMk id="21" creationId="{00000000-0000-0000-0000-000000000000}"/>
          </ac:cxnSpMkLst>
        </pc:cxnChg>
      </pc:sldChg>
      <pc:sldChg chg="modSp mod modNotesTx">
        <pc:chgData name="Mengmeng Ge" userId="bb5bc401-97cb-4caf-9857-8ff441375414" providerId="ADAL" clId="{2B141AB8-8127-4816-86FC-45180CFE0139}" dt="2024-04-27T03:03:46.480" v="2415" actId="20577"/>
        <pc:sldMkLst>
          <pc:docMk/>
          <pc:sldMk cId="2855519534" sldId="341"/>
        </pc:sldMkLst>
        <pc:spChg chg="mod">
          <ac:chgData name="Mengmeng Ge" userId="bb5bc401-97cb-4caf-9857-8ff441375414" providerId="ADAL" clId="{2B141AB8-8127-4816-86FC-45180CFE0139}" dt="2024-04-27T03:00:56.322" v="2395" actId="20577"/>
          <ac:spMkLst>
            <pc:docMk/>
            <pc:sldMk cId="2855519534" sldId="341"/>
            <ac:spMk id="2" creationId="{00000000-0000-0000-0000-000000000000}"/>
          </ac:spMkLst>
        </pc:spChg>
        <pc:graphicFrameChg chg="modGraphic">
          <ac:chgData name="Mengmeng Ge" userId="bb5bc401-97cb-4caf-9857-8ff441375414" providerId="ADAL" clId="{2B141AB8-8127-4816-86FC-45180CFE0139}" dt="2024-04-27T03:00:22.999" v="2362" actId="20577"/>
          <ac:graphicFrameMkLst>
            <pc:docMk/>
            <pc:sldMk cId="2855519534" sldId="341"/>
            <ac:graphicFrameMk id="5" creationId="{00000000-0000-0000-0000-000000000000}"/>
          </ac:graphicFrameMkLst>
        </pc:graphicFrameChg>
      </pc:sldChg>
      <pc:sldChg chg="addSp modSp mod modAnim modNotesTx">
        <pc:chgData name="Mengmeng Ge" userId="bb5bc401-97cb-4caf-9857-8ff441375414" providerId="ADAL" clId="{2B141AB8-8127-4816-86FC-45180CFE0139}" dt="2024-04-27T02:48:10.271" v="2201" actId="1035"/>
        <pc:sldMkLst>
          <pc:docMk/>
          <pc:sldMk cId="4128404554" sldId="345"/>
        </pc:sldMkLst>
        <pc:spChg chg="add mod">
          <ac:chgData name="Mengmeng Ge" userId="bb5bc401-97cb-4caf-9857-8ff441375414" providerId="ADAL" clId="{2B141AB8-8127-4816-86FC-45180CFE0139}" dt="2024-04-27T02:37:16.891" v="2049"/>
          <ac:spMkLst>
            <pc:docMk/>
            <pc:sldMk cId="4128404554" sldId="345"/>
            <ac:spMk id="2" creationId="{8147357B-0D6D-878F-DD46-378A9F247351}"/>
          </ac:spMkLst>
        </pc:spChg>
        <pc:spChg chg="mod">
          <ac:chgData name="Mengmeng Ge" userId="bb5bc401-97cb-4caf-9857-8ff441375414" providerId="ADAL" clId="{2B141AB8-8127-4816-86FC-45180CFE0139}" dt="2024-04-27T02:41:12.119" v="2141" actId="20577"/>
          <ac:spMkLst>
            <pc:docMk/>
            <pc:sldMk cId="4128404554" sldId="345"/>
            <ac:spMk id="3" creationId="{00000000-0000-0000-0000-000000000000}"/>
          </ac:spMkLst>
        </pc:spChg>
        <pc:spChg chg="mod">
          <ac:chgData name="Mengmeng Ge" userId="bb5bc401-97cb-4caf-9857-8ff441375414" providerId="ADAL" clId="{2B141AB8-8127-4816-86FC-45180CFE0139}" dt="2024-04-27T02:41:24.138" v="2142" actId="20577"/>
          <ac:spMkLst>
            <pc:docMk/>
            <pc:sldMk cId="4128404554" sldId="345"/>
            <ac:spMk id="5" creationId="{00000000-0000-0000-0000-000000000000}"/>
          </ac:spMkLst>
        </pc:spChg>
        <pc:spChg chg="mod">
          <ac:chgData name="Mengmeng Ge" userId="bb5bc401-97cb-4caf-9857-8ff441375414" providerId="ADAL" clId="{2B141AB8-8127-4816-86FC-45180CFE0139}" dt="2024-04-27T02:48:05.014" v="2198" actId="21"/>
          <ac:spMkLst>
            <pc:docMk/>
            <pc:sldMk cId="4128404554" sldId="345"/>
            <ac:spMk id="6" creationId="{00000000-0000-0000-0000-000000000000}"/>
          </ac:spMkLst>
        </pc:spChg>
        <pc:graphicFrameChg chg="mod modGraphic">
          <ac:chgData name="Mengmeng Ge" userId="bb5bc401-97cb-4caf-9857-8ff441375414" providerId="ADAL" clId="{2B141AB8-8127-4816-86FC-45180CFE0139}" dt="2024-04-27T02:48:10.271" v="2201" actId="1035"/>
          <ac:graphicFrameMkLst>
            <pc:docMk/>
            <pc:sldMk cId="4128404554" sldId="345"/>
            <ac:graphicFrameMk id="7" creationId="{00000000-0000-0000-0000-000000000000}"/>
          </ac:graphicFrameMkLst>
        </pc:graphicFrameChg>
      </pc:sldChg>
      <pc:sldChg chg="addSp modSp mod chgLayout">
        <pc:chgData name="Mengmeng Ge" userId="bb5bc401-97cb-4caf-9857-8ff441375414" providerId="ADAL" clId="{2B141AB8-8127-4816-86FC-45180CFE0139}" dt="2024-04-26T21:56:01.322" v="1817" actId="1036"/>
        <pc:sldMkLst>
          <pc:docMk/>
          <pc:sldMk cId="488443290" sldId="348"/>
        </pc:sldMkLst>
        <pc:spChg chg="add mod">
          <ac:chgData name="Mengmeng Ge" userId="bb5bc401-97cb-4caf-9857-8ff441375414" providerId="ADAL" clId="{2B141AB8-8127-4816-86FC-45180CFE0139}" dt="2024-04-26T06:33:48.589" v="1477"/>
          <ac:spMkLst>
            <pc:docMk/>
            <pc:sldMk cId="488443290" sldId="348"/>
            <ac:spMk id="2" creationId="{29887393-341B-EDDB-6521-B2014160E140}"/>
          </ac:spMkLst>
        </pc:spChg>
        <pc:spChg chg="mod ord">
          <ac:chgData name="Mengmeng Ge" userId="bb5bc401-97cb-4caf-9857-8ff441375414" providerId="ADAL" clId="{2B141AB8-8127-4816-86FC-45180CFE0139}" dt="2024-04-26T06:41:53.860" v="1511" actId="255"/>
          <ac:spMkLst>
            <pc:docMk/>
            <pc:sldMk cId="488443290" sldId="348"/>
            <ac:spMk id="4" creationId="{00000000-0000-0000-0000-000000000000}"/>
          </ac:spMkLst>
        </pc:spChg>
        <pc:spChg chg="mod ord">
          <ac:chgData name="Mengmeng Ge" userId="bb5bc401-97cb-4caf-9857-8ff441375414" providerId="ADAL" clId="{2B141AB8-8127-4816-86FC-45180CFE0139}" dt="2024-04-26T06:33:36.016" v="1476" actId="700"/>
          <ac:spMkLst>
            <pc:docMk/>
            <pc:sldMk cId="488443290" sldId="348"/>
            <ac:spMk id="7" creationId="{00000000-0000-0000-0000-000000000000}"/>
          </ac:spMkLst>
        </pc:spChg>
        <pc:picChg chg="mod">
          <ac:chgData name="Mengmeng Ge" userId="bb5bc401-97cb-4caf-9857-8ff441375414" providerId="ADAL" clId="{2B141AB8-8127-4816-86FC-45180CFE0139}" dt="2024-04-26T21:56:01.322" v="1817" actId="1036"/>
          <ac:picMkLst>
            <pc:docMk/>
            <pc:sldMk cId="488443290" sldId="348"/>
            <ac:picMk id="9" creationId="{00000000-0000-0000-0000-000000000000}"/>
          </ac:picMkLst>
        </pc:picChg>
        <pc:picChg chg="mod">
          <ac:chgData name="Mengmeng Ge" userId="bb5bc401-97cb-4caf-9857-8ff441375414" providerId="ADAL" clId="{2B141AB8-8127-4816-86FC-45180CFE0139}" dt="2024-04-26T21:56:01.322" v="1817" actId="1036"/>
          <ac:picMkLst>
            <pc:docMk/>
            <pc:sldMk cId="488443290" sldId="348"/>
            <ac:picMk id="10" creationId="{00000000-0000-0000-0000-000000000000}"/>
          </ac:picMkLst>
        </pc:picChg>
      </pc:sldChg>
      <pc:sldChg chg="modSp add del mod chgLayout">
        <pc:chgData name="Mengmeng Ge" userId="bb5bc401-97cb-4caf-9857-8ff441375414" providerId="ADAL" clId="{2B141AB8-8127-4816-86FC-45180CFE0139}" dt="2024-04-25T23:32:18.541" v="682" actId="47"/>
        <pc:sldMkLst>
          <pc:docMk/>
          <pc:sldMk cId="1185162999" sldId="351"/>
        </pc:sldMkLst>
        <pc:spChg chg="mod ord">
          <ac:chgData name="Mengmeng Ge" userId="bb5bc401-97cb-4caf-9857-8ff441375414" providerId="ADAL" clId="{2B141AB8-8127-4816-86FC-45180CFE0139}" dt="2024-04-25T22:55:42.350" v="583" actId="700"/>
          <ac:spMkLst>
            <pc:docMk/>
            <pc:sldMk cId="1185162999" sldId="351"/>
            <ac:spMk id="2" creationId="{00000000-0000-0000-0000-000000000000}"/>
          </ac:spMkLst>
        </pc:spChg>
        <pc:spChg chg="mod ord">
          <ac:chgData name="Mengmeng Ge" userId="bb5bc401-97cb-4caf-9857-8ff441375414" providerId="ADAL" clId="{2B141AB8-8127-4816-86FC-45180CFE0139}" dt="2024-04-25T23:16:52.216" v="587" actId="20577"/>
          <ac:spMkLst>
            <pc:docMk/>
            <pc:sldMk cId="1185162999" sldId="351"/>
            <ac:spMk id="3" creationId="{00000000-0000-0000-0000-000000000000}"/>
          </ac:spMkLst>
        </pc:spChg>
        <pc:spChg chg="mod ord">
          <ac:chgData name="Mengmeng Ge" userId="bb5bc401-97cb-4caf-9857-8ff441375414" providerId="ADAL" clId="{2B141AB8-8127-4816-86FC-45180CFE0139}" dt="2024-04-25T22:55:42.350" v="583" actId="700"/>
          <ac:spMkLst>
            <pc:docMk/>
            <pc:sldMk cId="1185162999" sldId="351"/>
            <ac:spMk id="4" creationId="{00000000-0000-0000-0000-000000000000}"/>
          </ac:spMkLst>
        </pc:spChg>
      </pc:sldChg>
      <pc:sldChg chg="add del">
        <pc:chgData name="Mengmeng Ge" userId="bb5bc401-97cb-4caf-9857-8ff441375414" providerId="ADAL" clId="{2B141AB8-8127-4816-86FC-45180CFE0139}" dt="2024-04-25T21:41:30.163" v="87" actId="47"/>
        <pc:sldMkLst>
          <pc:docMk/>
          <pc:sldMk cId="801406486" sldId="357"/>
        </pc:sldMkLst>
      </pc:sldChg>
      <pc:sldChg chg="modSp mod">
        <pc:chgData name="Mengmeng Ge" userId="bb5bc401-97cb-4caf-9857-8ff441375414" providerId="ADAL" clId="{2B141AB8-8127-4816-86FC-45180CFE0139}" dt="2024-04-25T22:16:32.828" v="307" actId="20577"/>
        <pc:sldMkLst>
          <pc:docMk/>
          <pc:sldMk cId="760920892" sldId="358"/>
        </pc:sldMkLst>
        <pc:spChg chg="mod">
          <ac:chgData name="Mengmeng Ge" userId="bb5bc401-97cb-4caf-9857-8ff441375414" providerId="ADAL" clId="{2B141AB8-8127-4816-86FC-45180CFE0139}" dt="2024-04-25T22:16:32.828" v="307" actId="20577"/>
          <ac:spMkLst>
            <pc:docMk/>
            <pc:sldMk cId="760920892" sldId="358"/>
            <ac:spMk id="2" creationId="{00000000-0000-0000-0000-000000000000}"/>
          </ac:spMkLst>
        </pc:spChg>
      </pc:sldChg>
      <pc:sldChg chg="modSp del mod">
        <pc:chgData name="Mengmeng Ge" userId="bb5bc401-97cb-4caf-9857-8ff441375414" providerId="ADAL" clId="{2B141AB8-8127-4816-86FC-45180CFE0139}" dt="2024-04-26T02:51:38.161" v="1222" actId="47"/>
        <pc:sldMkLst>
          <pc:docMk/>
          <pc:sldMk cId="3527703628" sldId="359"/>
        </pc:sldMkLst>
        <pc:spChg chg="mod">
          <ac:chgData name="Mengmeng Ge" userId="bb5bc401-97cb-4caf-9857-8ff441375414" providerId="ADAL" clId="{2B141AB8-8127-4816-86FC-45180CFE0139}" dt="2024-04-26T02:21:49.011" v="1160" actId="20577"/>
          <ac:spMkLst>
            <pc:docMk/>
            <pc:sldMk cId="3527703628" sldId="359"/>
            <ac:spMk id="2" creationId="{00000000-0000-0000-0000-000000000000}"/>
          </ac:spMkLst>
        </pc:spChg>
        <pc:spChg chg="mod">
          <ac:chgData name="Mengmeng Ge" userId="bb5bc401-97cb-4caf-9857-8ff441375414" providerId="ADAL" clId="{2B141AB8-8127-4816-86FC-45180CFE0139}" dt="2024-04-26T02:50:33.656" v="1210" actId="21"/>
          <ac:spMkLst>
            <pc:docMk/>
            <pc:sldMk cId="3527703628" sldId="359"/>
            <ac:spMk id="3" creationId="{00000000-0000-0000-0000-000000000000}"/>
          </ac:spMkLst>
        </pc:spChg>
      </pc:sldChg>
      <pc:sldChg chg="addSp delSp modSp del mod chgLayout">
        <pc:chgData name="Mengmeng Ge" userId="bb5bc401-97cb-4caf-9857-8ff441375414" providerId="ADAL" clId="{2B141AB8-8127-4816-86FC-45180CFE0139}" dt="2024-04-25T22:05:55.913" v="291" actId="47"/>
        <pc:sldMkLst>
          <pc:docMk/>
          <pc:sldMk cId="809007847" sldId="369"/>
        </pc:sldMkLst>
        <pc:spChg chg="del">
          <ac:chgData name="Mengmeng Ge" userId="bb5bc401-97cb-4caf-9857-8ff441375414" providerId="ADAL" clId="{2B141AB8-8127-4816-86FC-45180CFE0139}" dt="2024-04-25T21:55:08.542" v="188" actId="478"/>
          <ac:spMkLst>
            <pc:docMk/>
            <pc:sldMk cId="809007847" sldId="369"/>
            <ac:spMk id="2" creationId="{00000000-0000-0000-0000-000000000000}"/>
          </ac:spMkLst>
        </pc:spChg>
        <pc:spChg chg="mod ord">
          <ac:chgData name="Mengmeng Ge" userId="bb5bc401-97cb-4caf-9857-8ff441375414" providerId="ADAL" clId="{2B141AB8-8127-4816-86FC-45180CFE0139}" dt="2024-04-25T21:55:05.273" v="187" actId="700"/>
          <ac:spMkLst>
            <pc:docMk/>
            <pc:sldMk cId="809007847" sldId="369"/>
            <ac:spMk id="6" creationId="{00000000-0000-0000-0000-000000000000}"/>
          </ac:spMkLst>
        </pc:spChg>
        <pc:spChg chg="add mod ord">
          <ac:chgData name="Mengmeng Ge" userId="bb5bc401-97cb-4caf-9857-8ff441375414" providerId="ADAL" clId="{2B141AB8-8127-4816-86FC-45180CFE0139}" dt="2024-04-25T21:55:05.273" v="187" actId="700"/>
          <ac:spMkLst>
            <pc:docMk/>
            <pc:sldMk cId="809007847" sldId="369"/>
            <ac:spMk id="7" creationId="{39819BC9-7475-27A7-60F5-5D80A1263C7F}"/>
          </ac:spMkLst>
        </pc:spChg>
        <pc:spChg chg="mod ord">
          <ac:chgData name="Mengmeng Ge" userId="bb5bc401-97cb-4caf-9857-8ff441375414" providerId="ADAL" clId="{2B141AB8-8127-4816-86FC-45180CFE0139}" dt="2024-04-25T21:55:05.273" v="187" actId="700"/>
          <ac:spMkLst>
            <pc:docMk/>
            <pc:sldMk cId="809007847" sldId="369"/>
            <ac:spMk id="557058" creationId="{00000000-0000-0000-0000-000000000000}"/>
          </ac:spMkLst>
        </pc:spChg>
      </pc:sldChg>
      <pc:sldChg chg="del ord">
        <pc:chgData name="Mengmeng Ge" userId="bb5bc401-97cb-4caf-9857-8ff441375414" providerId="ADAL" clId="{2B141AB8-8127-4816-86FC-45180CFE0139}" dt="2024-04-26T07:05:27.121" v="1566" actId="47"/>
        <pc:sldMkLst>
          <pc:docMk/>
          <pc:sldMk cId="3903013423" sldId="370"/>
        </pc:sldMkLst>
      </pc:sldChg>
      <pc:sldChg chg="del">
        <pc:chgData name="Mengmeng Ge" userId="bb5bc401-97cb-4caf-9857-8ff441375414" providerId="ADAL" clId="{2B141AB8-8127-4816-86FC-45180CFE0139}" dt="2024-04-25T23:26:06.590" v="615" actId="47"/>
        <pc:sldMkLst>
          <pc:docMk/>
          <pc:sldMk cId="2119913635" sldId="373"/>
        </pc:sldMkLst>
      </pc:sldChg>
      <pc:sldChg chg="modSp del mod modClrScheme chgLayout">
        <pc:chgData name="Mengmeng Ge" userId="bb5bc401-97cb-4caf-9857-8ff441375414" providerId="ADAL" clId="{2B141AB8-8127-4816-86FC-45180CFE0139}" dt="2024-04-25T23:49:25.117" v="850" actId="47"/>
        <pc:sldMkLst>
          <pc:docMk/>
          <pc:sldMk cId="3566964480" sldId="374"/>
        </pc:sldMkLst>
        <pc:spChg chg="mod ord">
          <ac:chgData name="Mengmeng Ge" userId="bb5bc401-97cb-4caf-9857-8ff441375414" providerId="ADAL" clId="{2B141AB8-8127-4816-86FC-45180CFE0139}" dt="2024-04-25T23:32:41.337" v="688" actId="700"/>
          <ac:spMkLst>
            <pc:docMk/>
            <pc:sldMk cId="3566964480" sldId="374"/>
            <ac:spMk id="75778" creationId="{00000000-0000-0000-0000-000000000000}"/>
          </ac:spMkLst>
        </pc:spChg>
        <pc:spChg chg="mod ord">
          <ac:chgData name="Mengmeng Ge" userId="bb5bc401-97cb-4caf-9857-8ff441375414" providerId="ADAL" clId="{2B141AB8-8127-4816-86FC-45180CFE0139}" dt="2024-04-25T23:32:41.337" v="688" actId="700"/>
          <ac:spMkLst>
            <pc:docMk/>
            <pc:sldMk cId="3566964480" sldId="374"/>
            <ac:spMk id="75779" creationId="{00000000-0000-0000-0000-000000000000}"/>
          </ac:spMkLst>
        </pc:spChg>
        <pc:spChg chg="mod ord">
          <ac:chgData name="Mengmeng Ge" userId="bb5bc401-97cb-4caf-9857-8ff441375414" providerId="ADAL" clId="{2B141AB8-8127-4816-86FC-45180CFE0139}" dt="2024-04-25T23:32:41.337" v="688" actId="700"/>
          <ac:spMkLst>
            <pc:docMk/>
            <pc:sldMk cId="3566964480" sldId="374"/>
            <ac:spMk id="75780" creationId="{00000000-0000-0000-0000-000000000000}"/>
          </ac:spMkLst>
        </pc:spChg>
      </pc:sldChg>
      <pc:sldChg chg="del">
        <pc:chgData name="Mengmeng Ge" userId="bb5bc401-97cb-4caf-9857-8ff441375414" providerId="ADAL" clId="{2B141AB8-8127-4816-86FC-45180CFE0139}" dt="2024-04-25T23:54:15.121" v="875" actId="47"/>
        <pc:sldMkLst>
          <pc:docMk/>
          <pc:sldMk cId="2625527571" sldId="375"/>
        </pc:sldMkLst>
      </pc:sldChg>
      <pc:sldChg chg="del">
        <pc:chgData name="Mengmeng Ge" userId="bb5bc401-97cb-4caf-9857-8ff441375414" providerId="ADAL" clId="{2B141AB8-8127-4816-86FC-45180CFE0139}" dt="2024-04-25T23:26:05.303" v="614" actId="47"/>
        <pc:sldMkLst>
          <pc:docMk/>
          <pc:sldMk cId="37292210" sldId="376"/>
        </pc:sldMkLst>
      </pc:sldChg>
      <pc:sldChg chg="del">
        <pc:chgData name="Mengmeng Ge" userId="bb5bc401-97cb-4caf-9857-8ff441375414" providerId="ADAL" clId="{2B141AB8-8127-4816-86FC-45180CFE0139}" dt="2024-04-25T23:26:03.714" v="613" actId="47"/>
        <pc:sldMkLst>
          <pc:docMk/>
          <pc:sldMk cId="2665495291" sldId="377"/>
        </pc:sldMkLst>
      </pc:sldChg>
      <pc:sldChg chg="modSp del mod chgLayout modNotesTx">
        <pc:chgData name="Mengmeng Ge" userId="bb5bc401-97cb-4caf-9857-8ff441375414" providerId="ADAL" clId="{2B141AB8-8127-4816-86FC-45180CFE0139}" dt="2024-04-25T23:56:58.481" v="935" actId="47"/>
        <pc:sldMkLst>
          <pc:docMk/>
          <pc:sldMk cId="2725725519" sldId="379"/>
        </pc:sldMkLst>
        <pc:spChg chg="mod ord">
          <ac:chgData name="Mengmeng Ge" userId="bb5bc401-97cb-4caf-9857-8ff441375414" providerId="ADAL" clId="{2B141AB8-8127-4816-86FC-45180CFE0139}" dt="2024-04-25T23:52:28.508" v="874" actId="20577"/>
          <ac:spMkLst>
            <pc:docMk/>
            <pc:sldMk cId="2725725519" sldId="379"/>
            <ac:spMk id="326658" creationId="{00000000-0000-0000-0000-000000000000}"/>
          </ac:spMkLst>
        </pc:spChg>
        <pc:spChg chg="mod ord">
          <ac:chgData name="Mengmeng Ge" userId="bb5bc401-97cb-4caf-9857-8ff441375414" providerId="ADAL" clId="{2B141AB8-8127-4816-86FC-45180CFE0139}" dt="2024-04-25T23:52:03.925" v="858" actId="20577"/>
          <ac:spMkLst>
            <pc:docMk/>
            <pc:sldMk cId="2725725519" sldId="379"/>
            <ac:spMk id="326659" creationId="{00000000-0000-0000-0000-000000000000}"/>
          </ac:spMkLst>
        </pc:spChg>
      </pc:sldChg>
      <pc:sldChg chg="modSp del mod">
        <pc:chgData name="Mengmeng Ge" userId="bb5bc401-97cb-4caf-9857-8ff441375414" providerId="ADAL" clId="{2B141AB8-8127-4816-86FC-45180CFE0139}" dt="2024-04-25T23:32:00.112" v="679" actId="47"/>
        <pc:sldMkLst>
          <pc:docMk/>
          <pc:sldMk cId="3898270420" sldId="380"/>
        </pc:sldMkLst>
        <pc:spChg chg="mod">
          <ac:chgData name="Mengmeng Ge" userId="bb5bc401-97cb-4caf-9857-8ff441375414" providerId="ADAL" clId="{2B141AB8-8127-4816-86FC-45180CFE0139}" dt="2024-04-25T23:29:54.032" v="631" actId="21"/>
          <ac:spMkLst>
            <pc:docMk/>
            <pc:sldMk cId="3898270420" sldId="380"/>
            <ac:spMk id="3" creationId="{00000000-0000-0000-0000-000000000000}"/>
          </ac:spMkLst>
        </pc:spChg>
      </pc:sldChg>
      <pc:sldChg chg="add del">
        <pc:chgData name="Mengmeng Ge" userId="bb5bc401-97cb-4caf-9857-8ff441375414" providerId="ADAL" clId="{2B141AB8-8127-4816-86FC-45180CFE0139}" dt="2024-04-26T02:08:19.181" v="1000" actId="47"/>
        <pc:sldMkLst>
          <pc:docMk/>
          <pc:sldMk cId="2952825581" sldId="382"/>
        </pc:sldMkLst>
      </pc:sldChg>
      <pc:sldChg chg="del">
        <pc:chgData name="Mengmeng Ge" userId="bb5bc401-97cb-4caf-9857-8ff441375414" providerId="ADAL" clId="{2B141AB8-8127-4816-86FC-45180CFE0139}" dt="2024-04-26T02:08:19.946" v="1001" actId="47"/>
        <pc:sldMkLst>
          <pc:docMk/>
          <pc:sldMk cId="1128434730" sldId="383"/>
        </pc:sldMkLst>
      </pc:sldChg>
      <pc:sldChg chg="delSp modSp mod ord">
        <pc:chgData name="Mengmeng Ge" userId="bb5bc401-97cb-4caf-9857-8ff441375414" providerId="ADAL" clId="{2B141AB8-8127-4816-86FC-45180CFE0139}" dt="2024-04-27T03:02:21.260" v="2405" actId="255"/>
        <pc:sldMkLst>
          <pc:docMk/>
          <pc:sldMk cId="315033139" sldId="385"/>
        </pc:sldMkLst>
        <pc:spChg chg="mod">
          <ac:chgData name="Mengmeng Ge" userId="bb5bc401-97cb-4caf-9857-8ff441375414" providerId="ADAL" clId="{2B141AB8-8127-4816-86FC-45180CFE0139}" dt="2024-04-27T02:57:32.384" v="2328"/>
          <ac:spMkLst>
            <pc:docMk/>
            <pc:sldMk cId="315033139" sldId="385"/>
            <ac:spMk id="2" creationId="{00000000-0000-0000-0000-000000000000}"/>
          </ac:spMkLst>
        </pc:spChg>
        <pc:spChg chg="mod">
          <ac:chgData name="Mengmeng Ge" userId="bb5bc401-97cb-4caf-9857-8ff441375414" providerId="ADAL" clId="{2B141AB8-8127-4816-86FC-45180CFE0139}" dt="2024-04-27T03:02:21.260" v="2405" actId="255"/>
          <ac:spMkLst>
            <pc:docMk/>
            <pc:sldMk cId="315033139" sldId="385"/>
            <ac:spMk id="3" creationId="{00000000-0000-0000-0000-000000000000}"/>
          </ac:spMkLst>
        </pc:spChg>
        <pc:spChg chg="del">
          <ac:chgData name="Mengmeng Ge" userId="bb5bc401-97cb-4caf-9857-8ff441375414" providerId="ADAL" clId="{2B141AB8-8127-4816-86FC-45180CFE0139}" dt="2024-04-27T02:59:43.009" v="2359" actId="478"/>
          <ac:spMkLst>
            <pc:docMk/>
            <pc:sldMk cId="315033139" sldId="385"/>
            <ac:spMk id="5" creationId="{00000000-0000-0000-0000-000000000000}"/>
          </ac:spMkLst>
        </pc:spChg>
        <pc:spChg chg="del">
          <ac:chgData name="Mengmeng Ge" userId="bb5bc401-97cb-4caf-9857-8ff441375414" providerId="ADAL" clId="{2B141AB8-8127-4816-86FC-45180CFE0139}" dt="2024-04-27T02:59:44.095" v="2360" actId="478"/>
          <ac:spMkLst>
            <pc:docMk/>
            <pc:sldMk cId="315033139" sldId="385"/>
            <ac:spMk id="6" creationId="{00000000-0000-0000-0000-000000000000}"/>
          </ac:spMkLst>
        </pc:spChg>
      </pc:sldChg>
      <pc:sldChg chg="addSp delSp modSp mod delAnim modNotesTx">
        <pc:chgData name="Mengmeng Ge" userId="bb5bc401-97cb-4caf-9857-8ff441375414" providerId="ADAL" clId="{2B141AB8-8127-4816-86FC-45180CFE0139}" dt="2024-04-27T06:02:03.731" v="2489" actId="20577"/>
        <pc:sldMkLst>
          <pc:docMk/>
          <pc:sldMk cId="3870756559" sldId="389"/>
        </pc:sldMkLst>
        <pc:spChg chg="mod">
          <ac:chgData name="Mengmeng Ge" userId="bb5bc401-97cb-4caf-9857-8ff441375414" providerId="ADAL" clId="{2B141AB8-8127-4816-86FC-45180CFE0139}" dt="2024-04-27T06:01:51.729" v="2486" actId="20577"/>
          <ac:spMkLst>
            <pc:docMk/>
            <pc:sldMk cId="3870756559" sldId="389"/>
            <ac:spMk id="2" creationId="{00000000-0000-0000-0000-000000000000}"/>
          </ac:spMkLst>
        </pc:spChg>
        <pc:spChg chg="del">
          <ac:chgData name="Mengmeng Ge" userId="bb5bc401-97cb-4caf-9857-8ff441375414" providerId="ADAL" clId="{2B141AB8-8127-4816-86FC-45180CFE0139}" dt="2024-04-27T03:05:01.022" v="2422" actId="478"/>
          <ac:spMkLst>
            <pc:docMk/>
            <pc:sldMk cId="3870756559" sldId="389"/>
            <ac:spMk id="3" creationId="{00000000-0000-0000-0000-000000000000}"/>
          </ac:spMkLst>
        </pc:spChg>
        <pc:spChg chg="del mod">
          <ac:chgData name="Mengmeng Ge" userId="bb5bc401-97cb-4caf-9857-8ff441375414" providerId="ADAL" clId="{2B141AB8-8127-4816-86FC-45180CFE0139}" dt="2024-04-27T03:05:28.043" v="2441" actId="21"/>
          <ac:spMkLst>
            <pc:docMk/>
            <pc:sldMk cId="3870756559" sldId="389"/>
            <ac:spMk id="4" creationId="{00000000-0000-0000-0000-000000000000}"/>
          </ac:spMkLst>
        </pc:spChg>
        <pc:spChg chg="del">
          <ac:chgData name="Mengmeng Ge" userId="bb5bc401-97cb-4caf-9857-8ff441375414" providerId="ADAL" clId="{2B141AB8-8127-4816-86FC-45180CFE0139}" dt="2024-04-27T03:05:04.828" v="2424" actId="478"/>
          <ac:spMkLst>
            <pc:docMk/>
            <pc:sldMk cId="3870756559" sldId="389"/>
            <ac:spMk id="5" creationId="{00000000-0000-0000-0000-000000000000}"/>
          </ac:spMkLst>
        </pc:spChg>
        <pc:spChg chg="del">
          <ac:chgData name="Mengmeng Ge" userId="bb5bc401-97cb-4caf-9857-8ff441375414" providerId="ADAL" clId="{2B141AB8-8127-4816-86FC-45180CFE0139}" dt="2024-04-27T03:05:03.752" v="2423" actId="478"/>
          <ac:spMkLst>
            <pc:docMk/>
            <pc:sldMk cId="3870756559" sldId="389"/>
            <ac:spMk id="6" creationId="{00000000-0000-0000-0000-000000000000}"/>
          </ac:spMkLst>
        </pc:spChg>
        <pc:spChg chg="mod">
          <ac:chgData name="Mengmeng Ge" userId="bb5bc401-97cb-4caf-9857-8ff441375414" providerId="ADAL" clId="{2B141AB8-8127-4816-86FC-45180CFE0139}" dt="2024-04-27T03:05:38.492" v="2444" actId="1076"/>
          <ac:spMkLst>
            <pc:docMk/>
            <pc:sldMk cId="3870756559" sldId="389"/>
            <ac:spMk id="7" creationId="{00000000-0000-0000-0000-000000000000}"/>
          </ac:spMkLst>
        </pc:spChg>
        <pc:spChg chg="add mod">
          <ac:chgData name="Mengmeng Ge" userId="bb5bc401-97cb-4caf-9857-8ff441375414" providerId="ADAL" clId="{2B141AB8-8127-4816-86FC-45180CFE0139}" dt="2024-04-27T03:05:32.720" v="2442"/>
          <ac:spMkLst>
            <pc:docMk/>
            <pc:sldMk cId="3870756559" sldId="389"/>
            <ac:spMk id="15" creationId="{299BBD78-0039-74AB-045A-FA8317415BC9}"/>
          </ac:spMkLst>
        </pc:spChg>
        <pc:spChg chg="del topLvl">
          <ac:chgData name="Mengmeng Ge" userId="bb5bc401-97cb-4caf-9857-8ff441375414" providerId="ADAL" clId="{2B141AB8-8127-4816-86FC-45180CFE0139}" dt="2024-04-27T03:04:55.009" v="2420" actId="478"/>
          <ac:spMkLst>
            <pc:docMk/>
            <pc:sldMk cId="3870756559" sldId="389"/>
            <ac:spMk id="28" creationId="{00000000-0000-0000-0000-000000000000}"/>
          </ac:spMkLst>
        </pc:spChg>
        <pc:spChg chg="del topLvl">
          <ac:chgData name="Mengmeng Ge" userId="bb5bc401-97cb-4caf-9857-8ff441375414" providerId="ADAL" clId="{2B141AB8-8127-4816-86FC-45180CFE0139}" dt="2024-04-27T03:04:52.350" v="2419" actId="478"/>
          <ac:spMkLst>
            <pc:docMk/>
            <pc:sldMk cId="3870756559" sldId="389"/>
            <ac:spMk id="29" creationId="{00000000-0000-0000-0000-000000000000}"/>
          </ac:spMkLst>
        </pc:spChg>
        <pc:spChg chg="mod topLvl">
          <ac:chgData name="Mengmeng Ge" userId="bb5bc401-97cb-4caf-9857-8ff441375414" providerId="ADAL" clId="{2B141AB8-8127-4816-86FC-45180CFE0139}" dt="2024-04-27T03:07:23.290" v="2453" actId="20577"/>
          <ac:spMkLst>
            <pc:docMk/>
            <pc:sldMk cId="3870756559" sldId="389"/>
            <ac:spMk id="42" creationId="{00000000-0000-0000-0000-000000000000}"/>
          </ac:spMkLst>
        </pc:spChg>
        <pc:spChg chg="mod topLvl">
          <ac:chgData name="Mengmeng Ge" userId="bb5bc401-97cb-4caf-9857-8ff441375414" providerId="ADAL" clId="{2B141AB8-8127-4816-86FC-45180CFE0139}" dt="2024-04-27T03:07:25.710" v="2455" actId="20577"/>
          <ac:spMkLst>
            <pc:docMk/>
            <pc:sldMk cId="3870756559" sldId="389"/>
            <ac:spMk id="43" creationId="{00000000-0000-0000-0000-000000000000}"/>
          </ac:spMkLst>
        </pc:spChg>
        <pc:spChg chg="mod">
          <ac:chgData name="Mengmeng Ge" userId="bb5bc401-97cb-4caf-9857-8ff441375414" providerId="ADAL" clId="{2B141AB8-8127-4816-86FC-45180CFE0139}" dt="2024-04-27T03:07:41.605" v="2467" actId="1076"/>
          <ac:spMkLst>
            <pc:docMk/>
            <pc:sldMk cId="3870756559" sldId="389"/>
            <ac:spMk id="44" creationId="{00000000-0000-0000-0000-000000000000}"/>
          </ac:spMkLst>
        </pc:spChg>
        <pc:spChg chg="mod">
          <ac:chgData name="Mengmeng Ge" userId="bb5bc401-97cb-4caf-9857-8ff441375414" providerId="ADAL" clId="{2B141AB8-8127-4816-86FC-45180CFE0139}" dt="2024-04-27T03:05:42.688" v="2445" actId="1076"/>
          <ac:spMkLst>
            <pc:docMk/>
            <pc:sldMk cId="3870756559" sldId="389"/>
            <ac:spMk id="50" creationId="{00000000-0000-0000-0000-000000000000}"/>
          </ac:spMkLst>
        </pc:spChg>
        <pc:grpChg chg="mod">
          <ac:chgData name="Mengmeng Ge" userId="bb5bc401-97cb-4caf-9857-8ff441375414" providerId="ADAL" clId="{2B141AB8-8127-4816-86FC-45180CFE0139}" dt="2024-04-27T03:05:24.472" v="2440" actId="1035"/>
          <ac:grpSpMkLst>
            <pc:docMk/>
            <pc:sldMk cId="3870756559" sldId="389"/>
            <ac:grpSpMk id="45" creationId="{00000000-0000-0000-0000-000000000000}"/>
          </ac:grpSpMkLst>
        </pc:grpChg>
        <pc:grpChg chg="mod">
          <ac:chgData name="Mengmeng Ge" userId="bb5bc401-97cb-4caf-9857-8ff441375414" providerId="ADAL" clId="{2B141AB8-8127-4816-86FC-45180CFE0139}" dt="2024-04-27T03:05:24.472" v="2440" actId="1035"/>
          <ac:grpSpMkLst>
            <pc:docMk/>
            <pc:sldMk cId="3870756559" sldId="389"/>
            <ac:grpSpMk id="46" creationId="{00000000-0000-0000-0000-000000000000}"/>
          </ac:grpSpMkLst>
        </pc:grpChg>
        <pc:grpChg chg="del">
          <ac:chgData name="Mengmeng Ge" userId="bb5bc401-97cb-4caf-9857-8ff441375414" providerId="ADAL" clId="{2B141AB8-8127-4816-86FC-45180CFE0139}" dt="2024-04-27T03:04:55.009" v="2420" actId="478"/>
          <ac:grpSpMkLst>
            <pc:docMk/>
            <pc:sldMk cId="3870756559" sldId="389"/>
            <ac:grpSpMk id="47" creationId="{00000000-0000-0000-0000-000000000000}"/>
          </ac:grpSpMkLst>
        </pc:grpChg>
        <pc:grpChg chg="del">
          <ac:chgData name="Mengmeng Ge" userId="bb5bc401-97cb-4caf-9857-8ff441375414" providerId="ADAL" clId="{2B141AB8-8127-4816-86FC-45180CFE0139}" dt="2024-04-27T03:04:52.350" v="2419" actId="478"/>
          <ac:grpSpMkLst>
            <pc:docMk/>
            <pc:sldMk cId="3870756559" sldId="389"/>
            <ac:grpSpMk id="48" creationId="{00000000-0000-0000-0000-000000000000}"/>
          </ac:grpSpMkLst>
        </pc:grpChg>
        <pc:grpChg chg="mod">
          <ac:chgData name="Mengmeng Ge" userId="bb5bc401-97cb-4caf-9857-8ff441375414" providerId="ADAL" clId="{2B141AB8-8127-4816-86FC-45180CFE0139}" dt="2024-04-27T03:07:32.908" v="2465" actId="1036"/>
          <ac:grpSpMkLst>
            <pc:docMk/>
            <pc:sldMk cId="3870756559" sldId="389"/>
            <ac:grpSpMk id="49" creationId="{00000000-0000-0000-0000-000000000000}"/>
          </ac:grpSpMkLst>
        </pc:grpChg>
        <pc:picChg chg="add mod">
          <ac:chgData name="Mengmeng Ge" userId="bb5bc401-97cb-4caf-9857-8ff441375414" providerId="ADAL" clId="{2B141AB8-8127-4816-86FC-45180CFE0139}" dt="2024-04-27T03:05:36.161" v="2443" actId="1076"/>
          <ac:picMkLst>
            <pc:docMk/>
            <pc:sldMk cId="3870756559" sldId="389"/>
            <ac:picMk id="13" creationId="{A48C341C-4D91-1647-143D-3AB16EC7BF41}"/>
          </ac:picMkLst>
        </pc:picChg>
        <pc:cxnChg chg="mod">
          <ac:chgData name="Mengmeng Ge" userId="bb5bc401-97cb-4caf-9857-8ff441375414" providerId="ADAL" clId="{2B141AB8-8127-4816-86FC-45180CFE0139}" dt="2024-04-27T03:07:38.987" v="2466" actId="1076"/>
          <ac:cxnSpMkLst>
            <pc:docMk/>
            <pc:sldMk cId="3870756559" sldId="389"/>
            <ac:cxnSpMk id="34" creationId="{00000000-0000-0000-0000-000000000000}"/>
          </ac:cxnSpMkLst>
        </pc:cxnChg>
      </pc:sldChg>
      <pc:sldChg chg="delSp modSp del mod delAnim">
        <pc:chgData name="Mengmeng Ge" userId="bb5bc401-97cb-4caf-9857-8ff441375414" providerId="ADAL" clId="{2B141AB8-8127-4816-86FC-45180CFE0139}" dt="2024-04-27T02:54:10.542" v="2295" actId="47"/>
        <pc:sldMkLst>
          <pc:docMk/>
          <pc:sldMk cId="1465961314" sldId="392"/>
        </pc:sldMkLst>
        <pc:spChg chg="mod">
          <ac:chgData name="Mengmeng Ge" userId="bb5bc401-97cb-4caf-9857-8ff441375414" providerId="ADAL" clId="{2B141AB8-8127-4816-86FC-45180CFE0139}" dt="2024-04-27T02:46:19.474" v="2177" actId="20577"/>
          <ac:spMkLst>
            <pc:docMk/>
            <pc:sldMk cId="1465961314" sldId="392"/>
            <ac:spMk id="2" creationId="{00000000-0000-0000-0000-000000000000}"/>
          </ac:spMkLst>
        </pc:spChg>
        <pc:spChg chg="del">
          <ac:chgData name="Mengmeng Ge" userId="bb5bc401-97cb-4caf-9857-8ff441375414" providerId="ADAL" clId="{2B141AB8-8127-4816-86FC-45180CFE0139}" dt="2024-04-27T02:45:47.765" v="2167" actId="478"/>
          <ac:spMkLst>
            <pc:docMk/>
            <pc:sldMk cId="1465961314" sldId="392"/>
            <ac:spMk id="13" creationId="{00000000-0000-0000-0000-000000000000}"/>
          </ac:spMkLst>
        </pc:spChg>
        <pc:spChg chg="mod">
          <ac:chgData name="Mengmeng Ge" userId="bb5bc401-97cb-4caf-9857-8ff441375414" providerId="ADAL" clId="{2B141AB8-8127-4816-86FC-45180CFE0139}" dt="2024-04-27T02:46:40.545" v="2187" actId="14100"/>
          <ac:spMkLst>
            <pc:docMk/>
            <pc:sldMk cId="1465961314" sldId="392"/>
            <ac:spMk id="18" creationId="{00000000-0000-0000-0000-000000000000}"/>
          </ac:spMkLst>
        </pc:spChg>
      </pc:sldChg>
      <pc:sldChg chg="delSp modSp mod ord">
        <pc:chgData name="Mengmeng Ge" userId="bb5bc401-97cb-4caf-9857-8ff441375414" providerId="ADAL" clId="{2B141AB8-8127-4816-86FC-45180CFE0139}" dt="2024-04-27T03:02:38.747" v="2406"/>
        <pc:sldMkLst>
          <pc:docMk/>
          <pc:sldMk cId="516432226" sldId="393"/>
        </pc:sldMkLst>
        <pc:spChg chg="mod">
          <ac:chgData name="Mengmeng Ge" userId="bb5bc401-97cb-4caf-9857-8ff441375414" providerId="ADAL" clId="{2B141AB8-8127-4816-86FC-45180CFE0139}" dt="2024-04-27T03:02:38.747" v="2406"/>
          <ac:spMkLst>
            <pc:docMk/>
            <pc:sldMk cId="516432226" sldId="393"/>
            <ac:spMk id="2" creationId="{00000000-0000-0000-0000-000000000000}"/>
          </ac:spMkLst>
        </pc:spChg>
        <pc:spChg chg="del">
          <ac:chgData name="Mengmeng Ge" userId="bb5bc401-97cb-4caf-9857-8ff441375414" providerId="ADAL" clId="{2B141AB8-8127-4816-86FC-45180CFE0139}" dt="2024-04-27T02:53:44.431" v="2283" actId="478"/>
          <ac:spMkLst>
            <pc:docMk/>
            <pc:sldMk cId="516432226" sldId="393"/>
            <ac:spMk id="13" creationId="{00000000-0000-0000-0000-000000000000}"/>
          </ac:spMkLst>
        </pc:spChg>
        <pc:spChg chg="mod">
          <ac:chgData name="Mengmeng Ge" userId="bb5bc401-97cb-4caf-9857-8ff441375414" providerId="ADAL" clId="{2B141AB8-8127-4816-86FC-45180CFE0139}" dt="2024-04-27T02:54:08.002" v="2294" actId="1076"/>
          <ac:spMkLst>
            <pc:docMk/>
            <pc:sldMk cId="516432226" sldId="393"/>
            <ac:spMk id="18" creationId="{00000000-0000-0000-0000-000000000000}"/>
          </ac:spMkLst>
        </pc:spChg>
        <pc:spChg chg="mod">
          <ac:chgData name="Mengmeng Ge" userId="bb5bc401-97cb-4caf-9857-8ff441375414" providerId="ADAL" clId="{2B141AB8-8127-4816-86FC-45180CFE0139}" dt="2024-04-27T02:53:40.921" v="2282" actId="20577"/>
          <ac:spMkLst>
            <pc:docMk/>
            <pc:sldMk cId="516432226" sldId="393"/>
            <ac:spMk id="19" creationId="{00000000-0000-0000-0000-000000000000}"/>
          </ac:spMkLst>
        </pc:spChg>
      </pc:sldChg>
      <pc:sldChg chg="del">
        <pc:chgData name="Mengmeng Ge" userId="bb5bc401-97cb-4caf-9857-8ff441375414" providerId="ADAL" clId="{2B141AB8-8127-4816-86FC-45180CFE0139}" dt="2024-04-25T23:56:56.029" v="934" actId="47"/>
        <pc:sldMkLst>
          <pc:docMk/>
          <pc:sldMk cId="4081656605" sldId="394"/>
        </pc:sldMkLst>
      </pc:sldChg>
      <pc:sldChg chg="del">
        <pc:chgData name="Mengmeng Ge" userId="bb5bc401-97cb-4caf-9857-8ff441375414" providerId="ADAL" clId="{2B141AB8-8127-4816-86FC-45180CFE0139}" dt="2024-04-25T23:57:02.755" v="936" actId="47"/>
        <pc:sldMkLst>
          <pc:docMk/>
          <pc:sldMk cId="3909623189" sldId="395"/>
        </pc:sldMkLst>
      </pc:sldChg>
      <pc:sldChg chg="modSp mod ord">
        <pc:chgData name="Mengmeng Ge" userId="bb5bc401-97cb-4caf-9857-8ff441375414" providerId="ADAL" clId="{2B141AB8-8127-4816-86FC-45180CFE0139}" dt="2024-04-25T21:54:40.586" v="186"/>
        <pc:sldMkLst>
          <pc:docMk/>
          <pc:sldMk cId="751478080" sldId="398"/>
        </pc:sldMkLst>
        <pc:spChg chg="mod">
          <ac:chgData name="Mengmeng Ge" userId="bb5bc401-97cb-4caf-9857-8ff441375414" providerId="ADAL" clId="{2B141AB8-8127-4816-86FC-45180CFE0139}" dt="2024-04-25T21:41:48.816" v="92" actId="20577"/>
          <ac:spMkLst>
            <pc:docMk/>
            <pc:sldMk cId="751478080" sldId="398"/>
            <ac:spMk id="2" creationId="{00000000-0000-0000-0000-000000000000}"/>
          </ac:spMkLst>
        </pc:spChg>
        <pc:spChg chg="mod">
          <ac:chgData name="Mengmeng Ge" userId="bb5bc401-97cb-4caf-9857-8ff441375414" providerId="ADAL" clId="{2B141AB8-8127-4816-86FC-45180CFE0139}" dt="2024-04-25T21:46:10.275" v="117" actId="14100"/>
          <ac:spMkLst>
            <pc:docMk/>
            <pc:sldMk cId="751478080" sldId="398"/>
            <ac:spMk id="3" creationId="{00000000-0000-0000-0000-000000000000}"/>
          </ac:spMkLst>
        </pc:spChg>
        <pc:spChg chg="mod">
          <ac:chgData name="Mengmeng Ge" userId="bb5bc401-97cb-4caf-9857-8ff441375414" providerId="ADAL" clId="{2B141AB8-8127-4816-86FC-45180CFE0139}" dt="2024-04-25T21:46:13.279" v="119" actId="1036"/>
          <ac:spMkLst>
            <pc:docMk/>
            <pc:sldMk cId="751478080" sldId="398"/>
            <ac:spMk id="7" creationId="{00000000-0000-0000-0000-000000000000}"/>
          </ac:spMkLst>
        </pc:spChg>
      </pc:sldChg>
      <pc:sldChg chg="del">
        <pc:chgData name="Mengmeng Ge" userId="bb5bc401-97cb-4caf-9857-8ff441375414" providerId="ADAL" clId="{2B141AB8-8127-4816-86FC-45180CFE0139}" dt="2024-04-25T21:46:32.497" v="120" actId="47"/>
        <pc:sldMkLst>
          <pc:docMk/>
          <pc:sldMk cId="2591141100" sldId="399"/>
        </pc:sldMkLst>
      </pc:sldChg>
      <pc:sldChg chg="del">
        <pc:chgData name="Mengmeng Ge" userId="bb5bc401-97cb-4caf-9857-8ff441375414" providerId="ADAL" clId="{2B141AB8-8127-4816-86FC-45180CFE0139}" dt="2024-04-27T03:03:48.568" v="2416" actId="47"/>
        <pc:sldMkLst>
          <pc:docMk/>
          <pc:sldMk cId="1015042316" sldId="400"/>
        </pc:sldMkLst>
      </pc:sldChg>
      <pc:sldChg chg="del">
        <pc:chgData name="Mengmeng Ge" userId="bb5bc401-97cb-4caf-9857-8ff441375414" providerId="ADAL" clId="{2B141AB8-8127-4816-86FC-45180CFE0139}" dt="2024-04-25T21:18:27.794" v="11" actId="47"/>
        <pc:sldMkLst>
          <pc:docMk/>
          <pc:sldMk cId="990912552" sldId="401"/>
        </pc:sldMkLst>
      </pc:sldChg>
      <pc:sldChg chg="modSp mod">
        <pc:chgData name="Mengmeng Ge" userId="bb5bc401-97cb-4caf-9857-8ff441375414" providerId="ADAL" clId="{2B141AB8-8127-4816-86FC-45180CFE0139}" dt="2024-04-26T10:13:47.629" v="1595" actId="20577"/>
        <pc:sldMkLst>
          <pc:docMk/>
          <pc:sldMk cId="2852110861" sldId="457"/>
        </pc:sldMkLst>
        <pc:spChg chg="mod">
          <ac:chgData name="Mengmeng Ge" userId="bb5bc401-97cb-4caf-9857-8ff441375414" providerId="ADAL" clId="{2B141AB8-8127-4816-86FC-45180CFE0139}" dt="2024-04-26T10:13:47.629" v="1595" actId="20577"/>
          <ac:spMkLst>
            <pc:docMk/>
            <pc:sldMk cId="2852110861" sldId="457"/>
            <ac:spMk id="3" creationId="{00000000-0000-0000-0000-000000000000}"/>
          </ac:spMkLst>
        </pc:spChg>
      </pc:sldChg>
      <pc:sldChg chg="addSp modSp new mod modNotesTx">
        <pc:chgData name="Mengmeng Ge" userId="bb5bc401-97cb-4caf-9857-8ff441375414" providerId="ADAL" clId="{2B141AB8-8127-4816-86FC-45180CFE0139}" dt="2024-04-25T21:41:16.832" v="84" actId="1076"/>
        <pc:sldMkLst>
          <pc:docMk/>
          <pc:sldMk cId="563971981" sldId="633"/>
        </pc:sldMkLst>
        <pc:spChg chg="mod">
          <ac:chgData name="Mengmeng Ge" userId="bb5bc401-97cb-4caf-9857-8ff441375414" providerId="ADAL" clId="{2B141AB8-8127-4816-86FC-45180CFE0139}" dt="2024-04-25T21:37:01.874" v="64" actId="20577"/>
          <ac:spMkLst>
            <pc:docMk/>
            <pc:sldMk cId="563971981" sldId="633"/>
            <ac:spMk id="2" creationId="{7775BFBD-25D0-4A5B-DE7F-5DF0E54A14C5}"/>
          </ac:spMkLst>
        </pc:spChg>
        <pc:spChg chg="mod">
          <ac:chgData name="Mengmeng Ge" userId="bb5bc401-97cb-4caf-9857-8ff441375414" providerId="ADAL" clId="{2B141AB8-8127-4816-86FC-45180CFE0139}" dt="2024-04-25T21:39:38.575" v="71" actId="14100"/>
          <ac:spMkLst>
            <pc:docMk/>
            <pc:sldMk cId="563971981" sldId="633"/>
            <ac:spMk id="3" creationId="{8A4F41A9-AB70-1D1B-E1F8-204EBE996BEF}"/>
          </ac:spMkLst>
        </pc:spChg>
        <pc:spChg chg="add mod">
          <ac:chgData name="Mengmeng Ge" userId="bb5bc401-97cb-4caf-9857-8ff441375414" providerId="ADAL" clId="{2B141AB8-8127-4816-86FC-45180CFE0139}" dt="2024-04-25T21:41:16.832" v="84" actId="1076"/>
          <ac:spMkLst>
            <pc:docMk/>
            <pc:sldMk cId="563971981" sldId="633"/>
            <ac:spMk id="8" creationId="{ADEEDC4F-B567-511D-6834-1D320415BF35}"/>
          </ac:spMkLst>
        </pc:spChg>
        <pc:picChg chg="add mod">
          <ac:chgData name="Mengmeng Ge" userId="bb5bc401-97cb-4caf-9857-8ff441375414" providerId="ADAL" clId="{2B141AB8-8127-4816-86FC-45180CFE0139}" dt="2024-04-25T21:39:41.459" v="72" actId="1076"/>
          <ac:picMkLst>
            <pc:docMk/>
            <pc:sldMk cId="563971981" sldId="633"/>
            <ac:picMk id="6" creationId="{4E0C5D98-00F6-CD4B-B7CF-52A661A2CBAB}"/>
          </ac:picMkLst>
        </pc:picChg>
      </pc:sldChg>
      <pc:sldChg chg="addSp modSp new mod ord modNotesTx">
        <pc:chgData name="Mengmeng Ge" userId="bb5bc401-97cb-4caf-9857-8ff441375414" providerId="ADAL" clId="{2B141AB8-8127-4816-86FC-45180CFE0139}" dt="2024-04-25T21:53:42.741" v="182" actId="20577"/>
        <pc:sldMkLst>
          <pc:docMk/>
          <pc:sldMk cId="2663155299" sldId="634"/>
        </pc:sldMkLst>
        <pc:spChg chg="mod">
          <ac:chgData name="Mengmeng Ge" userId="bb5bc401-97cb-4caf-9857-8ff441375414" providerId="ADAL" clId="{2B141AB8-8127-4816-86FC-45180CFE0139}" dt="2024-04-25T21:48:02.875" v="153" actId="20577"/>
          <ac:spMkLst>
            <pc:docMk/>
            <pc:sldMk cId="2663155299" sldId="634"/>
            <ac:spMk id="2" creationId="{C1193766-D746-AA80-B63A-1A366D72C19F}"/>
          </ac:spMkLst>
        </pc:spChg>
        <pc:spChg chg="mod">
          <ac:chgData name="Mengmeng Ge" userId="bb5bc401-97cb-4caf-9857-8ff441375414" providerId="ADAL" clId="{2B141AB8-8127-4816-86FC-45180CFE0139}" dt="2024-04-25T21:48:42.464" v="163" actId="14100"/>
          <ac:spMkLst>
            <pc:docMk/>
            <pc:sldMk cId="2663155299" sldId="634"/>
            <ac:spMk id="3" creationId="{E7EA67BB-B483-76DF-AEB6-DB7C11BC81CE}"/>
          </ac:spMkLst>
        </pc:spChg>
        <pc:spChg chg="add mod">
          <ac:chgData name="Mengmeng Ge" userId="bb5bc401-97cb-4caf-9857-8ff441375414" providerId="ADAL" clId="{2B141AB8-8127-4816-86FC-45180CFE0139}" dt="2024-04-25T21:52:27.874" v="175" actId="1076"/>
          <ac:spMkLst>
            <pc:docMk/>
            <pc:sldMk cId="2663155299" sldId="634"/>
            <ac:spMk id="7" creationId="{DCF6BA98-64BA-3DF7-20AC-1FEABED0747B}"/>
          </ac:spMkLst>
        </pc:spChg>
        <pc:picChg chg="add mod">
          <ac:chgData name="Mengmeng Ge" userId="bb5bc401-97cb-4caf-9857-8ff441375414" providerId="ADAL" clId="{2B141AB8-8127-4816-86FC-45180CFE0139}" dt="2024-04-25T21:53:29.842" v="180" actId="1076"/>
          <ac:picMkLst>
            <pc:docMk/>
            <pc:sldMk cId="2663155299" sldId="634"/>
            <ac:picMk id="6" creationId="{92314DA3-072D-3568-ADD8-CEA84A890F8E}"/>
          </ac:picMkLst>
        </pc:picChg>
      </pc:sldChg>
      <pc:sldChg chg="addSp delSp modSp new mod modClrScheme chgLayout">
        <pc:chgData name="Mengmeng Ge" userId="bb5bc401-97cb-4caf-9857-8ff441375414" providerId="ADAL" clId="{2B141AB8-8127-4816-86FC-45180CFE0139}" dt="2024-04-25T21:59:09.491" v="205" actId="700"/>
        <pc:sldMkLst>
          <pc:docMk/>
          <pc:sldMk cId="414001497" sldId="635"/>
        </pc:sldMkLst>
        <pc:spChg chg="mod ord">
          <ac:chgData name="Mengmeng Ge" userId="bb5bc401-97cb-4caf-9857-8ff441375414" providerId="ADAL" clId="{2B141AB8-8127-4816-86FC-45180CFE0139}" dt="2024-04-25T21:59:09.491" v="205" actId="700"/>
          <ac:spMkLst>
            <pc:docMk/>
            <pc:sldMk cId="414001497" sldId="635"/>
            <ac:spMk id="2" creationId="{8120CCA4-C485-66B5-D37E-3E67A1D6968E}"/>
          </ac:spMkLst>
        </pc:spChg>
        <pc:spChg chg="del mod ord">
          <ac:chgData name="Mengmeng Ge" userId="bb5bc401-97cb-4caf-9857-8ff441375414" providerId="ADAL" clId="{2B141AB8-8127-4816-86FC-45180CFE0139}" dt="2024-04-25T21:59:09.491" v="205" actId="700"/>
          <ac:spMkLst>
            <pc:docMk/>
            <pc:sldMk cId="414001497" sldId="635"/>
            <ac:spMk id="3" creationId="{F4F21414-2DED-692F-05E1-CA922A154239}"/>
          </ac:spMkLst>
        </pc:spChg>
        <pc:spChg chg="mod ord">
          <ac:chgData name="Mengmeng Ge" userId="bb5bc401-97cb-4caf-9857-8ff441375414" providerId="ADAL" clId="{2B141AB8-8127-4816-86FC-45180CFE0139}" dt="2024-04-25T21:59:09.491" v="205" actId="700"/>
          <ac:spMkLst>
            <pc:docMk/>
            <pc:sldMk cId="414001497" sldId="635"/>
            <ac:spMk id="4" creationId="{EF1B6B33-72A9-93B3-1889-7E37613F2D22}"/>
          </ac:spMkLst>
        </pc:spChg>
        <pc:spChg chg="add mod ord">
          <ac:chgData name="Mengmeng Ge" userId="bb5bc401-97cb-4caf-9857-8ff441375414" providerId="ADAL" clId="{2B141AB8-8127-4816-86FC-45180CFE0139}" dt="2024-04-25T21:59:09.491" v="205" actId="700"/>
          <ac:spMkLst>
            <pc:docMk/>
            <pc:sldMk cId="414001497" sldId="635"/>
            <ac:spMk id="5" creationId="{AD8C8028-B356-0253-649F-D279EEFCC8AD}"/>
          </ac:spMkLst>
        </pc:spChg>
      </pc:sldChg>
      <pc:sldChg chg="addSp modSp new mod modAnim modNotesTx">
        <pc:chgData name="Mengmeng Ge" userId="bb5bc401-97cb-4caf-9857-8ff441375414" providerId="ADAL" clId="{2B141AB8-8127-4816-86FC-45180CFE0139}" dt="2024-04-25T22:05:43.548" v="290" actId="14100"/>
        <pc:sldMkLst>
          <pc:docMk/>
          <pc:sldMk cId="64101205" sldId="636"/>
        </pc:sldMkLst>
        <pc:spChg chg="mod">
          <ac:chgData name="Mengmeng Ge" userId="bb5bc401-97cb-4caf-9857-8ff441375414" providerId="ADAL" clId="{2B141AB8-8127-4816-86FC-45180CFE0139}" dt="2024-04-25T22:02:42.981" v="259" actId="20577"/>
          <ac:spMkLst>
            <pc:docMk/>
            <pc:sldMk cId="64101205" sldId="636"/>
            <ac:spMk id="2" creationId="{77D0EE36-81A8-6C18-19CD-2D08A0BC91AC}"/>
          </ac:spMkLst>
        </pc:spChg>
        <pc:spChg chg="mod">
          <ac:chgData name="Mengmeng Ge" userId="bb5bc401-97cb-4caf-9857-8ff441375414" providerId="ADAL" clId="{2B141AB8-8127-4816-86FC-45180CFE0139}" dt="2024-04-25T22:04:18.977" v="271" actId="14100"/>
          <ac:spMkLst>
            <pc:docMk/>
            <pc:sldMk cId="64101205" sldId="636"/>
            <ac:spMk id="3" creationId="{F7A23595-76B8-8190-1BC5-0F588A346FDA}"/>
          </ac:spMkLst>
        </pc:spChg>
        <pc:spChg chg="add mod">
          <ac:chgData name="Mengmeng Ge" userId="bb5bc401-97cb-4caf-9857-8ff441375414" providerId="ADAL" clId="{2B141AB8-8127-4816-86FC-45180CFE0139}" dt="2024-04-25T22:03:19.724" v="265" actId="20577"/>
          <ac:spMkLst>
            <pc:docMk/>
            <pc:sldMk cId="64101205" sldId="636"/>
            <ac:spMk id="7" creationId="{D48D6176-9C9D-2507-CEA2-1FA437D57F51}"/>
          </ac:spMkLst>
        </pc:spChg>
        <pc:spChg chg="add mod">
          <ac:chgData name="Mengmeng Ge" userId="bb5bc401-97cb-4caf-9857-8ff441375414" providerId="ADAL" clId="{2B141AB8-8127-4816-86FC-45180CFE0139}" dt="2024-04-25T22:05:43.548" v="290" actId="14100"/>
          <ac:spMkLst>
            <pc:docMk/>
            <pc:sldMk cId="64101205" sldId="636"/>
            <ac:spMk id="8" creationId="{D0A0FEFF-ACE0-344A-363C-0EAE17D4D830}"/>
          </ac:spMkLst>
        </pc:spChg>
        <pc:picChg chg="add mod">
          <ac:chgData name="Mengmeng Ge" userId="bb5bc401-97cb-4caf-9857-8ff441375414" providerId="ADAL" clId="{2B141AB8-8127-4816-86FC-45180CFE0139}" dt="2024-04-25T22:05:27.307" v="284" actId="1076"/>
          <ac:picMkLst>
            <pc:docMk/>
            <pc:sldMk cId="64101205" sldId="636"/>
            <ac:picMk id="6" creationId="{AC64BA00-E433-AA31-3DDF-856BB6E53B39}"/>
          </ac:picMkLst>
        </pc:picChg>
      </pc:sldChg>
      <pc:sldChg chg="addSp delSp modSp new mod modNotesTx">
        <pc:chgData name="Mengmeng Ge" userId="bb5bc401-97cb-4caf-9857-8ff441375414" providerId="ADAL" clId="{2B141AB8-8127-4816-86FC-45180CFE0139}" dt="2024-04-25T22:24:03.176" v="415" actId="20577"/>
        <pc:sldMkLst>
          <pc:docMk/>
          <pc:sldMk cId="2498149436" sldId="637"/>
        </pc:sldMkLst>
        <pc:spChg chg="mod">
          <ac:chgData name="Mengmeng Ge" userId="bb5bc401-97cb-4caf-9857-8ff441375414" providerId="ADAL" clId="{2B141AB8-8127-4816-86FC-45180CFE0139}" dt="2024-04-25T22:19:11.635" v="321"/>
          <ac:spMkLst>
            <pc:docMk/>
            <pc:sldMk cId="2498149436" sldId="637"/>
            <ac:spMk id="2" creationId="{9DC1278A-5EFF-9746-BDDF-4BF29B9EC72E}"/>
          </ac:spMkLst>
        </pc:spChg>
        <pc:spChg chg="mod">
          <ac:chgData name="Mengmeng Ge" userId="bb5bc401-97cb-4caf-9857-8ff441375414" providerId="ADAL" clId="{2B141AB8-8127-4816-86FC-45180CFE0139}" dt="2024-04-25T22:23:18.481" v="386" actId="114"/>
          <ac:spMkLst>
            <pc:docMk/>
            <pc:sldMk cId="2498149436" sldId="637"/>
            <ac:spMk id="3" creationId="{2A7F5FE1-B2DC-B09E-70E8-1CA0864F49CF}"/>
          </ac:spMkLst>
        </pc:spChg>
        <pc:spChg chg="add mod">
          <ac:chgData name="Mengmeng Ge" userId="bb5bc401-97cb-4caf-9857-8ff441375414" providerId="ADAL" clId="{2B141AB8-8127-4816-86FC-45180CFE0139}" dt="2024-04-25T22:21:55.508" v="364" actId="20577"/>
          <ac:spMkLst>
            <pc:docMk/>
            <pc:sldMk cId="2498149436" sldId="637"/>
            <ac:spMk id="7" creationId="{89976E9E-5D58-BD8F-EC9F-C7254E3DB9A9}"/>
          </ac:spMkLst>
        </pc:spChg>
        <pc:spChg chg="add del">
          <ac:chgData name="Mengmeng Ge" userId="bb5bc401-97cb-4caf-9857-8ff441375414" providerId="ADAL" clId="{2B141AB8-8127-4816-86FC-45180CFE0139}" dt="2024-04-25T22:22:05.588" v="366" actId="11529"/>
          <ac:spMkLst>
            <pc:docMk/>
            <pc:sldMk cId="2498149436" sldId="637"/>
            <ac:spMk id="8" creationId="{26EFA658-C588-A6DD-8F92-477AA1AFA665}"/>
          </ac:spMkLst>
        </pc:spChg>
        <pc:picChg chg="add mod">
          <ac:chgData name="Mengmeng Ge" userId="bb5bc401-97cb-4caf-9857-8ff441375414" providerId="ADAL" clId="{2B141AB8-8127-4816-86FC-45180CFE0139}" dt="2024-04-25T22:22:53.094" v="381" actId="1036"/>
          <ac:picMkLst>
            <pc:docMk/>
            <pc:sldMk cId="2498149436" sldId="637"/>
            <ac:picMk id="6" creationId="{38942045-BC6A-3C5D-46DA-6D5CD7D50A9C}"/>
          </ac:picMkLst>
        </pc:picChg>
      </pc:sldChg>
      <pc:sldChg chg="addSp delSp modSp add mod modNotesTx">
        <pc:chgData name="Mengmeng Ge" userId="bb5bc401-97cb-4caf-9857-8ff441375414" providerId="ADAL" clId="{2B141AB8-8127-4816-86FC-45180CFE0139}" dt="2024-04-25T23:31:17.647" v="678" actId="20577"/>
        <pc:sldMkLst>
          <pc:docMk/>
          <pc:sldMk cId="383206075" sldId="638"/>
        </pc:sldMkLst>
        <pc:spChg chg="mod">
          <ac:chgData name="Mengmeng Ge" userId="bb5bc401-97cb-4caf-9857-8ff441375414" providerId="ADAL" clId="{2B141AB8-8127-4816-86FC-45180CFE0139}" dt="2024-04-25T23:24:19.254" v="604" actId="20577"/>
          <ac:spMkLst>
            <pc:docMk/>
            <pc:sldMk cId="383206075" sldId="638"/>
            <ac:spMk id="3" creationId="{00000000-0000-0000-0000-000000000000}"/>
          </ac:spMkLst>
        </pc:spChg>
        <pc:spChg chg="add mod">
          <ac:chgData name="Mengmeng Ge" userId="bb5bc401-97cb-4caf-9857-8ff441375414" providerId="ADAL" clId="{2B141AB8-8127-4816-86FC-45180CFE0139}" dt="2024-04-25T23:29:27.115" v="630" actId="20577"/>
          <ac:spMkLst>
            <pc:docMk/>
            <pc:sldMk cId="383206075" sldId="638"/>
            <ac:spMk id="9" creationId="{70728FFB-B8A0-22FD-8E4F-915AF35294BA}"/>
          </ac:spMkLst>
        </pc:spChg>
        <pc:spChg chg="add mod ord">
          <ac:chgData name="Mengmeng Ge" userId="bb5bc401-97cb-4caf-9857-8ff441375414" providerId="ADAL" clId="{2B141AB8-8127-4816-86FC-45180CFE0139}" dt="2024-04-25T23:28:53.701" v="620" actId="164"/>
          <ac:spMkLst>
            <pc:docMk/>
            <pc:sldMk cId="383206075" sldId="638"/>
            <ac:spMk id="10" creationId="{70FDC2BA-1257-C87B-4988-4833317FE018}"/>
          </ac:spMkLst>
        </pc:spChg>
        <pc:spChg chg="add mod">
          <ac:chgData name="Mengmeng Ge" userId="bb5bc401-97cb-4caf-9857-8ff441375414" providerId="ADAL" clId="{2B141AB8-8127-4816-86FC-45180CFE0139}" dt="2024-04-25T23:29:04.291" v="623" actId="164"/>
          <ac:spMkLst>
            <pc:docMk/>
            <pc:sldMk cId="383206075" sldId="638"/>
            <ac:spMk id="14" creationId="{A2932D00-93A5-D24E-0D69-19B1E567B405}"/>
          </ac:spMkLst>
        </pc:spChg>
        <pc:spChg chg="add mod">
          <ac:chgData name="Mengmeng Ge" userId="bb5bc401-97cb-4caf-9857-8ff441375414" providerId="ADAL" clId="{2B141AB8-8127-4816-86FC-45180CFE0139}" dt="2024-04-25T23:31:11.493" v="673" actId="1076"/>
          <ac:spMkLst>
            <pc:docMk/>
            <pc:sldMk cId="383206075" sldId="638"/>
            <ac:spMk id="16" creationId="{9DF2B138-7B38-5762-05AA-E5E9207A7EA5}"/>
          </ac:spMkLst>
        </pc:spChg>
        <pc:spChg chg="add mod">
          <ac:chgData name="Mengmeng Ge" userId="bb5bc401-97cb-4caf-9857-8ff441375414" providerId="ADAL" clId="{2B141AB8-8127-4816-86FC-45180CFE0139}" dt="2024-04-25T23:31:17.647" v="678" actId="20577"/>
          <ac:spMkLst>
            <pc:docMk/>
            <pc:sldMk cId="383206075" sldId="638"/>
            <ac:spMk id="17" creationId="{AB5621A2-81E4-AB80-F627-382EF3CC5593}"/>
          </ac:spMkLst>
        </pc:spChg>
        <pc:grpChg chg="add mod">
          <ac:chgData name="Mengmeng Ge" userId="bb5bc401-97cb-4caf-9857-8ff441375414" providerId="ADAL" clId="{2B141AB8-8127-4816-86FC-45180CFE0139}" dt="2024-04-25T23:28:53.701" v="620" actId="164"/>
          <ac:grpSpMkLst>
            <pc:docMk/>
            <pc:sldMk cId="383206075" sldId="638"/>
            <ac:grpSpMk id="13" creationId="{84C017D1-DFD3-7DF9-F1F8-B539CAEEEF3D}"/>
          </ac:grpSpMkLst>
        </pc:grpChg>
        <pc:grpChg chg="add mod">
          <ac:chgData name="Mengmeng Ge" userId="bb5bc401-97cb-4caf-9857-8ff441375414" providerId="ADAL" clId="{2B141AB8-8127-4816-86FC-45180CFE0139}" dt="2024-04-25T23:29:05.987" v="624" actId="1076"/>
          <ac:grpSpMkLst>
            <pc:docMk/>
            <pc:sldMk cId="383206075" sldId="638"/>
            <ac:grpSpMk id="15" creationId="{5818CEC2-313E-4DAC-892D-58681E5C1D1F}"/>
          </ac:grpSpMkLst>
        </pc:grpChg>
        <pc:picChg chg="add mod">
          <ac:chgData name="Mengmeng Ge" userId="bb5bc401-97cb-4caf-9857-8ff441375414" providerId="ADAL" clId="{2B141AB8-8127-4816-86FC-45180CFE0139}" dt="2024-04-25T23:28:53.701" v="620" actId="164"/>
          <ac:picMkLst>
            <pc:docMk/>
            <pc:sldMk cId="383206075" sldId="638"/>
            <ac:picMk id="6" creationId="{C44F9049-AE54-DD02-F7BB-7D46600A6F12}"/>
          </ac:picMkLst>
        </pc:picChg>
        <pc:picChg chg="add del">
          <ac:chgData name="Mengmeng Ge" userId="bb5bc401-97cb-4caf-9857-8ff441375414" providerId="ADAL" clId="{2B141AB8-8127-4816-86FC-45180CFE0139}" dt="2024-04-25T23:23:52.335" v="597" actId="22"/>
          <ac:picMkLst>
            <pc:docMk/>
            <pc:sldMk cId="383206075" sldId="638"/>
            <ac:picMk id="8" creationId="{708BB248-749F-3D27-608A-7E090715DB77}"/>
          </ac:picMkLst>
        </pc:picChg>
        <pc:picChg chg="add mod">
          <ac:chgData name="Mengmeng Ge" userId="bb5bc401-97cb-4caf-9857-8ff441375414" providerId="ADAL" clId="{2B141AB8-8127-4816-86FC-45180CFE0139}" dt="2024-04-25T23:29:04.291" v="623" actId="164"/>
          <ac:picMkLst>
            <pc:docMk/>
            <pc:sldMk cId="383206075" sldId="638"/>
            <ac:picMk id="12" creationId="{E0ECD5AE-F9AC-292E-35F6-C935883C9B69}"/>
          </ac:picMkLst>
        </pc:picChg>
      </pc:sldChg>
      <pc:sldChg chg="addSp modSp new mod modAnim">
        <pc:chgData name="Mengmeng Ge" userId="bb5bc401-97cb-4caf-9857-8ff441375414" providerId="ADAL" clId="{2B141AB8-8127-4816-86FC-45180CFE0139}" dt="2024-04-26T06:07:23.571" v="1231" actId="20577"/>
        <pc:sldMkLst>
          <pc:docMk/>
          <pc:sldMk cId="2016737894" sldId="639"/>
        </pc:sldMkLst>
        <pc:spChg chg="mod">
          <ac:chgData name="Mengmeng Ge" userId="bb5bc401-97cb-4caf-9857-8ff441375414" providerId="ADAL" clId="{2B141AB8-8127-4816-86FC-45180CFE0139}" dt="2024-04-26T06:07:23.571" v="1231" actId="20577"/>
          <ac:spMkLst>
            <pc:docMk/>
            <pc:sldMk cId="2016737894" sldId="639"/>
            <ac:spMk id="2" creationId="{4A324035-14FB-0D3C-FDCF-D4A2E18F21EF}"/>
          </ac:spMkLst>
        </pc:spChg>
        <pc:spChg chg="mod">
          <ac:chgData name="Mengmeng Ge" userId="bb5bc401-97cb-4caf-9857-8ff441375414" providerId="ADAL" clId="{2B141AB8-8127-4816-86FC-45180CFE0139}" dt="2024-04-25T23:40:52.165" v="725" actId="207"/>
          <ac:spMkLst>
            <pc:docMk/>
            <pc:sldMk cId="2016737894" sldId="639"/>
            <ac:spMk id="3" creationId="{62239BDA-5219-2F28-C9D1-8BBDEB0F5326}"/>
          </ac:spMkLst>
        </pc:spChg>
        <pc:spChg chg="add mod">
          <ac:chgData name="Mengmeng Ge" userId="bb5bc401-97cb-4caf-9857-8ff441375414" providerId="ADAL" clId="{2B141AB8-8127-4816-86FC-45180CFE0139}" dt="2024-04-25T23:40:07.881" v="717" actId="20577"/>
          <ac:spMkLst>
            <pc:docMk/>
            <pc:sldMk cId="2016737894" sldId="639"/>
            <ac:spMk id="5" creationId="{0F8EAC45-3DDB-9075-6154-D69E313C7E6F}"/>
          </ac:spMkLst>
        </pc:spChg>
        <pc:spChg chg="add mod">
          <ac:chgData name="Mengmeng Ge" userId="bb5bc401-97cb-4caf-9857-8ff441375414" providerId="ADAL" clId="{2B141AB8-8127-4816-86FC-45180CFE0139}" dt="2024-04-25T23:40:34.352" v="721" actId="20577"/>
          <ac:spMkLst>
            <pc:docMk/>
            <pc:sldMk cId="2016737894" sldId="639"/>
            <ac:spMk id="6" creationId="{5382E558-E873-0036-8BBA-A8092B824E91}"/>
          </ac:spMkLst>
        </pc:spChg>
      </pc:sldChg>
      <pc:sldChg chg="delSp modSp new del mod modClrScheme chgLayout modNotesTx">
        <pc:chgData name="Mengmeng Ge" userId="bb5bc401-97cb-4caf-9857-8ff441375414" providerId="ADAL" clId="{2B141AB8-8127-4816-86FC-45180CFE0139}" dt="2024-04-25T23:46:48.384" v="825" actId="47"/>
        <pc:sldMkLst>
          <pc:docMk/>
          <pc:sldMk cId="2473260486" sldId="640"/>
        </pc:sldMkLst>
        <pc:spChg chg="mod ord">
          <ac:chgData name="Mengmeng Ge" userId="bb5bc401-97cb-4caf-9857-8ff441375414" providerId="ADAL" clId="{2B141AB8-8127-4816-86FC-45180CFE0139}" dt="2024-04-25T23:46:21.989" v="819" actId="21"/>
          <ac:spMkLst>
            <pc:docMk/>
            <pc:sldMk cId="2473260486" sldId="640"/>
            <ac:spMk id="2" creationId="{251E4006-AC41-856F-101B-D8671E07F114}"/>
          </ac:spMkLst>
        </pc:spChg>
        <pc:spChg chg="mod ord">
          <ac:chgData name="Mengmeng Ge" userId="bb5bc401-97cb-4caf-9857-8ff441375414" providerId="ADAL" clId="{2B141AB8-8127-4816-86FC-45180CFE0139}" dt="2024-04-25T23:46:26.317" v="821" actId="21"/>
          <ac:spMkLst>
            <pc:docMk/>
            <pc:sldMk cId="2473260486" sldId="640"/>
            <ac:spMk id="3" creationId="{BEB4C7CB-AD24-9075-5DAE-7EA16B710EE9}"/>
          </ac:spMkLst>
        </pc:spChg>
        <pc:spChg chg="mod ord">
          <ac:chgData name="Mengmeng Ge" userId="bb5bc401-97cb-4caf-9857-8ff441375414" providerId="ADAL" clId="{2B141AB8-8127-4816-86FC-45180CFE0139}" dt="2024-04-25T23:46:29.718" v="823" actId="21"/>
          <ac:spMkLst>
            <pc:docMk/>
            <pc:sldMk cId="2473260486" sldId="640"/>
            <ac:spMk id="4" creationId="{9918568F-5EC3-8E7E-D45F-DA1B2C63821A}"/>
          </ac:spMkLst>
        </pc:spChg>
        <pc:spChg chg="del mod ord">
          <ac:chgData name="Mengmeng Ge" userId="bb5bc401-97cb-4caf-9857-8ff441375414" providerId="ADAL" clId="{2B141AB8-8127-4816-86FC-45180CFE0139}" dt="2024-04-25T23:46:04.479" v="815" actId="478"/>
          <ac:spMkLst>
            <pc:docMk/>
            <pc:sldMk cId="2473260486" sldId="640"/>
            <ac:spMk id="5" creationId="{C0F71B93-06A5-5378-D416-B2DE4A67BAF6}"/>
          </ac:spMkLst>
        </pc:spChg>
      </pc:sldChg>
      <pc:sldChg chg="addSp delSp modSp new mod modClrScheme chgLayout">
        <pc:chgData name="Mengmeng Ge" userId="bb5bc401-97cb-4caf-9857-8ff441375414" providerId="ADAL" clId="{2B141AB8-8127-4816-86FC-45180CFE0139}" dt="2024-04-25T23:49:33.043" v="851" actId="20577"/>
        <pc:sldMkLst>
          <pc:docMk/>
          <pc:sldMk cId="1714154212" sldId="641"/>
        </pc:sldMkLst>
        <pc:spChg chg="del mod ord">
          <ac:chgData name="Mengmeng Ge" userId="bb5bc401-97cb-4caf-9857-8ff441375414" providerId="ADAL" clId="{2B141AB8-8127-4816-86FC-45180CFE0139}" dt="2024-04-25T23:46:18.380" v="818" actId="700"/>
          <ac:spMkLst>
            <pc:docMk/>
            <pc:sldMk cId="1714154212" sldId="641"/>
            <ac:spMk id="2" creationId="{85134EAB-1660-E008-8171-3005902D3EB3}"/>
          </ac:spMkLst>
        </pc:spChg>
        <pc:spChg chg="del mod ord">
          <ac:chgData name="Mengmeng Ge" userId="bb5bc401-97cb-4caf-9857-8ff441375414" providerId="ADAL" clId="{2B141AB8-8127-4816-86FC-45180CFE0139}" dt="2024-04-25T23:46:18.380" v="818" actId="700"/>
          <ac:spMkLst>
            <pc:docMk/>
            <pc:sldMk cId="1714154212" sldId="641"/>
            <ac:spMk id="3" creationId="{DC989155-3866-0C79-E975-2D42217B8214}"/>
          </ac:spMkLst>
        </pc:spChg>
        <pc:spChg chg="mod ord">
          <ac:chgData name="Mengmeng Ge" userId="bb5bc401-97cb-4caf-9857-8ff441375414" providerId="ADAL" clId="{2B141AB8-8127-4816-86FC-45180CFE0139}" dt="2024-04-25T23:48:53.202" v="848" actId="700"/>
          <ac:spMkLst>
            <pc:docMk/>
            <pc:sldMk cId="1714154212" sldId="641"/>
            <ac:spMk id="4" creationId="{B3DFD3B2-3F83-6695-954F-938B39B78E57}"/>
          </ac:spMkLst>
        </pc:spChg>
        <pc:spChg chg="add mod ord">
          <ac:chgData name="Mengmeng Ge" userId="bb5bc401-97cb-4caf-9857-8ff441375414" providerId="ADAL" clId="{2B141AB8-8127-4816-86FC-45180CFE0139}" dt="2024-04-25T23:49:33.043" v="851" actId="20577"/>
          <ac:spMkLst>
            <pc:docMk/>
            <pc:sldMk cId="1714154212" sldId="641"/>
            <ac:spMk id="5" creationId="{1B96BC92-986F-0173-8FCD-D0C81D8C3D69}"/>
          </ac:spMkLst>
        </pc:spChg>
        <pc:spChg chg="add del mod ord">
          <ac:chgData name="Mengmeng Ge" userId="bb5bc401-97cb-4caf-9857-8ff441375414" providerId="ADAL" clId="{2B141AB8-8127-4816-86FC-45180CFE0139}" dt="2024-04-25T23:49:10.737" v="849" actId="12084"/>
          <ac:spMkLst>
            <pc:docMk/>
            <pc:sldMk cId="1714154212" sldId="641"/>
            <ac:spMk id="6" creationId="{07B8F1F2-4534-2768-98E2-B56E3FFF254E}"/>
          </ac:spMkLst>
        </pc:spChg>
        <pc:spChg chg="add del mod ord">
          <ac:chgData name="Mengmeng Ge" userId="bb5bc401-97cb-4caf-9857-8ff441375414" providerId="ADAL" clId="{2B141AB8-8127-4816-86FC-45180CFE0139}" dt="2024-04-25T23:48:48.111" v="847" actId="478"/>
          <ac:spMkLst>
            <pc:docMk/>
            <pc:sldMk cId="1714154212" sldId="641"/>
            <ac:spMk id="7" creationId="{29E84F20-CCBA-8633-AC20-5D35FD040AF7}"/>
          </ac:spMkLst>
        </pc:spChg>
        <pc:graphicFrameChg chg="add mod">
          <ac:chgData name="Mengmeng Ge" userId="bb5bc401-97cb-4caf-9857-8ff441375414" providerId="ADAL" clId="{2B141AB8-8127-4816-86FC-45180CFE0139}" dt="2024-04-25T23:48:40.606" v="843" actId="12084"/>
          <ac:graphicFrameMkLst>
            <pc:docMk/>
            <pc:sldMk cId="1714154212" sldId="641"/>
            <ac:graphicFrameMk id="8" creationId="{FC3A5AAC-5726-290C-CCFF-9DEDBA3D07CA}"/>
          </ac:graphicFrameMkLst>
        </pc:graphicFrameChg>
        <pc:graphicFrameChg chg="add mod">
          <ac:chgData name="Mengmeng Ge" userId="bb5bc401-97cb-4caf-9857-8ff441375414" providerId="ADAL" clId="{2B141AB8-8127-4816-86FC-45180CFE0139}" dt="2024-04-25T23:49:10.737" v="849" actId="12084"/>
          <ac:graphicFrameMkLst>
            <pc:docMk/>
            <pc:sldMk cId="1714154212" sldId="641"/>
            <ac:graphicFrameMk id="9" creationId="{FDE4D431-904C-9115-9AE3-7B37B823091C}"/>
          </ac:graphicFrameMkLst>
        </pc:graphicFrameChg>
      </pc:sldChg>
      <pc:sldChg chg="addSp modSp new mod">
        <pc:chgData name="Mengmeng Ge" userId="bb5bc401-97cb-4caf-9857-8ff441375414" providerId="ADAL" clId="{2B141AB8-8127-4816-86FC-45180CFE0139}" dt="2024-04-26T00:00:09.710" v="971" actId="20577"/>
        <pc:sldMkLst>
          <pc:docMk/>
          <pc:sldMk cId="4033648951" sldId="642"/>
        </pc:sldMkLst>
        <pc:spChg chg="mod">
          <ac:chgData name="Mengmeng Ge" userId="bb5bc401-97cb-4caf-9857-8ff441375414" providerId="ADAL" clId="{2B141AB8-8127-4816-86FC-45180CFE0139}" dt="2024-04-26T00:00:09.710" v="971" actId="20577"/>
          <ac:spMkLst>
            <pc:docMk/>
            <pc:sldMk cId="4033648951" sldId="642"/>
            <ac:spMk id="2" creationId="{8E5FFA6E-563A-77DC-BAAE-DA617E0210F1}"/>
          </ac:spMkLst>
        </pc:spChg>
        <pc:spChg chg="mod">
          <ac:chgData name="Mengmeng Ge" userId="bb5bc401-97cb-4caf-9857-8ff441375414" providerId="ADAL" clId="{2B141AB8-8127-4816-86FC-45180CFE0139}" dt="2024-04-25T23:55:17.750" v="923" actId="14100"/>
          <ac:spMkLst>
            <pc:docMk/>
            <pc:sldMk cId="4033648951" sldId="642"/>
            <ac:spMk id="3" creationId="{1696E5D1-BF84-ED72-F4BA-816CA5F1709A}"/>
          </ac:spMkLst>
        </pc:spChg>
        <pc:spChg chg="add mod">
          <ac:chgData name="Mengmeng Ge" userId="bb5bc401-97cb-4caf-9857-8ff441375414" providerId="ADAL" clId="{2B141AB8-8127-4816-86FC-45180CFE0139}" dt="2024-04-25T23:56:10.832" v="933" actId="20577"/>
          <ac:spMkLst>
            <pc:docMk/>
            <pc:sldMk cId="4033648951" sldId="642"/>
            <ac:spMk id="9" creationId="{85CC94B8-3B7B-9C29-04A3-965A65F77506}"/>
          </ac:spMkLst>
        </pc:spChg>
        <pc:picChg chg="add mod">
          <ac:chgData name="Mengmeng Ge" userId="bb5bc401-97cb-4caf-9857-8ff441375414" providerId="ADAL" clId="{2B141AB8-8127-4816-86FC-45180CFE0139}" dt="2024-04-25T23:55:23.198" v="927" actId="1076"/>
          <ac:picMkLst>
            <pc:docMk/>
            <pc:sldMk cId="4033648951" sldId="642"/>
            <ac:picMk id="6" creationId="{81D377C4-A3D2-8D8E-5FD7-B9E27EA146EF}"/>
          </ac:picMkLst>
        </pc:picChg>
        <pc:picChg chg="add mod">
          <ac:chgData name="Mengmeng Ge" userId="bb5bc401-97cb-4caf-9857-8ff441375414" providerId="ADAL" clId="{2B141AB8-8127-4816-86FC-45180CFE0139}" dt="2024-04-25T23:55:47.862" v="930" actId="1076"/>
          <ac:picMkLst>
            <pc:docMk/>
            <pc:sldMk cId="4033648951" sldId="642"/>
            <ac:picMk id="8" creationId="{364D36D4-D707-7F29-88FC-C20CC5D14A21}"/>
          </ac:picMkLst>
        </pc:picChg>
      </pc:sldChg>
      <pc:sldChg chg="addSp modSp new mod">
        <pc:chgData name="Mengmeng Ge" userId="bb5bc401-97cb-4caf-9857-8ff441375414" providerId="ADAL" clId="{2B141AB8-8127-4816-86FC-45180CFE0139}" dt="2024-04-26T06:13:55.426" v="1281" actId="1076"/>
        <pc:sldMkLst>
          <pc:docMk/>
          <pc:sldMk cId="376048239" sldId="643"/>
        </pc:sldMkLst>
        <pc:spChg chg="mod">
          <ac:chgData name="Mengmeng Ge" userId="bb5bc401-97cb-4caf-9857-8ff441375414" providerId="ADAL" clId="{2B141AB8-8127-4816-86FC-45180CFE0139}" dt="2024-04-26T06:08:15.934" v="1256" actId="20577"/>
          <ac:spMkLst>
            <pc:docMk/>
            <pc:sldMk cId="376048239" sldId="643"/>
            <ac:spMk id="2" creationId="{C4A77A5C-EFD0-4844-39AF-6A776D127AAB}"/>
          </ac:spMkLst>
        </pc:spChg>
        <pc:spChg chg="mod">
          <ac:chgData name="Mengmeng Ge" userId="bb5bc401-97cb-4caf-9857-8ff441375414" providerId="ADAL" clId="{2B141AB8-8127-4816-86FC-45180CFE0139}" dt="2024-04-26T06:13:34.614" v="1277" actId="20577"/>
          <ac:spMkLst>
            <pc:docMk/>
            <pc:sldMk cId="376048239" sldId="643"/>
            <ac:spMk id="3" creationId="{7C516F62-D841-BD38-20CD-BB2E1F159F36}"/>
          </ac:spMkLst>
        </pc:spChg>
        <pc:spChg chg="mod">
          <ac:chgData name="Mengmeng Ge" userId="bb5bc401-97cb-4caf-9857-8ff441375414" providerId="ADAL" clId="{2B141AB8-8127-4816-86FC-45180CFE0139}" dt="2024-04-26T06:13:52.070" v="1280"/>
          <ac:spMkLst>
            <pc:docMk/>
            <pc:sldMk cId="376048239" sldId="643"/>
            <ac:spMk id="6" creationId="{7F5F44F8-772A-F270-0FF3-B0D78904E223}"/>
          </ac:spMkLst>
        </pc:spChg>
        <pc:spChg chg="mod">
          <ac:chgData name="Mengmeng Ge" userId="bb5bc401-97cb-4caf-9857-8ff441375414" providerId="ADAL" clId="{2B141AB8-8127-4816-86FC-45180CFE0139}" dt="2024-04-26T06:13:52.070" v="1280"/>
          <ac:spMkLst>
            <pc:docMk/>
            <pc:sldMk cId="376048239" sldId="643"/>
            <ac:spMk id="7" creationId="{5F1E993A-525E-CB3E-EDA0-2AF5CD3174D7}"/>
          </ac:spMkLst>
        </pc:spChg>
        <pc:spChg chg="mod">
          <ac:chgData name="Mengmeng Ge" userId="bb5bc401-97cb-4caf-9857-8ff441375414" providerId="ADAL" clId="{2B141AB8-8127-4816-86FC-45180CFE0139}" dt="2024-04-26T06:13:52.070" v="1280"/>
          <ac:spMkLst>
            <pc:docMk/>
            <pc:sldMk cId="376048239" sldId="643"/>
            <ac:spMk id="8" creationId="{EF10ACE2-7B48-44BC-A54A-3C23BB4A821A}"/>
          </ac:spMkLst>
        </pc:spChg>
        <pc:spChg chg="mod">
          <ac:chgData name="Mengmeng Ge" userId="bb5bc401-97cb-4caf-9857-8ff441375414" providerId="ADAL" clId="{2B141AB8-8127-4816-86FC-45180CFE0139}" dt="2024-04-26T06:13:52.070" v="1280"/>
          <ac:spMkLst>
            <pc:docMk/>
            <pc:sldMk cId="376048239" sldId="643"/>
            <ac:spMk id="9" creationId="{CE3CD2DF-238E-40DF-CF69-14C84742F0AC}"/>
          </ac:spMkLst>
        </pc:spChg>
        <pc:spChg chg="mod">
          <ac:chgData name="Mengmeng Ge" userId="bb5bc401-97cb-4caf-9857-8ff441375414" providerId="ADAL" clId="{2B141AB8-8127-4816-86FC-45180CFE0139}" dt="2024-04-26T06:13:52.070" v="1280"/>
          <ac:spMkLst>
            <pc:docMk/>
            <pc:sldMk cId="376048239" sldId="643"/>
            <ac:spMk id="10" creationId="{31448431-DB44-515A-A834-24406F551D30}"/>
          </ac:spMkLst>
        </pc:spChg>
        <pc:spChg chg="mod">
          <ac:chgData name="Mengmeng Ge" userId="bb5bc401-97cb-4caf-9857-8ff441375414" providerId="ADAL" clId="{2B141AB8-8127-4816-86FC-45180CFE0139}" dt="2024-04-26T06:13:52.070" v="1280"/>
          <ac:spMkLst>
            <pc:docMk/>
            <pc:sldMk cId="376048239" sldId="643"/>
            <ac:spMk id="11" creationId="{4B4A64DF-5B23-1ABC-F28C-16939A0B2D2E}"/>
          </ac:spMkLst>
        </pc:spChg>
        <pc:spChg chg="mod">
          <ac:chgData name="Mengmeng Ge" userId="bb5bc401-97cb-4caf-9857-8ff441375414" providerId="ADAL" clId="{2B141AB8-8127-4816-86FC-45180CFE0139}" dt="2024-04-26T06:13:52.070" v="1280"/>
          <ac:spMkLst>
            <pc:docMk/>
            <pc:sldMk cId="376048239" sldId="643"/>
            <ac:spMk id="12" creationId="{D941D428-D711-8499-4821-E8A68274D59B}"/>
          </ac:spMkLst>
        </pc:spChg>
        <pc:spChg chg="mod">
          <ac:chgData name="Mengmeng Ge" userId="bb5bc401-97cb-4caf-9857-8ff441375414" providerId="ADAL" clId="{2B141AB8-8127-4816-86FC-45180CFE0139}" dt="2024-04-26T06:13:52.070" v="1280"/>
          <ac:spMkLst>
            <pc:docMk/>
            <pc:sldMk cId="376048239" sldId="643"/>
            <ac:spMk id="13" creationId="{73405468-0943-7E57-0627-26D17AB1E6C2}"/>
          </ac:spMkLst>
        </pc:spChg>
        <pc:grpChg chg="add mod">
          <ac:chgData name="Mengmeng Ge" userId="bb5bc401-97cb-4caf-9857-8ff441375414" providerId="ADAL" clId="{2B141AB8-8127-4816-86FC-45180CFE0139}" dt="2024-04-26T06:13:55.426" v="1281" actId="1076"/>
          <ac:grpSpMkLst>
            <pc:docMk/>
            <pc:sldMk cId="376048239" sldId="643"/>
            <ac:grpSpMk id="5" creationId="{D3AEE63F-3D05-19F2-BE74-B0C7F5B7B4DF}"/>
          </ac:grpSpMkLst>
        </pc:grpChg>
      </pc:sldChg>
      <pc:sldChg chg="modSp new mod">
        <pc:chgData name="Mengmeng Ge" userId="bb5bc401-97cb-4caf-9857-8ff441375414" providerId="ADAL" clId="{2B141AB8-8127-4816-86FC-45180CFE0139}" dt="2024-04-26T06:29:47.252" v="1472" actId="20577"/>
        <pc:sldMkLst>
          <pc:docMk/>
          <pc:sldMk cId="3059838887" sldId="644"/>
        </pc:sldMkLst>
        <pc:spChg chg="mod">
          <ac:chgData name="Mengmeng Ge" userId="bb5bc401-97cb-4caf-9857-8ff441375414" providerId="ADAL" clId="{2B141AB8-8127-4816-86FC-45180CFE0139}" dt="2024-04-26T06:28:22.736" v="1423" actId="20577"/>
          <ac:spMkLst>
            <pc:docMk/>
            <pc:sldMk cId="3059838887" sldId="644"/>
            <ac:spMk id="2" creationId="{4ED14E05-1A9D-3C74-FA6C-52FDDB8272C5}"/>
          </ac:spMkLst>
        </pc:spChg>
        <pc:spChg chg="mod">
          <ac:chgData name="Mengmeng Ge" userId="bb5bc401-97cb-4caf-9857-8ff441375414" providerId="ADAL" clId="{2B141AB8-8127-4816-86FC-45180CFE0139}" dt="2024-04-26T06:29:47.252" v="1472" actId="20577"/>
          <ac:spMkLst>
            <pc:docMk/>
            <pc:sldMk cId="3059838887" sldId="644"/>
            <ac:spMk id="3" creationId="{81382169-EEE2-2471-3B1C-0FF81234BC5B}"/>
          </ac:spMkLst>
        </pc:spChg>
      </pc:sldChg>
      <pc:sldChg chg="addSp delSp modSp new mod chgLayout">
        <pc:chgData name="Mengmeng Ge" userId="bb5bc401-97cb-4caf-9857-8ff441375414" providerId="ADAL" clId="{2B141AB8-8127-4816-86FC-45180CFE0139}" dt="2024-04-26T21:55:26.580" v="1810" actId="114"/>
        <pc:sldMkLst>
          <pc:docMk/>
          <pc:sldMk cId="1387087638" sldId="645"/>
        </pc:sldMkLst>
        <pc:spChg chg="mod ord">
          <ac:chgData name="Mengmeng Ge" userId="bb5bc401-97cb-4caf-9857-8ff441375414" providerId="ADAL" clId="{2B141AB8-8127-4816-86FC-45180CFE0139}" dt="2024-04-26T21:52:44.789" v="1741" actId="700"/>
          <ac:spMkLst>
            <pc:docMk/>
            <pc:sldMk cId="1387087638" sldId="645"/>
            <ac:spMk id="2" creationId="{143D8113-B6C8-54EF-1B3A-1929ACC088CE}"/>
          </ac:spMkLst>
        </pc:spChg>
        <pc:spChg chg="del">
          <ac:chgData name="Mengmeng Ge" userId="bb5bc401-97cb-4caf-9857-8ff441375414" providerId="ADAL" clId="{2B141AB8-8127-4816-86FC-45180CFE0139}" dt="2024-04-26T07:01:13.787" v="1536" actId="22"/>
          <ac:spMkLst>
            <pc:docMk/>
            <pc:sldMk cId="1387087638" sldId="645"/>
            <ac:spMk id="3" creationId="{421B4A7A-BA3E-ADA4-D5E9-5B152253A4B1}"/>
          </ac:spMkLst>
        </pc:spChg>
        <pc:spChg chg="mod ord">
          <ac:chgData name="Mengmeng Ge" userId="bb5bc401-97cb-4caf-9857-8ff441375414" providerId="ADAL" clId="{2B141AB8-8127-4816-86FC-45180CFE0139}" dt="2024-04-26T21:52:44.789" v="1741" actId="700"/>
          <ac:spMkLst>
            <pc:docMk/>
            <pc:sldMk cId="1387087638" sldId="645"/>
            <ac:spMk id="4" creationId="{4FAFD064-1CB8-380B-A7DA-1CB95035DB54}"/>
          </ac:spMkLst>
        </pc:spChg>
        <pc:spChg chg="add mod">
          <ac:chgData name="Mengmeng Ge" userId="bb5bc401-97cb-4caf-9857-8ff441375414" providerId="ADAL" clId="{2B141AB8-8127-4816-86FC-45180CFE0139}" dt="2024-04-26T21:55:26.580" v="1810" actId="114"/>
          <ac:spMkLst>
            <pc:docMk/>
            <pc:sldMk cId="1387087638" sldId="645"/>
            <ac:spMk id="5" creationId="{0A4C9C63-FCE6-66A4-A3C1-8544777C670C}"/>
          </ac:spMkLst>
        </pc:spChg>
        <pc:spChg chg="add mod">
          <ac:chgData name="Mengmeng Ge" userId="bb5bc401-97cb-4caf-9857-8ff441375414" providerId="ADAL" clId="{2B141AB8-8127-4816-86FC-45180CFE0139}" dt="2024-04-26T07:04:37.436" v="1565" actId="20577"/>
          <ac:spMkLst>
            <pc:docMk/>
            <pc:sldMk cId="1387087638" sldId="645"/>
            <ac:spMk id="7" creationId="{D1B689AC-58BA-78AD-33CD-9506A53E71F8}"/>
          </ac:spMkLst>
        </pc:spChg>
        <pc:picChg chg="add mod ord">
          <ac:chgData name="Mengmeng Ge" userId="bb5bc401-97cb-4caf-9857-8ff441375414" providerId="ADAL" clId="{2B141AB8-8127-4816-86FC-45180CFE0139}" dt="2024-04-26T21:52:53.401" v="1748" actId="1036"/>
          <ac:picMkLst>
            <pc:docMk/>
            <pc:sldMk cId="1387087638" sldId="645"/>
            <ac:picMk id="6" creationId="{C3EB3A3E-2055-F937-8705-1F04EDC18E59}"/>
          </ac:picMkLst>
        </pc:picChg>
      </pc:sldChg>
      <pc:sldChg chg="addSp delSp modSp new mod modClrScheme chgLayout">
        <pc:chgData name="Mengmeng Ge" userId="bb5bc401-97cb-4caf-9857-8ff441375414" providerId="ADAL" clId="{2B141AB8-8127-4816-86FC-45180CFE0139}" dt="2024-04-26T10:12:19.824" v="1594" actId="20577"/>
        <pc:sldMkLst>
          <pc:docMk/>
          <pc:sldMk cId="4033279596" sldId="646"/>
        </pc:sldMkLst>
        <pc:spChg chg="del mod ord">
          <ac:chgData name="Mengmeng Ge" userId="bb5bc401-97cb-4caf-9857-8ff441375414" providerId="ADAL" clId="{2B141AB8-8127-4816-86FC-45180CFE0139}" dt="2024-04-26T10:12:12.615" v="1568" actId="700"/>
          <ac:spMkLst>
            <pc:docMk/>
            <pc:sldMk cId="4033279596" sldId="646"/>
            <ac:spMk id="2" creationId="{7E23D237-AC93-58CE-0D79-0AE3E5F87B41}"/>
          </ac:spMkLst>
        </pc:spChg>
        <pc:spChg chg="del mod ord">
          <ac:chgData name="Mengmeng Ge" userId="bb5bc401-97cb-4caf-9857-8ff441375414" providerId="ADAL" clId="{2B141AB8-8127-4816-86FC-45180CFE0139}" dt="2024-04-26T10:12:12.615" v="1568" actId="700"/>
          <ac:spMkLst>
            <pc:docMk/>
            <pc:sldMk cId="4033279596" sldId="646"/>
            <ac:spMk id="3" creationId="{0842A739-202B-9712-F850-A1D86FCFCE72}"/>
          </ac:spMkLst>
        </pc:spChg>
        <pc:spChg chg="mod ord">
          <ac:chgData name="Mengmeng Ge" userId="bb5bc401-97cb-4caf-9857-8ff441375414" providerId="ADAL" clId="{2B141AB8-8127-4816-86FC-45180CFE0139}" dt="2024-04-26T10:12:12.615" v="1568" actId="700"/>
          <ac:spMkLst>
            <pc:docMk/>
            <pc:sldMk cId="4033279596" sldId="646"/>
            <ac:spMk id="4" creationId="{DAD2085D-D338-21DD-B074-EC7AE42C776C}"/>
          </ac:spMkLst>
        </pc:spChg>
        <pc:spChg chg="add mod ord">
          <ac:chgData name="Mengmeng Ge" userId="bb5bc401-97cb-4caf-9857-8ff441375414" providerId="ADAL" clId="{2B141AB8-8127-4816-86FC-45180CFE0139}" dt="2024-04-26T10:12:19.824" v="1594" actId="20577"/>
          <ac:spMkLst>
            <pc:docMk/>
            <pc:sldMk cId="4033279596" sldId="646"/>
            <ac:spMk id="5" creationId="{6E620F00-8377-41AE-064A-2656AB55D45B}"/>
          </ac:spMkLst>
        </pc:spChg>
        <pc:spChg chg="add mod ord">
          <ac:chgData name="Mengmeng Ge" userId="bb5bc401-97cb-4caf-9857-8ff441375414" providerId="ADAL" clId="{2B141AB8-8127-4816-86FC-45180CFE0139}" dt="2024-04-26T10:12:12.615" v="1568" actId="700"/>
          <ac:spMkLst>
            <pc:docMk/>
            <pc:sldMk cId="4033279596" sldId="646"/>
            <ac:spMk id="6" creationId="{C0AF7967-70EE-234F-B5DB-A67678EAF394}"/>
          </ac:spMkLst>
        </pc:spChg>
      </pc:sldChg>
      <pc:sldChg chg="addSp delSp modSp new del mod">
        <pc:chgData name="Mengmeng Ge" userId="bb5bc401-97cb-4caf-9857-8ff441375414" providerId="ADAL" clId="{2B141AB8-8127-4816-86FC-45180CFE0139}" dt="2024-04-27T02:54:19.369" v="2298" actId="47"/>
        <pc:sldMkLst>
          <pc:docMk/>
          <pc:sldMk cId="1546000500" sldId="647"/>
        </pc:sldMkLst>
        <pc:spChg chg="mod">
          <ac:chgData name="Mengmeng Ge" userId="bb5bc401-97cb-4caf-9857-8ff441375414" providerId="ADAL" clId="{2B141AB8-8127-4816-86FC-45180CFE0139}" dt="2024-04-27T02:47:34.498" v="2197"/>
          <ac:spMkLst>
            <pc:docMk/>
            <pc:sldMk cId="1546000500" sldId="647"/>
            <ac:spMk id="2" creationId="{FFC034E3-AA18-5808-700A-DE75FC5E32F0}"/>
          </ac:spMkLst>
        </pc:spChg>
        <pc:spChg chg="mod">
          <ac:chgData name="Mengmeng Ge" userId="bb5bc401-97cb-4caf-9857-8ff441375414" providerId="ADAL" clId="{2B141AB8-8127-4816-86FC-45180CFE0139}" dt="2024-04-27T02:48:52.133" v="2216" actId="14100"/>
          <ac:spMkLst>
            <pc:docMk/>
            <pc:sldMk cId="1546000500" sldId="647"/>
            <ac:spMk id="3" creationId="{29B96734-B6AD-4F57-9FCD-110D472D2416}"/>
          </ac:spMkLst>
        </pc:spChg>
        <pc:picChg chg="add del mod">
          <ac:chgData name="Mengmeng Ge" userId="bb5bc401-97cb-4caf-9857-8ff441375414" providerId="ADAL" clId="{2B141AB8-8127-4816-86FC-45180CFE0139}" dt="2024-04-27T02:51:20.237" v="2250" actId="21"/>
          <ac:picMkLst>
            <pc:docMk/>
            <pc:sldMk cId="1546000500" sldId="647"/>
            <ac:picMk id="6" creationId="{65BE733A-0CF9-94EA-F2A6-A436F769FD55}"/>
          </ac:picMkLst>
        </pc:picChg>
      </pc:sldChg>
      <pc:sldMasterChg chg="delSldLayout">
        <pc:chgData name="Mengmeng Ge" userId="bb5bc401-97cb-4caf-9857-8ff441375414" providerId="ADAL" clId="{2B141AB8-8127-4816-86FC-45180CFE0139}" dt="2024-04-25T23:49:25.117" v="850" actId="47"/>
        <pc:sldMasterMkLst>
          <pc:docMk/>
          <pc:sldMasterMk cId="3806536233" sldId="2147483718"/>
        </pc:sldMasterMkLst>
        <pc:sldLayoutChg chg="del">
          <pc:chgData name="Mengmeng Ge" userId="bb5bc401-97cb-4caf-9857-8ff441375414" providerId="ADAL" clId="{2B141AB8-8127-4816-86FC-45180CFE0139}" dt="2024-04-25T23:49:25.117" v="850" actId="47"/>
          <pc:sldLayoutMkLst>
            <pc:docMk/>
            <pc:sldMasterMk cId="3806536233" sldId="2147483718"/>
            <pc:sldLayoutMk cId="3059730036" sldId="2147483729"/>
          </pc:sldLayoutMkLst>
        </pc:sldLayoutChg>
        <pc:sldLayoutChg chg="del">
          <pc:chgData name="Mengmeng Ge" userId="bb5bc401-97cb-4caf-9857-8ff441375414" providerId="ADAL" clId="{2B141AB8-8127-4816-86FC-45180CFE0139}" dt="2024-04-25T23:26:05.303" v="614" actId="47"/>
          <pc:sldLayoutMkLst>
            <pc:docMk/>
            <pc:sldMasterMk cId="3806536233" sldId="2147483718"/>
            <pc:sldLayoutMk cId="535582112" sldId="2147483730"/>
          </pc:sldLayoutMkLst>
        </pc:sldLayoutChg>
      </pc:sldMasterChg>
    </pc:docChg>
  </pc:docChgLst>
  <pc:docChgLst>
    <pc:chgData name="Mengmeng Ge" userId="bb5bc401-97cb-4caf-9857-8ff441375414" providerId="ADAL" clId="{D8A284C5-69F6-479B-84FF-FB58E121B1A2}"/>
    <pc:docChg chg="custSel modSld">
      <pc:chgData name="Mengmeng Ge" userId="bb5bc401-97cb-4caf-9857-8ff441375414" providerId="ADAL" clId="{D8A284C5-69F6-479B-84FF-FB58E121B1A2}" dt="2024-08-09T03:21:48.555" v="27" actId="948"/>
      <pc:docMkLst>
        <pc:docMk/>
      </pc:docMkLst>
      <pc:sldChg chg="modSp mod">
        <pc:chgData name="Mengmeng Ge" userId="bb5bc401-97cb-4caf-9857-8ff441375414" providerId="ADAL" clId="{D8A284C5-69F6-479B-84FF-FB58E121B1A2}" dt="2024-08-09T03:14:55.382" v="19" actId="20577"/>
        <pc:sldMkLst>
          <pc:docMk/>
          <pc:sldMk cId="2050972430" sldId="315"/>
        </pc:sldMkLst>
        <pc:spChg chg="mod">
          <ac:chgData name="Mengmeng Ge" userId="bb5bc401-97cb-4caf-9857-8ff441375414" providerId="ADAL" clId="{D8A284C5-69F6-479B-84FF-FB58E121B1A2}" dt="2024-08-09T03:14:55.382" v="19" actId="20577"/>
          <ac:spMkLst>
            <pc:docMk/>
            <pc:sldMk cId="2050972430" sldId="315"/>
            <ac:spMk id="7" creationId="{00000000-0000-0000-0000-000000000000}"/>
          </ac:spMkLst>
        </pc:spChg>
      </pc:sldChg>
      <pc:sldChg chg="modSp mod">
        <pc:chgData name="Mengmeng Ge" userId="bb5bc401-97cb-4caf-9857-8ff441375414" providerId="ADAL" clId="{D8A284C5-69F6-479B-84FF-FB58E121B1A2}" dt="2024-08-09T03:21:48.555" v="27" actId="948"/>
        <pc:sldMkLst>
          <pc:docMk/>
          <pc:sldMk cId="2341978254" sldId="336"/>
        </pc:sldMkLst>
        <pc:spChg chg="mod">
          <ac:chgData name="Mengmeng Ge" userId="bb5bc401-97cb-4caf-9857-8ff441375414" providerId="ADAL" clId="{D8A284C5-69F6-479B-84FF-FB58E121B1A2}" dt="2024-08-09T03:21:48.555" v="27" actId="948"/>
          <ac:spMkLst>
            <pc:docMk/>
            <pc:sldMk cId="2341978254" sldId="336"/>
            <ac:spMk id="3" creationId="{00000000-0000-0000-0000-000000000000}"/>
          </ac:spMkLst>
        </pc:spChg>
      </pc:sldChg>
      <pc:sldChg chg="modNotesTx">
        <pc:chgData name="Mengmeng Ge" userId="bb5bc401-97cb-4caf-9857-8ff441375414" providerId="ADAL" clId="{D8A284C5-69F6-479B-84FF-FB58E121B1A2}" dt="2024-08-09T03:14:18.554" v="16" actId="20577"/>
        <pc:sldMkLst>
          <pc:docMk/>
          <pc:sldMk cId="64101205" sldId="636"/>
        </pc:sldMkLst>
      </pc:sldChg>
      <pc:sldChg chg="modSp mod">
        <pc:chgData name="Mengmeng Ge" userId="bb5bc401-97cb-4caf-9857-8ff441375414" providerId="ADAL" clId="{D8A284C5-69F6-479B-84FF-FB58E121B1A2}" dt="2024-08-09T03:20:22.343" v="24" actId="20577"/>
        <pc:sldMkLst>
          <pc:docMk/>
          <pc:sldMk cId="3059838887" sldId="644"/>
        </pc:sldMkLst>
        <pc:spChg chg="mod">
          <ac:chgData name="Mengmeng Ge" userId="bb5bc401-97cb-4caf-9857-8ff441375414" providerId="ADAL" clId="{D8A284C5-69F6-479B-84FF-FB58E121B1A2}" dt="2024-08-09T03:20:22.343" v="24" actId="20577"/>
          <ac:spMkLst>
            <pc:docMk/>
            <pc:sldMk cId="3059838887" sldId="644"/>
            <ac:spMk id="3" creationId="{81382169-EEE2-2471-3B1C-0FF81234BC5B}"/>
          </ac:spMkLst>
        </pc:spChg>
      </pc:sldChg>
    </pc:docChg>
  </pc:docChgLst>
  <pc:docChgLst>
    <pc:chgData name="Mengmeng Ge" userId="bb5bc401-97cb-4caf-9857-8ff441375414" providerId="ADAL" clId="{AD64BBD9-B02B-4EB0-B413-2DCD0EA1CCB9}"/>
    <pc:docChg chg="undo custSel addSld delSld modSld sldOrd">
      <pc:chgData name="Mengmeng Ge" userId="bb5bc401-97cb-4caf-9857-8ff441375414" providerId="ADAL" clId="{AD64BBD9-B02B-4EB0-B413-2DCD0EA1CCB9}" dt="2024-04-24T02:41:12.848" v="216" actId="20577"/>
      <pc:docMkLst>
        <pc:docMk/>
      </pc:docMkLst>
      <pc:sldChg chg="add del">
        <pc:chgData name="Mengmeng Ge" userId="bb5bc401-97cb-4caf-9857-8ff441375414" providerId="ADAL" clId="{AD64BBD9-B02B-4EB0-B413-2DCD0EA1CCB9}" dt="2024-04-24T02:32:05.664" v="80" actId="47"/>
        <pc:sldMkLst>
          <pc:docMk/>
          <pc:sldMk cId="0" sldId="263"/>
        </pc:sldMkLst>
      </pc:sldChg>
      <pc:sldChg chg="ord">
        <pc:chgData name="Mengmeng Ge" userId="bb5bc401-97cb-4caf-9857-8ff441375414" providerId="ADAL" clId="{AD64BBD9-B02B-4EB0-B413-2DCD0EA1CCB9}" dt="2024-04-24T02:40:25.245" v="195"/>
        <pc:sldMkLst>
          <pc:docMk/>
          <pc:sldMk cId="1073999421" sldId="264"/>
        </pc:sldMkLst>
      </pc:sldChg>
      <pc:sldChg chg="del">
        <pc:chgData name="Mengmeng Ge" userId="bb5bc401-97cb-4caf-9857-8ff441375414" providerId="ADAL" clId="{AD64BBD9-B02B-4EB0-B413-2DCD0EA1CCB9}" dt="2024-04-24T02:40:12.052" v="193" actId="47"/>
        <pc:sldMkLst>
          <pc:docMk/>
          <pc:sldMk cId="1085422583" sldId="343"/>
        </pc:sldMkLst>
      </pc:sldChg>
      <pc:sldChg chg="del">
        <pc:chgData name="Mengmeng Ge" userId="bb5bc401-97cb-4caf-9857-8ff441375414" providerId="ADAL" clId="{AD64BBD9-B02B-4EB0-B413-2DCD0EA1CCB9}" dt="2024-04-24T02:32:57.922" v="81" actId="47"/>
        <pc:sldMkLst>
          <pc:docMk/>
          <pc:sldMk cId="4107775462" sldId="362"/>
        </pc:sldMkLst>
      </pc:sldChg>
      <pc:sldChg chg="del">
        <pc:chgData name="Mengmeng Ge" userId="bb5bc401-97cb-4caf-9857-8ff441375414" providerId="ADAL" clId="{AD64BBD9-B02B-4EB0-B413-2DCD0EA1CCB9}" dt="2024-04-24T02:32:58.476" v="82" actId="47"/>
        <pc:sldMkLst>
          <pc:docMk/>
          <pc:sldMk cId="4209269083" sldId="363"/>
        </pc:sldMkLst>
      </pc:sldChg>
      <pc:sldChg chg="modSp mod">
        <pc:chgData name="Mengmeng Ge" userId="bb5bc401-97cb-4caf-9857-8ff441375414" providerId="ADAL" clId="{AD64BBD9-B02B-4EB0-B413-2DCD0EA1CCB9}" dt="2024-04-24T02:31:23.792" v="79" actId="20577"/>
        <pc:sldMkLst>
          <pc:docMk/>
          <pc:sldMk cId="0" sldId="409"/>
        </pc:sldMkLst>
        <pc:spChg chg="mod">
          <ac:chgData name="Mengmeng Ge" userId="bb5bc401-97cb-4caf-9857-8ff441375414" providerId="ADAL" clId="{AD64BBD9-B02B-4EB0-B413-2DCD0EA1CCB9}" dt="2024-04-24T02:31:23.792" v="79" actId="20577"/>
          <ac:spMkLst>
            <pc:docMk/>
            <pc:sldMk cId="0" sldId="409"/>
            <ac:spMk id="5" creationId="{00000000-0000-0000-0000-000000000000}"/>
          </ac:spMkLst>
        </pc:spChg>
      </pc:sldChg>
      <pc:sldChg chg="modSp mod">
        <pc:chgData name="Mengmeng Ge" userId="bb5bc401-97cb-4caf-9857-8ff441375414" providerId="ADAL" clId="{AD64BBD9-B02B-4EB0-B413-2DCD0EA1CCB9}" dt="2024-04-24T02:40:06.857" v="192" actId="20577"/>
        <pc:sldMkLst>
          <pc:docMk/>
          <pc:sldMk cId="2852110861" sldId="457"/>
        </pc:sldMkLst>
        <pc:spChg chg="mod">
          <ac:chgData name="Mengmeng Ge" userId="bb5bc401-97cb-4caf-9857-8ff441375414" providerId="ADAL" clId="{AD64BBD9-B02B-4EB0-B413-2DCD0EA1CCB9}" dt="2024-04-24T02:40:06.857" v="192" actId="20577"/>
          <ac:spMkLst>
            <pc:docMk/>
            <pc:sldMk cId="2852110861" sldId="457"/>
            <ac:spMk id="3" creationId="{00000000-0000-0000-0000-000000000000}"/>
          </ac:spMkLst>
        </pc:spChg>
      </pc:sldChg>
      <pc:sldChg chg="modSp mod">
        <pc:chgData name="Mengmeng Ge" userId="bb5bc401-97cb-4caf-9857-8ff441375414" providerId="ADAL" clId="{AD64BBD9-B02B-4EB0-B413-2DCD0EA1CCB9}" dt="2024-04-24T02:41:12.848" v="216" actId="20577"/>
        <pc:sldMkLst>
          <pc:docMk/>
          <pc:sldMk cId="606395498" sldId="632"/>
        </pc:sldMkLst>
        <pc:spChg chg="mod">
          <ac:chgData name="Mengmeng Ge" userId="bb5bc401-97cb-4caf-9857-8ff441375414" providerId="ADAL" clId="{AD64BBD9-B02B-4EB0-B413-2DCD0EA1CCB9}" dt="2024-04-24T02:41:12.848" v="216" actId="20577"/>
          <ac:spMkLst>
            <pc:docMk/>
            <pc:sldMk cId="606395498" sldId="632"/>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360088-CE5D-4E98-9E88-84B194B206A3}" type="doc">
      <dgm:prSet loTypeId="urn:microsoft.com/office/officeart/2005/8/layout/hProcess3" loCatId="process" qsTypeId="urn:microsoft.com/office/officeart/2005/8/quickstyle/simple1" qsCatId="simple" csTypeId="urn:microsoft.com/office/officeart/2005/8/colors/accent1_2" csCatId="accent1" phldr="1"/>
      <dgm:spPr/>
      <dgm:t>
        <a:bodyPr/>
        <a:lstStyle/>
        <a:p>
          <a:endParaRPr lang="en-AU"/>
        </a:p>
      </dgm:t>
    </dgm:pt>
    <dgm:pt modelId="{C35F5F54-1735-48BF-9AC8-5CEECA5568DF}">
      <dgm:prSet/>
      <dgm:spPr/>
      <dgm:t>
        <a:bodyPr/>
        <a:lstStyle/>
        <a:p>
          <a:r>
            <a:rPr lang="en-GB" u="sng" dirty="0"/>
            <a:t>Sender to compute the checksum</a:t>
          </a:r>
          <a:endParaRPr lang="en-AU" dirty="0"/>
        </a:p>
      </dgm:t>
    </dgm:pt>
    <dgm:pt modelId="{771C3E70-A4C9-44BA-95EB-F331AB2E5F94}" type="parTrans" cxnId="{BFDA087E-FD73-4315-9EEB-2251AD9446AC}">
      <dgm:prSet/>
      <dgm:spPr/>
      <dgm:t>
        <a:bodyPr/>
        <a:lstStyle/>
        <a:p>
          <a:endParaRPr lang="en-AU"/>
        </a:p>
      </dgm:t>
    </dgm:pt>
    <dgm:pt modelId="{FAE49DD4-3CB8-4D3B-A898-5D717FE038C2}" type="sibTrans" cxnId="{BFDA087E-FD73-4315-9EEB-2251AD9446AC}">
      <dgm:prSet/>
      <dgm:spPr/>
      <dgm:t>
        <a:bodyPr/>
        <a:lstStyle/>
        <a:p>
          <a:endParaRPr lang="en-AU"/>
        </a:p>
      </dgm:t>
    </dgm:pt>
    <dgm:pt modelId="{537BB64B-783C-44F4-AF36-31665B1E5956}">
      <dgm:prSet/>
      <dgm:spPr/>
      <dgm:t>
        <a:bodyPr/>
        <a:lstStyle/>
        <a:p>
          <a:r>
            <a:rPr lang="en-GB"/>
            <a:t>The checksum field is set to all zeros. </a:t>
          </a:r>
          <a:endParaRPr lang="en-AU"/>
        </a:p>
      </dgm:t>
    </dgm:pt>
    <dgm:pt modelId="{3A83E3C7-DD0A-4278-BBAB-B29103328220}" type="parTrans" cxnId="{9BF641E7-4BF5-424B-8386-182C001E30B1}">
      <dgm:prSet/>
      <dgm:spPr/>
      <dgm:t>
        <a:bodyPr/>
        <a:lstStyle/>
        <a:p>
          <a:endParaRPr lang="en-AU"/>
        </a:p>
      </dgm:t>
    </dgm:pt>
    <dgm:pt modelId="{58C78DE6-E4F5-4224-AC48-D9120C40B2E5}" type="sibTrans" cxnId="{9BF641E7-4BF5-424B-8386-182C001E30B1}">
      <dgm:prSet/>
      <dgm:spPr/>
      <dgm:t>
        <a:bodyPr/>
        <a:lstStyle/>
        <a:p>
          <a:endParaRPr lang="en-AU"/>
        </a:p>
      </dgm:t>
    </dgm:pt>
    <dgm:pt modelId="{895CE869-F2A7-4E93-8D67-B87027C1FC31}">
      <dgm:prSet/>
      <dgm:spPr/>
      <dgm:t>
        <a:bodyPr/>
        <a:lstStyle/>
        <a:p>
          <a:r>
            <a:rPr lang="en-GB" dirty="0"/>
            <a:t>The checksum is calculated by performing the one’s-complement addition of all the words in the header, and then taking the ones-complement operation of the result. </a:t>
          </a:r>
          <a:endParaRPr lang="en-AU" dirty="0"/>
        </a:p>
      </dgm:t>
    </dgm:pt>
    <dgm:pt modelId="{9A92BC69-967D-4F2B-9C56-56387A42A77A}" type="parTrans" cxnId="{9DB40996-E7E4-41F6-8BEE-44CCFB568E20}">
      <dgm:prSet/>
      <dgm:spPr/>
      <dgm:t>
        <a:bodyPr/>
        <a:lstStyle/>
        <a:p>
          <a:endParaRPr lang="en-AU"/>
        </a:p>
      </dgm:t>
    </dgm:pt>
    <dgm:pt modelId="{153EB496-7627-44D2-8C04-CBC0F4932CC7}" type="sibTrans" cxnId="{9DB40996-E7E4-41F6-8BEE-44CCFB568E20}">
      <dgm:prSet/>
      <dgm:spPr/>
      <dgm:t>
        <a:bodyPr/>
        <a:lstStyle/>
        <a:p>
          <a:endParaRPr lang="en-AU"/>
        </a:p>
      </dgm:t>
    </dgm:pt>
    <dgm:pt modelId="{13A06181-E543-4EA5-A2F1-69492E1CEA8B}">
      <dgm:prSet/>
      <dgm:spPr/>
      <dgm:t>
        <a:bodyPr/>
        <a:lstStyle/>
        <a:p>
          <a:r>
            <a:rPr lang="en-GB"/>
            <a:t>This result is placed in the checksum field.</a:t>
          </a:r>
          <a:endParaRPr lang="en-AU"/>
        </a:p>
      </dgm:t>
    </dgm:pt>
    <dgm:pt modelId="{7FE0222D-583A-48EB-84A6-DD73333EEC1C}" type="parTrans" cxnId="{BB88C37E-7E0E-4B78-9299-8ECD89D04F0D}">
      <dgm:prSet/>
      <dgm:spPr/>
      <dgm:t>
        <a:bodyPr/>
        <a:lstStyle/>
        <a:p>
          <a:endParaRPr lang="en-AU"/>
        </a:p>
      </dgm:t>
    </dgm:pt>
    <dgm:pt modelId="{C9515FF8-901A-4E8D-8F82-078FB8C51783}" type="sibTrans" cxnId="{BB88C37E-7E0E-4B78-9299-8ECD89D04F0D}">
      <dgm:prSet/>
      <dgm:spPr/>
      <dgm:t>
        <a:bodyPr/>
        <a:lstStyle/>
        <a:p>
          <a:endParaRPr lang="en-AU"/>
        </a:p>
      </dgm:t>
    </dgm:pt>
    <dgm:pt modelId="{5CE79CAE-09C1-4AEF-B67A-0FC2FF08D45C}">
      <dgm:prSet/>
      <dgm:spPr/>
      <dgm:t>
        <a:bodyPr/>
        <a:lstStyle/>
        <a:p>
          <a:r>
            <a:rPr lang="en-GB" u="sng" dirty="0"/>
            <a:t>Receiver to verify a checksum</a:t>
          </a:r>
          <a:endParaRPr lang="en-AU" dirty="0"/>
        </a:p>
      </dgm:t>
    </dgm:pt>
    <dgm:pt modelId="{2B0DE6C3-3611-4344-9ADF-BFE031AEB909}" type="parTrans" cxnId="{4544AE3F-9BC7-4033-A77F-DA139CB7FDDF}">
      <dgm:prSet/>
      <dgm:spPr/>
      <dgm:t>
        <a:bodyPr/>
        <a:lstStyle/>
        <a:p>
          <a:endParaRPr lang="en-AU"/>
        </a:p>
      </dgm:t>
    </dgm:pt>
    <dgm:pt modelId="{7E8C177B-1EE7-4AED-894C-CC1923AF76A3}" type="sibTrans" cxnId="{4544AE3F-9BC7-4033-A77F-DA139CB7FDDF}">
      <dgm:prSet/>
      <dgm:spPr/>
      <dgm:t>
        <a:bodyPr/>
        <a:lstStyle/>
        <a:p>
          <a:endParaRPr lang="en-AU"/>
        </a:p>
      </dgm:t>
    </dgm:pt>
    <dgm:pt modelId="{37A5FE16-601C-4197-BC50-FF9B68132EA2}">
      <dgm:prSet/>
      <dgm:spPr/>
      <dgm:t>
        <a:bodyPr/>
        <a:lstStyle/>
        <a:p>
          <a:r>
            <a:rPr lang="en-GB" dirty="0"/>
            <a:t>The one’s-complement sum is computed over the same set of octets, including the checksum field. </a:t>
          </a:r>
          <a:endParaRPr lang="en-AU" dirty="0"/>
        </a:p>
      </dgm:t>
    </dgm:pt>
    <dgm:pt modelId="{CE34CC1F-526D-4904-8C21-FB545EF3F550}" type="parTrans" cxnId="{D7E2DB6E-809F-4DDA-8B6A-2331312E0B55}">
      <dgm:prSet/>
      <dgm:spPr/>
      <dgm:t>
        <a:bodyPr/>
        <a:lstStyle/>
        <a:p>
          <a:endParaRPr lang="en-AU"/>
        </a:p>
      </dgm:t>
    </dgm:pt>
    <dgm:pt modelId="{D6796543-4319-4CA0-A5B1-B169EA300CA3}" type="sibTrans" cxnId="{D7E2DB6E-809F-4DDA-8B6A-2331312E0B55}">
      <dgm:prSet/>
      <dgm:spPr/>
      <dgm:t>
        <a:bodyPr/>
        <a:lstStyle/>
        <a:p>
          <a:endParaRPr lang="en-AU"/>
        </a:p>
      </dgm:t>
    </dgm:pt>
    <dgm:pt modelId="{3E90B604-8300-4F02-B4E3-B307FA4FCB09}">
      <dgm:prSet/>
      <dgm:spPr/>
      <dgm:t>
        <a:bodyPr/>
        <a:lstStyle/>
        <a:p>
          <a:r>
            <a:rPr lang="en-GB" dirty="0"/>
            <a:t>The check succeeds if the result is all 1 bits.</a:t>
          </a:r>
          <a:endParaRPr lang="en-AU" dirty="0"/>
        </a:p>
      </dgm:t>
    </dgm:pt>
    <dgm:pt modelId="{8C43340D-71EC-4769-BC8E-C46EA0C674D5}" type="parTrans" cxnId="{616E8CF7-85A2-464E-A5AD-EDF362A35A06}">
      <dgm:prSet/>
      <dgm:spPr/>
      <dgm:t>
        <a:bodyPr/>
        <a:lstStyle/>
        <a:p>
          <a:endParaRPr lang="en-AU"/>
        </a:p>
      </dgm:t>
    </dgm:pt>
    <dgm:pt modelId="{CF7344AC-960E-4328-8A20-E82EA234FD77}" type="sibTrans" cxnId="{616E8CF7-85A2-464E-A5AD-EDF362A35A06}">
      <dgm:prSet/>
      <dgm:spPr/>
      <dgm:t>
        <a:bodyPr/>
        <a:lstStyle/>
        <a:p>
          <a:endParaRPr lang="en-AU"/>
        </a:p>
      </dgm:t>
    </dgm:pt>
    <dgm:pt modelId="{EAC5F735-5BD2-4EDA-990E-9DF3DD24D859}">
      <dgm:prSet/>
      <dgm:spPr/>
      <dgm:t>
        <a:bodyPr/>
        <a:lstStyle/>
        <a:p>
          <a:r>
            <a:rPr lang="en-AU" dirty="0"/>
            <a:t>The header is treated as </a:t>
          </a:r>
          <a:r>
            <a:rPr lang="en-NZ" dirty="0"/>
            <a:t>a sequence of 16-bit integers​.</a:t>
          </a:r>
          <a:endParaRPr lang="en-AU" dirty="0"/>
        </a:p>
      </dgm:t>
    </dgm:pt>
    <dgm:pt modelId="{B99E5086-D1D2-45AF-B2B9-57A063D9D6F1}" type="parTrans" cxnId="{60A44672-77CE-45E9-A3DD-319B9533F8BD}">
      <dgm:prSet/>
      <dgm:spPr/>
      <dgm:t>
        <a:bodyPr/>
        <a:lstStyle/>
        <a:p>
          <a:endParaRPr lang="en-NZ"/>
        </a:p>
      </dgm:t>
    </dgm:pt>
    <dgm:pt modelId="{9AA6AFED-8256-45AC-AD1A-EBA26D976F1A}" type="sibTrans" cxnId="{60A44672-77CE-45E9-A3DD-319B9533F8BD}">
      <dgm:prSet/>
      <dgm:spPr/>
      <dgm:t>
        <a:bodyPr/>
        <a:lstStyle/>
        <a:p>
          <a:endParaRPr lang="en-NZ"/>
        </a:p>
      </dgm:t>
    </dgm:pt>
    <dgm:pt modelId="{160F7C44-E698-48AE-9EF9-385707B99B32}" type="pres">
      <dgm:prSet presAssocID="{16360088-CE5D-4E98-9E88-84B194B206A3}" presName="Name0" presStyleCnt="0">
        <dgm:presLayoutVars>
          <dgm:dir/>
          <dgm:animLvl val="lvl"/>
          <dgm:resizeHandles val="exact"/>
        </dgm:presLayoutVars>
      </dgm:prSet>
      <dgm:spPr/>
    </dgm:pt>
    <dgm:pt modelId="{87935B1B-5696-45CA-AF3E-D3F285718904}" type="pres">
      <dgm:prSet presAssocID="{16360088-CE5D-4E98-9E88-84B194B206A3}" presName="dummy" presStyleCnt="0"/>
      <dgm:spPr/>
    </dgm:pt>
    <dgm:pt modelId="{DBB767D9-9CA1-46DB-AB73-BEDF692A249C}" type="pres">
      <dgm:prSet presAssocID="{16360088-CE5D-4E98-9E88-84B194B206A3}" presName="linH" presStyleCnt="0"/>
      <dgm:spPr/>
    </dgm:pt>
    <dgm:pt modelId="{40C232D1-B654-4BA0-91F5-DBEB061C268E}" type="pres">
      <dgm:prSet presAssocID="{16360088-CE5D-4E98-9E88-84B194B206A3}" presName="padding1" presStyleCnt="0"/>
      <dgm:spPr/>
    </dgm:pt>
    <dgm:pt modelId="{2E5FB5E2-47C6-4F1B-815E-D4715B8E8CBE}" type="pres">
      <dgm:prSet presAssocID="{C35F5F54-1735-48BF-9AC8-5CEECA5568DF}" presName="linV" presStyleCnt="0"/>
      <dgm:spPr/>
    </dgm:pt>
    <dgm:pt modelId="{55C4B768-3A9F-4D69-9DAA-227647ECF7C6}" type="pres">
      <dgm:prSet presAssocID="{C35F5F54-1735-48BF-9AC8-5CEECA5568DF}" presName="spVertical1" presStyleCnt="0"/>
      <dgm:spPr/>
    </dgm:pt>
    <dgm:pt modelId="{AA19FECE-CB5C-450E-990F-1270E5CB03F1}" type="pres">
      <dgm:prSet presAssocID="{C35F5F54-1735-48BF-9AC8-5CEECA5568DF}" presName="parTx" presStyleLbl="revTx" presStyleIdx="0" presStyleCnt="4">
        <dgm:presLayoutVars>
          <dgm:chMax val="0"/>
          <dgm:chPref val="0"/>
          <dgm:bulletEnabled val="1"/>
        </dgm:presLayoutVars>
      </dgm:prSet>
      <dgm:spPr/>
    </dgm:pt>
    <dgm:pt modelId="{80943B32-863B-41CE-B2C6-B46C27A6813C}" type="pres">
      <dgm:prSet presAssocID="{C35F5F54-1735-48BF-9AC8-5CEECA5568DF}" presName="spVertical2" presStyleCnt="0"/>
      <dgm:spPr/>
    </dgm:pt>
    <dgm:pt modelId="{CFBEEABE-C8AF-428F-8DC3-C2C7EEE073AD}" type="pres">
      <dgm:prSet presAssocID="{C35F5F54-1735-48BF-9AC8-5CEECA5568DF}" presName="spVertical3" presStyleCnt="0"/>
      <dgm:spPr/>
    </dgm:pt>
    <dgm:pt modelId="{6282E445-37E7-4013-9F8C-24D7966CD6C5}" type="pres">
      <dgm:prSet presAssocID="{C35F5F54-1735-48BF-9AC8-5CEECA5568DF}" presName="desTx" presStyleLbl="revTx" presStyleIdx="1" presStyleCnt="4">
        <dgm:presLayoutVars>
          <dgm:bulletEnabled val="1"/>
        </dgm:presLayoutVars>
      </dgm:prSet>
      <dgm:spPr/>
    </dgm:pt>
    <dgm:pt modelId="{E2D2D2E6-CE40-4FBB-822D-17B4CE755C06}" type="pres">
      <dgm:prSet presAssocID="{FAE49DD4-3CB8-4D3B-A898-5D717FE038C2}" presName="space" presStyleCnt="0"/>
      <dgm:spPr/>
    </dgm:pt>
    <dgm:pt modelId="{CB65CA44-EAFD-4263-B72C-67401987F5A8}" type="pres">
      <dgm:prSet presAssocID="{5CE79CAE-09C1-4AEF-B67A-0FC2FF08D45C}" presName="linV" presStyleCnt="0"/>
      <dgm:spPr/>
    </dgm:pt>
    <dgm:pt modelId="{9D98DC60-55B6-446F-956F-1588166BC863}" type="pres">
      <dgm:prSet presAssocID="{5CE79CAE-09C1-4AEF-B67A-0FC2FF08D45C}" presName="spVertical1" presStyleCnt="0"/>
      <dgm:spPr/>
    </dgm:pt>
    <dgm:pt modelId="{C8E459EB-3C0B-46FC-BF62-F451285D4914}" type="pres">
      <dgm:prSet presAssocID="{5CE79CAE-09C1-4AEF-B67A-0FC2FF08D45C}" presName="parTx" presStyleLbl="revTx" presStyleIdx="2" presStyleCnt="4">
        <dgm:presLayoutVars>
          <dgm:chMax val="0"/>
          <dgm:chPref val="0"/>
          <dgm:bulletEnabled val="1"/>
        </dgm:presLayoutVars>
      </dgm:prSet>
      <dgm:spPr/>
    </dgm:pt>
    <dgm:pt modelId="{B627590A-E7A3-483F-A70D-986963B8C93F}" type="pres">
      <dgm:prSet presAssocID="{5CE79CAE-09C1-4AEF-B67A-0FC2FF08D45C}" presName="spVertical2" presStyleCnt="0"/>
      <dgm:spPr/>
    </dgm:pt>
    <dgm:pt modelId="{BAF24274-C3CC-4034-932E-6FC6595FA78D}" type="pres">
      <dgm:prSet presAssocID="{5CE79CAE-09C1-4AEF-B67A-0FC2FF08D45C}" presName="spVertical3" presStyleCnt="0"/>
      <dgm:spPr/>
    </dgm:pt>
    <dgm:pt modelId="{D67810F4-935E-4A94-8F82-AB1B177C4B42}" type="pres">
      <dgm:prSet presAssocID="{5CE79CAE-09C1-4AEF-B67A-0FC2FF08D45C}" presName="desTx" presStyleLbl="revTx" presStyleIdx="3" presStyleCnt="4">
        <dgm:presLayoutVars>
          <dgm:bulletEnabled val="1"/>
        </dgm:presLayoutVars>
      </dgm:prSet>
      <dgm:spPr/>
    </dgm:pt>
    <dgm:pt modelId="{A6179ABA-9F67-490C-A508-7BA0D8206F44}" type="pres">
      <dgm:prSet presAssocID="{16360088-CE5D-4E98-9E88-84B194B206A3}" presName="padding2" presStyleCnt="0"/>
      <dgm:spPr/>
    </dgm:pt>
    <dgm:pt modelId="{FAA61ACD-A248-42A7-9C04-54E91D65C425}" type="pres">
      <dgm:prSet presAssocID="{16360088-CE5D-4E98-9E88-84B194B206A3}" presName="negArrow" presStyleCnt="0"/>
      <dgm:spPr/>
    </dgm:pt>
    <dgm:pt modelId="{C14455BC-AB1E-4701-8A34-1EB513B7067E}" type="pres">
      <dgm:prSet presAssocID="{16360088-CE5D-4E98-9E88-84B194B206A3}" presName="backgroundArrow" presStyleLbl="node1" presStyleIdx="0" presStyleCnt="1"/>
      <dgm:spPr/>
    </dgm:pt>
  </dgm:ptLst>
  <dgm:cxnLst>
    <dgm:cxn modelId="{ADEF660E-502C-4F3C-BBD7-5289E36AA1BE}" type="presOf" srcId="{3E90B604-8300-4F02-B4E3-B307FA4FCB09}" destId="{D67810F4-935E-4A94-8F82-AB1B177C4B42}" srcOrd="0" destOrd="1" presId="urn:microsoft.com/office/officeart/2005/8/layout/hProcess3"/>
    <dgm:cxn modelId="{60E8D018-CC34-49B1-9A9F-A77523479398}" type="presOf" srcId="{13A06181-E543-4EA5-A2F1-69492E1CEA8B}" destId="{6282E445-37E7-4013-9F8C-24D7966CD6C5}" srcOrd="0" destOrd="3" presId="urn:microsoft.com/office/officeart/2005/8/layout/hProcess3"/>
    <dgm:cxn modelId="{3A357D3B-FBE3-4F58-BBA5-5B2610AD3335}" type="presOf" srcId="{37A5FE16-601C-4197-BC50-FF9B68132EA2}" destId="{D67810F4-935E-4A94-8F82-AB1B177C4B42}" srcOrd="0" destOrd="0" presId="urn:microsoft.com/office/officeart/2005/8/layout/hProcess3"/>
    <dgm:cxn modelId="{4544AE3F-9BC7-4033-A77F-DA139CB7FDDF}" srcId="{16360088-CE5D-4E98-9E88-84B194B206A3}" destId="{5CE79CAE-09C1-4AEF-B67A-0FC2FF08D45C}" srcOrd="1" destOrd="0" parTransId="{2B0DE6C3-3611-4344-9ADF-BFE031AEB909}" sibTransId="{7E8C177B-1EE7-4AED-894C-CC1923AF76A3}"/>
    <dgm:cxn modelId="{943D0F5D-D269-4F1E-80B7-7673C8F886E3}" type="presOf" srcId="{C35F5F54-1735-48BF-9AC8-5CEECA5568DF}" destId="{AA19FECE-CB5C-450E-990F-1270E5CB03F1}" srcOrd="0" destOrd="0" presId="urn:microsoft.com/office/officeart/2005/8/layout/hProcess3"/>
    <dgm:cxn modelId="{C50D5466-BDC2-4942-8CB5-63B415E08929}" type="presOf" srcId="{EAC5F735-5BD2-4EDA-990E-9DF3DD24D859}" destId="{6282E445-37E7-4013-9F8C-24D7966CD6C5}" srcOrd="0" destOrd="1" presId="urn:microsoft.com/office/officeart/2005/8/layout/hProcess3"/>
    <dgm:cxn modelId="{D7E2DB6E-809F-4DDA-8B6A-2331312E0B55}" srcId="{5CE79CAE-09C1-4AEF-B67A-0FC2FF08D45C}" destId="{37A5FE16-601C-4197-BC50-FF9B68132EA2}" srcOrd="0" destOrd="0" parTransId="{CE34CC1F-526D-4904-8C21-FB545EF3F550}" sibTransId="{D6796543-4319-4CA0-A5B1-B169EA300CA3}"/>
    <dgm:cxn modelId="{60A44672-77CE-45E9-A3DD-319B9533F8BD}" srcId="{C35F5F54-1735-48BF-9AC8-5CEECA5568DF}" destId="{EAC5F735-5BD2-4EDA-990E-9DF3DD24D859}" srcOrd="1" destOrd="0" parTransId="{B99E5086-D1D2-45AF-B2B9-57A063D9D6F1}" sibTransId="{9AA6AFED-8256-45AC-AD1A-EBA26D976F1A}"/>
    <dgm:cxn modelId="{BFDA087E-FD73-4315-9EEB-2251AD9446AC}" srcId="{16360088-CE5D-4E98-9E88-84B194B206A3}" destId="{C35F5F54-1735-48BF-9AC8-5CEECA5568DF}" srcOrd="0" destOrd="0" parTransId="{771C3E70-A4C9-44BA-95EB-F331AB2E5F94}" sibTransId="{FAE49DD4-3CB8-4D3B-A898-5D717FE038C2}"/>
    <dgm:cxn modelId="{BB88C37E-7E0E-4B78-9299-8ECD89D04F0D}" srcId="{C35F5F54-1735-48BF-9AC8-5CEECA5568DF}" destId="{13A06181-E543-4EA5-A2F1-69492E1CEA8B}" srcOrd="3" destOrd="0" parTransId="{7FE0222D-583A-48EB-84A6-DD73333EEC1C}" sibTransId="{C9515FF8-901A-4E8D-8F82-078FB8C51783}"/>
    <dgm:cxn modelId="{F7F7AE81-3848-49D9-AF8F-7BA97EDC4DC3}" type="presOf" srcId="{5CE79CAE-09C1-4AEF-B67A-0FC2FF08D45C}" destId="{C8E459EB-3C0B-46FC-BF62-F451285D4914}" srcOrd="0" destOrd="0" presId="urn:microsoft.com/office/officeart/2005/8/layout/hProcess3"/>
    <dgm:cxn modelId="{9DB40996-E7E4-41F6-8BEE-44CCFB568E20}" srcId="{C35F5F54-1735-48BF-9AC8-5CEECA5568DF}" destId="{895CE869-F2A7-4E93-8D67-B87027C1FC31}" srcOrd="2" destOrd="0" parTransId="{9A92BC69-967D-4F2B-9C56-56387A42A77A}" sibTransId="{153EB496-7627-44D2-8C04-CBC0F4932CC7}"/>
    <dgm:cxn modelId="{696A2AAB-54C8-461D-B43E-4FC4621A190C}" type="presOf" srcId="{16360088-CE5D-4E98-9E88-84B194B206A3}" destId="{160F7C44-E698-48AE-9EF9-385707B99B32}" srcOrd="0" destOrd="0" presId="urn:microsoft.com/office/officeart/2005/8/layout/hProcess3"/>
    <dgm:cxn modelId="{74EE4ECE-2C50-4DD7-968C-EC44248413A7}" type="presOf" srcId="{537BB64B-783C-44F4-AF36-31665B1E5956}" destId="{6282E445-37E7-4013-9F8C-24D7966CD6C5}" srcOrd="0" destOrd="0" presId="urn:microsoft.com/office/officeart/2005/8/layout/hProcess3"/>
    <dgm:cxn modelId="{9BF641E7-4BF5-424B-8386-182C001E30B1}" srcId="{C35F5F54-1735-48BF-9AC8-5CEECA5568DF}" destId="{537BB64B-783C-44F4-AF36-31665B1E5956}" srcOrd="0" destOrd="0" parTransId="{3A83E3C7-DD0A-4278-BBAB-B29103328220}" sibTransId="{58C78DE6-E4F5-4224-AC48-D9120C40B2E5}"/>
    <dgm:cxn modelId="{031E51EF-6324-4246-A576-50D44E3CDEC3}" type="presOf" srcId="{895CE869-F2A7-4E93-8D67-B87027C1FC31}" destId="{6282E445-37E7-4013-9F8C-24D7966CD6C5}" srcOrd="0" destOrd="2" presId="urn:microsoft.com/office/officeart/2005/8/layout/hProcess3"/>
    <dgm:cxn modelId="{616E8CF7-85A2-464E-A5AD-EDF362A35A06}" srcId="{5CE79CAE-09C1-4AEF-B67A-0FC2FF08D45C}" destId="{3E90B604-8300-4F02-B4E3-B307FA4FCB09}" srcOrd="1" destOrd="0" parTransId="{8C43340D-71EC-4769-BC8E-C46EA0C674D5}" sibTransId="{CF7344AC-960E-4328-8A20-E82EA234FD77}"/>
    <dgm:cxn modelId="{5F7D9D78-61A1-4AD3-A641-C05A5DE427D9}" type="presParOf" srcId="{160F7C44-E698-48AE-9EF9-385707B99B32}" destId="{87935B1B-5696-45CA-AF3E-D3F285718904}" srcOrd="0" destOrd="0" presId="urn:microsoft.com/office/officeart/2005/8/layout/hProcess3"/>
    <dgm:cxn modelId="{DBC009F8-6287-4AC8-8EDC-BB655EA41631}" type="presParOf" srcId="{160F7C44-E698-48AE-9EF9-385707B99B32}" destId="{DBB767D9-9CA1-46DB-AB73-BEDF692A249C}" srcOrd="1" destOrd="0" presId="urn:microsoft.com/office/officeart/2005/8/layout/hProcess3"/>
    <dgm:cxn modelId="{F67A1D01-1D90-4D8E-96C9-14D5DD874179}" type="presParOf" srcId="{DBB767D9-9CA1-46DB-AB73-BEDF692A249C}" destId="{40C232D1-B654-4BA0-91F5-DBEB061C268E}" srcOrd="0" destOrd="0" presId="urn:microsoft.com/office/officeart/2005/8/layout/hProcess3"/>
    <dgm:cxn modelId="{32025B27-4BCA-49F1-BB26-EE695A44F630}" type="presParOf" srcId="{DBB767D9-9CA1-46DB-AB73-BEDF692A249C}" destId="{2E5FB5E2-47C6-4F1B-815E-D4715B8E8CBE}" srcOrd="1" destOrd="0" presId="urn:microsoft.com/office/officeart/2005/8/layout/hProcess3"/>
    <dgm:cxn modelId="{8F5F1E79-423A-4EAB-BD02-4AEBB4E47AA0}" type="presParOf" srcId="{2E5FB5E2-47C6-4F1B-815E-D4715B8E8CBE}" destId="{55C4B768-3A9F-4D69-9DAA-227647ECF7C6}" srcOrd="0" destOrd="0" presId="urn:microsoft.com/office/officeart/2005/8/layout/hProcess3"/>
    <dgm:cxn modelId="{E9181031-FE9F-4529-A5B5-D192140E706E}" type="presParOf" srcId="{2E5FB5E2-47C6-4F1B-815E-D4715B8E8CBE}" destId="{AA19FECE-CB5C-450E-990F-1270E5CB03F1}" srcOrd="1" destOrd="0" presId="urn:microsoft.com/office/officeart/2005/8/layout/hProcess3"/>
    <dgm:cxn modelId="{16F561EE-AA97-4AFB-91D5-D4595CC8D8DA}" type="presParOf" srcId="{2E5FB5E2-47C6-4F1B-815E-D4715B8E8CBE}" destId="{80943B32-863B-41CE-B2C6-B46C27A6813C}" srcOrd="2" destOrd="0" presId="urn:microsoft.com/office/officeart/2005/8/layout/hProcess3"/>
    <dgm:cxn modelId="{2FFFA6BB-D807-4DEB-AA22-34312B5CD1E7}" type="presParOf" srcId="{2E5FB5E2-47C6-4F1B-815E-D4715B8E8CBE}" destId="{CFBEEABE-C8AF-428F-8DC3-C2C7EEE073AD}" srcOrd="3" destOrd="0" presId="urn:microsoft.com/office/officeart/2005/8/layout/hProcess3"/>
    <dgm:cxn modelId="{DB2F14E2-BAA4-48D3-AC2D-5BEE3F3AA44D}" type="presParOf" srcId="{2E5FB5E2-47C6-4F1B-815E-D4715B8E8CBE}" destId="{6282E445-37E7-4013-9F8C-24D7966CD6C5}" srcOrd="4" destOrd="0" presId="urn:microsoft.com/office/officeart/2005/8/layout/hProcess3"/>
    <dgm:cxn modelId="{841AE9DF-E011-4AB7-AAF7-D66E1870A1CA}" type="presParOf" srcId="{DBB767D9-9CA1-46DB-AB73-BEDF692A249C}" destId="{E2D2D2E6-CE40-4FBB-822D-17B4CE755C06}" srcOrd="2" destOrd="0" presId="urn:microsoft.com/office/officeart/2005/8/layout/hProcess3"/>
    <dgm:cxn modelId="{78D8176C-BF1E-4533-89FD-6C0CF761D5C7}" type="presParOf" srcId="{DBB767D9-9CA1-46DB-AB73-BEDF692A249C}" destId="{CB65CA44-EAFD-4263-B72C-67401987F5A8}" srcOrd="3" destOrd="0" presId="urn:microsoft.com/office/officeart/2005/8/layout/hProcess3"/>
    <dgm:cxn modelId="{9E6E5107-256D-4B33-A2DA-C9C8BBF364C3}" type="presParOf" srcId="{CB65CA44-EAFD-4263-B72C-67401987F5A8}" destId="{9D98DC60-55B6-446F-956F-1588166BC863}" srcOrd="0" destOrd="0" presId="urn:microsoft.com/office/officeart/2005/8/layout/hProcess3"/>
    <dgm:cxn modelId="{F131E008-DF02-4D52-9ECA-02DA8426E666}" type="presParOf" srcId="{CB65CA44-EAFD-4263-B72C-67401987F5A8}" destId="{C8E459EB-3C0B-46FC-BF62-F451285D4914}" srcOrd="1" destOrd="0" presId="urn:microsoft.com/office/officeart/2005/8/layout/hProcess3"/>
    <dgm:cxn modelId="{9FA71020-43EF-458A-B83B-A64EF14BF886}" type="presParOf" srcId="{CB65CA44-EAFD-4263-B72C-67401987F5A8}" destId="{B627590A-E7A3-483F-A70D-986963B8C93F}" srcOrd="2" destOrd="0" presId="urn:microsoft.com/office/officeart/2005/8/layout/hProcess3"/>
    <dgm:cxn modelId="{DE54B27B-0EB0-4CFE-AB2D-CD3F03883672}" type="presParOf" srcId="{CB65CA44-EAFD-4263-B72C-67401987F5A8}" destId="{BAF24274-C3CC-4034-932E-6FC6595FA78D}" srcOrd="3" destOrd="0" presId="urn:microsoft.com/office/officeart/2005/8/layout/hProcess3"/>
    <dgm:cxn modelId="{C566FAE4-86DF-4361-B4A8-8DFFE99EA6FA}" type="presParOf" srcId="{CB65CA44-EAFD-4263-B72C-67401987F5A8}" destId="{D67810F4-935E-4A94-8F82-AB1B177C4B42}" srcOrd="4" destOrd="0" presId="urn:microsoft.com/office/officeart/2005/8/layout/hProcess3"/>
    <dgm:cxn modelId="{778AAB1C-3AD5-41E7-9D57-6458100BADE1}" type="presParOf" srcId="{DBB767D9-9CA1-46DB-AB73-BEDF692A249C}" destId="{A6179ABA-9F67-490C-A508-7BA0D8206F44}" srcOrd="4" destOrd="0" presId="urn:microsoft.com/office/officeart/2005/8/layout/hProcess3"/>
    <dgm:cxn modelId="{AA53D147-014D-428E-8E81-ABF48379E844}" type="presParOf" srcId="{DBB767D9-9CA1-46DB-AB73-BEDF692A249C}" destId="{FAA61ACD-A248-42A7-9C04-54E91D65C425}" srcOrd="5" destOrd="0" presId="urn:microsoft.com/office/officeart/2005/8/layout/hProcess3"/>
    <dgm:cxn modelId="{3A3C232D-EC06-4539-B2DE-180EE190BE6D}" type="presParOf" srcId="{DBB767D9-9CA1-46DB-AB73-BEDF692A249C}" destId="{C14455BC-AB1E-4701-8A34-1EB513B7067E}" srcOrd="6" destOrd="0" presId="urn:microsoft.com/office/officeart/2005/8/layout/h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D1BF39-AAD2-4124-9C0C-753EFDFAD144}"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AU"/>
        </a:p>
      </dgm:t>
    </dgm:pt>
    <dgm:pt modelId="{A865CC71-BF7E-4795-B0BF-4445706BD943}">
      <dgm:prSet/>
      <dgm:spPr/>
      <dgm:t>
        <a:bodyPr/>
        <a:lstStyle/>
        <a:p>
          <a:r>
            <a:rPr kumimoji="1" lang="en-GB" dirty="0">
              <a:solidFill>
                <a:schemeClr val="tx1">
                  <a:lumMod val="75000"/>
                  <a:lumOff val="25000"/>
                </a:schemeClr>
              </a:solidFill>
            </a:rPr>
            <a:t>Transmitter </a:t>
          </a:r>
          <a:endParaRPr lang="en-AU" dirty="0">
            <a:solidFill>
              <a:schemeClr val="tx1">
                <a:lumMod val="75000"/>
                <a:lumOff val="25000"/>
              </a:schemeClr>
            </a:solidFill>
          </a:endParaRPr>
        </a:p>
      </dgm:t>
    </dgm:pt>
    <dgm:pt modelId="{F1EADF77-66C5-42E2-923E-814785E2A8AB}" type="parTrans" cxnId="{0113526D-ECA6-4C70-928C-3A068567DBEE}">
      <dgm:prSet/>
      <dgm:spPr/>
      <dgm:t>
        <a:bodyPr/>
        <a:lstStyle/>
        <a:p>
          <a:endParaRPr lang="en-AU"/>
        </a:p>
      </dgm:t>
    </dgm:pt>
    <dgm:pt modelId="{D5AC3B29-B8E8-4694-A4F5-3453876189EE}" type="sibTrans" cxnId="{0113526D-ECA6-4C70-928C-3A068567DBEE}">
      <dgm:prSet/>
      <dgm:spPr/>
      <dgm:t>
        <a:bodyPr/>
        <a:lstStyle/>
        <a:p>
          <a:endParaRPr lang="en-AU"/>
        </a:p>
      </dgm:t>
    </dgm:pt>
    <dgm:pt modelId="{BF8E2515-DE19-472D-A1CC-D4A701990FE4}">
      <dgm:prSet/>
      <dgm:spPr/>
      <dgm:t>
        <a:bodyPr/>
        <a:lstStyle/>
        <a:p>
          <a:r>
            <a:rPr kumimoji="1" lang="en-GB" dirty="0"/>
            <a:t>Generate an (n - k)-bit sequence, known as a frame check sequence (FCS), such that the resulting frame, consisting of n bits, is exactly divisible by some predetermined number</a:t>
          </a:r>
          <a:endParaRPr lang="en-AU" dirty="0"/>
        </a:p>
      </dgm:t>
    </dgm:pt>
    <dgm:pt modelId="{CA137925-8825-40F2-AEFE-E1B76803BEED}" type="parTrans" cxnId="{8D7613A1-1492-472E-AD4C-A2EDE6E13405}">
      <dgm:prSet/>
      <dgm:spPr/>
      <dgm:t>
        <a:bodyPr/>
        <a:lstStyle/>
        <a:p>
          <a:endParaRPr lang="en-AU"/>
        </a:p>
      </dgm:t>
    </dgm:pt>
    <dgm:pt modelId="{B1784A84-6B9C-4923-A6E1-37BED4B8AB62}" type="sibTrans" cxnId="{8D7613A1-1492-472E-AD4C-A2EDE6E13405}">
      <dgm:prSet/>
      <dgm:spPr/>
      <dgm:t>
        <a:bodyPr/>
        <a:lstStyle/>
        <a:p>
          <a:endParaRPr lang="en-AU"/>
        </a:p>
      </dgm:t>
    </dgm:pt>
    <dgm:pt modelId="{DC27E7CA-C27F-4E50-8421-CDC3159E3BCF}">
      <dgm:prSet/>
      <dgm:spPr/>
      <dgm:t>
        <a:bodyPr/>
        <a:lstStyle/>
        <a:p>
          <a:r>
            <a:rPr kumimoji="1" lang="en-GB" dirty="0">
              <a:solidFill>
                <a:schemeClr val="tx1">
                  <a:lumMod val="75000"/>
                  <a:lumOff val="25000"/>
                </a:schemeClr>
              </a:solidFill>
            </a:rPr>
            <a:t>Receiver </a:t>
          </a:r>
          <a:endParaRPr lang="en-AU" dirty="0">
            <a:solidFill>
              <a:schemeClr val="tx1">
                <a:lumMod val="75000"/>
                <a:lumOff val="25000"/>
              </a:schemeClr>
            </a:solidFill>
          </a:endParaRPr>
        </a:p>
      </dgm:t>
    </dgm:pt>
    <dgm:pt modelId="{132EDC35-8CFA-4AB5-8295-A8A9CECAC047}" type="parTrans" cxnId="{A5C5B4E7-AC24-4B6F-8650-EA5A16FD9AB6}">
      <dgm:prSet/>
      <dgm:spPr/>
      <dgm:t>
        <a:bodyPr/>
        <a:lstStyle/>
        <a:p>
          <a:endParaRPr lang="en-AU"/>
        </a:p>
      </dgm:t>
    </dgm:pt>
    <dgm:pt modelId="{02FAA7E3-D568-4255-A427-6EA9FCC4E89A}" type="sibTrans" cxnId="{A5C5B4E7-AC24-4B6F-8650-EA5A16FD9AB6}">
      <dgm:prSet/>
      <dgm:spPr/>
      <dgm:t>
        <a:bodyPr/>
        <a:lstStyle/>
        <a:p>
          <a:endParaRPr lang="en-AU"/>
        </a:p>
      </dgm:t>
    </dgm:pt>
    <dgm:pt modelId="{7B9E673B-3B74-4101-93FD-29093462E4A0}">
      <dgm:prSet/>
      <dgm:spPr/>
      <dgm:t>
        <a:bodyPr/>
        <a:lstStyle/>
        <a:p>
          <a:r>
            <a:rPr kumimoji="1" lang="en-GB" dirty="0"/>
            <a:t>Divide the incoming frame by that number and, if there is no remainder, assume there was no error</a:t>
          </a:r>
          <a:endParaRPr lang="en-AU" dirty="0"/>
        </a:p>
      </dgm:t>
    </dgm:pt>
    <dgm:pt modelId="{F7D766B3-8F7F-42A9-A1AF-8BB9A197BABA}" type="parTrans" cxnId="{2702A72D-294D-4343-8901-36FC01441E52}">
      <dgm:prSet/>
      <dgm:spPr/>
      <dgm:t>
        <a:bodyPr/>
        <a:lstStyle/>
        <a:p>
          <a:endParaRPr lang="en-AU"/>
        </a:p>
      </dgm:t>
    </dgm:pt>
    <dgm:pt modelId="{7B33D84F-CF45-4A5D-991A-3F7AF4FE82CD}" type="sibTrans" cxnId="{2702A72D-294D-4343-8901-36FC01441E52}">
      <dgm:prSet/>
      <dgm:spPr/>
      <dgm:t>
        <a:bodyPr/>
        <a:lstStyle/>
        <a:p>
          <a:endParaRPr lang="en-AU"/>
        </a:p>
      </dgm:t>
    </dgm:pt>
    <dgm:pt modelId="{39A7BD80-9C94-4C80-BFAA-395E0CC361E3}" type="pres">
      <dgm:prSet presAssocID="{C4D1BF39-AAD2-4124-9C0C-753EFDFAD144}" presName="theList" presStyleCnt="0">
        <dgm:presLayoutVars>
          <dgm:dir/>
          <dgm:animLvl val="lvl"/>
          <dgm:resizeHandles val="exact"/>
        </dgm:presLayoutVars>
      </dgm:prSet>
      <dgm:spPr/>
    </dgm:pt>
    <dgm:pt modelId="{7CC42A6F-B4B1-410F-AE4E-B641EFEC4A9E}" type="pres">
      <dgm:prSet presAssocID="{A865CC71-BF7E-4795-B0BF-4445706BD943}" presName="compNode" presStyleCnt="0"/>
      <dgm:spPr/>
    </dgm:pt>
    <dgm:pt modelId="{12DD006B-318C-4CA3-A531-D5491A554CAC}" type="pres">
      <dgm:prSet presAssocID="{A865CC71-BF7E-4795-B0BF-4445706BD943}" presName="noGeometry" presStyleCnt="0"/>
      <dgm:spPr/>
    </dgm:pt>
    <dgm:pt modelId="{0EBA2908-D599-44C4-83A5-AEDAF0D3ED2A}" type="pres">
      <dgm:prSet presAssocID="{A865CC71-BF7E-4795-B0BF-4445706BD943}" presName="childTextVisible" presStyleLbl="bgAccFollowNode1" presStyleIdx="0" presStyleCnt="2">
        <dgm:presLayoutVars>
          <dgm:bulletEnabled val="1"/>
        </dgm:presLayoutVars>
      </dgm:prSet>
      <dgm:spPr/>
    </dgm:pt>
    <dgm:pt modelId="{2A8CD912-85EC-4CDC-82DA-61C708F23E45}" type="pres">
      <dgm:prSet presAssocID="{A865CC71-BF7E-4795-B0BF-4445706BD943}" presName="childTextHidden" presStyleLbl="bgAccFollowNode1" presStyleIdx="0" presStyleCnt="2"/>
      <dgm:spPr/>
    </dgm:pt>
    <dgm:pt modelId="{DCC5A66A-02E3-48EC-A66D-771E98EB362F}" type="pres">
      <dgm:prSet presAssocID="{A865CC71-BF7E-4795-B0BF-4445706BD943}" presName="parentText" presStyleLbl="node1" presStyleIdx="0" presStyleCnt="2">
        <dgm:presLayoutVars>
          <dgm:chMax val="1"/>
          <dgm:bulletEnabled val="1"/>
        </dgm:presLayoutVars>
      </dgm:prSet>
      <dgm:spPr/>
    </dgm:pt>
    <dgm:pt modelId="{DA006637-51EB-4819-A039-7146941708DF}" type="pres">
      <dgm:prSet presAssocID="{A865CC71-BF7E-4795-B0BF-4445706BD943}" presName="aSpace" presStyleCnt="0"/>
      <dgm:spPr/>
    </dgm:pt>
    <dgm:pt modelId="{9C6D07B9-E0CA-4F74-A944-063A4244E33F}" type="pres">
      <dgm:prSet presAssocID="{DC27E7CA-C27F-4E50-8421-CDC3159E3BCF}" presName="compNode" presStyleCnt="0"/>
      <dgm:spPr/>
    </dgm:pt>
    <dgm:pt modelId="{3845C2B0-4E07-41B4-8765-5BBC85629517}" type="pres">
      <dgm:prSet presAssocID="{DC27E7CA-C27F-4E50-8421-CDC3159E3BCF}" presName="noGeometry" presStyleCnt="0"/>
      <dgm:spPr/>
    </dgm:pt>
    <dgm:pt modelId="{87C1E3FF-8B24-4660-983F-2468192C5938}" type="pres">
      <dgm:prSet presAssocID="{DC27E7CA-C27F-4E50-8421-CDC3159E3BCF}" presName="childTextVisible" presStyleLbl="bgAccFollowNode1" presStyleIdx="1" presStyleCnt="2">
        <dgm:presLayoutVars>
          <dgm:bulletEnabled val="1"/>
        </dgm:presLayoutVars>
      </dgm:prSet>
      <dgm:spPr/>
    </dgm:pt>
    <dgm:pt modelId="{CA6BA0AC-0D6A-41B1-BC4C-690923768990}" type="pres">
      <dgm:prSet presAssocID="{DC27E7CA-C27F-4E50-8421-CDC3159E3BCF}" presName="childTextHidden" presStyleLbl="bgAccFollowNode1" presStyleIdx="1" presStyleCnt="2"/>
      <dgm:spPr/>
    </dgm:pt>
    <dgm:pt modelId="{20CB5209-919B-4600-B06E-E4DC55D43C39}" type="pres">
      <dgm:prSet presAssocID="{DC27E7CA-C27F-4E50-8421-CDC3159E3BCF}" presName="parentText" presStyleLbl="node1" presStyleIdx="1" presStyleCnt="2">
        <dgm:presLayoutVars>
          <dgm:chMax val="1"/>
          <dgm:bulletEnabled val="1"/>
        </dgm:presLayoutVars>
      </dgm:prSet>
      <dgm:spPr/>
    </dgm:pt>
  </dgm:ptLst>
  <dgm:cxnLst>
    <dgm:cxn modelId="{2702A72D-294D-4343-8901-36FC01441E52}" srcId="{DC27E7CA-C27F-4E50-8421-CDC3159E3BCF}" destId="{7B9E673B-3B74-4101-93FD-29093462E4A0}" srcOrd="0" destOrd="0" parTransId="{F7D766B3-8F7F-42A9-A1AF-8BB9A197BABA}" sibTransId="{7B33D84F-CF45-4A5D-991A-3F7AF4FE82CD}"/>
    <dgm:cxn modelId="{B4CD7F31-C530-4044-BF77-AF792B196546}" type="presOf" srcId="{A865CC71-BF7E-4795-B0BF-4445706BD943}" destId="{DCC5A66A-02E3-48EC-A66D-771E98EB362F}" srcOrd="0" destOrd="0" presId="urn:microsoft.com/office/officeart/2005/8/layout/hProcess6"/>
    <dgm:cxn modelId="{0113526D-ECA6-4C70-928C-3A068567DBEE}" srcId="{C4D1BF39-AAD2-4124-9C0C-753EFDFAD144}" destId="{A865CC71-BF7E-4795-B0BF-4445706BD943}" srcOrd="0" destOrd="0" parTransId="{F1EADF77-66C5-42E2-923E-814785E2A8AB}" sibTransId="{D5AC3B29-B8E8-4694-A4F5-3453876189EE}"/>
    <dgm:cxn modelId="{517F0673-76D7-4741-A294-414C7BA289F4}" type="presOf" srcId="{BF8E2515-DE19-472D-A1CC-D4A701990FE4}" destId="{2A8CD912-85EC-4CDC-82DA-61C708F23E45}" srcOrd="1" destOrd="0" presId="urn:microsoft.com/office/officeart/2005/8/layout/hProcess6"/>
    <dgm:cxn modelId="{8D7613A1-1492-472E-AD4C-A2EDE6E13405}" srcId="{A865CC71-BF7E-4795-B0BF-4445706BD943}" destId="{BF8E2515-DE19-472D-A1CC-D4A701990FE4}" srcOrd="0" destOrd="0" parTransId="{CA137925-8825-40F2-AEFE-E1B76803BEED}" sibTransId="{B1784A84-6B9C-4923-A6E1-37BED4B8AB62}"/>
    <dgm:cxn modelId="{712893A2-1E4C-42A1-8B82-3D1A3210A238}" type="presOf" srcId="{BF8E2515-DE19-472D-A1CC-D4A701990FE4}" destId="{0EBA2908-D599-44C4-83A5-AEDAF0D3ED2A}" srcOrd="0" destOrd="0" presId="urn:microsoft.com/office/officeart/2005/8/layout/hProcess6"/>
    <dgm:cxn modelId="{64A7ACBA-30F5-42FA-A836-9BD554717D9C}" type="presOf" srcId="{C4D1BF39-AAD2-4124-9C0C-753EFDFAD144}" destId="{39A7BD80-9C94-4C80-BFAA-395E0CC361E3}" srcOrd="0" destOrd="0" presId="urn:microsoft.com/office/officeart/2005/8/layout/hProcess6"/>
    <dgm:cxn modelId="{46047BC5-C522-449F-B910-0D5947EAAC8D}" type="presOf" srcId="{7B9E673B-3B74-4101-93FD-29093462E4A0}" destId="{CA6BA0AC-0D6A-41B1-BC4C-690923768990}" srcOrd="1" destOrd="0" presId="urn:microsoft.com/office/officeart/2005/8/layout/hProcess6"/>
    <dgm:cxn modelId="{A5C5B4E7-AC24-4B6F-8650-EA5A16FD9AB6}" srcId="{C4D1BF39-AAD2-4124-9C0C-753EFDFAD144}" destId="{DC27E7CA-C27F-4E50-8421-CDC3159E3BCF}" srcOrd="1" destOrd="0" parTransId="{132EDC35-8CFA-4AB5-8295-A8A9CECAC047}" sibTransId="{02FAA7E3-D568-4255-A427-6EA9FCC4E89A}"/>
    <dgm:cxn modelId="{823286F8-3FCC-447E-805B-389C119C3A7E}" type="presOf" srcId="{7B9E673B-3B74-4101-93FD-29093462E4A0}" destId="{87C1E3FF-8B24-4660-983F-2468192C5938}" srcOrd="0" destOrd="0" presId="urn:microsoft.com/office/officeart/2005/8/layout/hProcess6"/>
    <dgm:cxn modelId="{96984AF9-7FB8-4B3D-B773-A92ACBE17564}" type="presOf" srcId="{DC27E7CA-C27F-4E50-8421-CDC3159E3BCF}" destId="{20CB5209-919B-4600-B06E-E4DC55D43C39}" srcOrd="0" destOrd="0" presId="urn:microsoft.com/office/officeart/2005/8/layout/hProcess6"/>
    <dgm:cxn modelId="{32C6D280-9C9F-4CCE-9603-E8DF7BA0055E}" type="presParOf" srcId="{39A7BD80-9C94-4C80-BFAA-395E0CC361E3}" destId="{7CC42A6F-B4B1-410F-AE4E-B641EFEC4A9E}" srcOrd="0" destOrd="0" presId="urn:microsoft.com/office/officeart/2005/8/layout/hProcess6"/>
    <dgm:cxn modelId="{12D7EEA4-9425-4BFD-A1D2-790B8D1B6E68}" type="presParOf" srcId="{7CC42A6F-B4B1-410F-AE4E-B641EFEC4A9E}" destId="{12DD006B-318C-4CA3-A531-D5491A554CAC}" srcOrd="0" destOrd="0" presId="urn:microsoft.com/office/officeart/2005/8/layout/hProcess6"/>
    <dgm:cxn modelId="{37890A4C-1BD3-4D69-8F1A-AB50B6AE9BC8}" type="presParOf" srcId="{7CC42A6F-B4B1-410F-AE4E-B641EFEC4A9E}" destId="{0EBA2908-D599-44C4-83A5-AEDAF0D3ED2A}" srcOrd="1" destOrd="0" presId="urn:microsoft.com/office/officeart/2005/8/layout/hProcess6"/>
    <dgm:cxn modelId="{088CD97C-A4D4-4714-A77C-C66ECDB6CDFD}" type="presParOf" srcId="{7CC42A6F-B4B1-410F-AE4E-B641EFEC4A9E}" destId="{2A8CD912-85EC-4CDC-82DA-61C708F23E45}" srcOrd="2" destOrd="0" presId="urn:microsoft.com/office/officeart/2005/8/layout/hProcess6"/>
    <dgm:cxn modelId="{22754BB4-9320-45AC-9B67-E73DE70A8F61}" type="presParOf" srcId="{7CC42A6F-B4B1-410F-AE4E-B641EFEC4A9E}" destId="{DCC5A66A-02E3-48EC-A66D-771E98EB362F}" srcOrd="3" destOrd="0" presId="urn:microsoft.com/office/officeart/2005/8/layout/hProcess6"/>
    <dgm:cxn modelId="{B2E6F9A1-B1C8-4361-A0D9-46343F05E6FB}" type="presParOf" srcId="{39A7BD80-9C94-4C80-BFAA-395E0CC361E3}" destId="{DA006637-51EB-4819-A039-7146941708DF}" srcOrd="1" destOrd="0" presId="urn:microsoft.com/office/officeart/2005/8/layout/hProcess6"/>
    <dgm:cxn modelId="{ABCA451B-F61F-4EE3-900B-BDC7871B6F30}" type="presParOf" srcId="{39A7BD80-9C94-4C80-BFAA-395E0CC361E3}" destId="{9C6D07B9-E0CA-4F74-A944-063A4244E33F}" srcOrd="2" destOrd="0" presId="urn:microsoft.com/office/officeart/2005/8/layout/hProcess6"/>
    <dgm:cxn modelId="{EFE48678-6C4F-4CB6-AE7B-F630FF0A162F}" type="presParOf" srcId="{9C6D07B9-E0CA-4F74-A944-063A4244E33F}" destId="{3845C2B0-4E07-41B4-8765-5BBC85629517}" srcOrd="0" destOrd="0" presId="urn:microsoft.com/office/officeart/2005/8/layout/hProcess6"/>
    <dgm:cxn modelId="{D9FD2359-40C1-4C59-BCBC-AAFF92C58253}" type="presParOf" srcId="{9C6D07B9-E0CA-4F74-A944-063A4244E33F}" destId="{87C1E3FF-8B24-4660-983F-2468192C5938}" srcOrd="1" destOrd="0" presId="urn:microsoft.com/office/officeart/2005/8/layout/hProcess6"/>
    <dgm:cxn modelId="{DA2C70D4-1FDD-41C7-A72D-3920011FC23E}" type="presParOf" srcId="{9C6D07B9-E0CA-4F74-A944-063A4244E33F}" destId="{CA6BA0AC-0D6A-41B1-BC4C-690923768990}" srcOrd="2" destOrd="0" presId="urn:microsoft.com/office/officeart/2005/8/layout/hProcess6"/>
    <dgm:cxn modelId="{84D4E881-09BA-4167-B5CC-43BFC76A0D25}" type="presParOf" srcId="{9C6D07B9-E0CA-4F74-A944-063A4244E33F}" destId="{20CB5209-919B-4600-B06E-E4DC55D43C39}"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455BC-AB1E-4701-8A34-1EB513B7067E}">
      <dsp:nvSpPr>
        <dsp:cNvPr id="0" name=""/>
        <dsp:cNvSpPr/>
      </dsp:nvSpPr>
      <dsp:spPr>
        <a:xfrm>
          <a:off x="0" y="45473"/>
          <a:ext cx="8229600" cy="2179440"/>
        </a:xfrm>
        <a:prstGeom prst="right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7810F4-935E-4A94-8F82-AB1B177C4B42}">
      <dsp:nvSpPr>
        <dsp:cNvPr id="0" name=""/>
        <dsp:cNvSpPr/>
      </dsp:nvSpPr>
      <dsp:spPr>
        <a:xfrm>
          <a:off x="4340631" y="1789026"/>
          <a:ext cx="3066008" cy="31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11200">
            <a:lnSpc>
              <a:spcPct val="90000"/>
            </a:lnSpc>
            <a:spcBef>
              <a:spcPct val="0"/>
            </a:spcBef>
            <a:spcAft>
              <a:spcPct val="15000"/>
            </a:spcAft>
            <a:buChar char="•"/>
          </a:pPr>
          <a:r>
            <a:rPr lang="en-GB" sz="1600" kern="1200" dirty="0"/>
            <a:t>The one’s-complement sum is computed over the same set of octets, including the checksum field. </a:t>
          </a:r>
          <a:endParaRPr lang="en-AU" sz="1600" kern="1200" dirty="0"/>
        </a:p>
        <a:p>
          <a:pPr marL="171450" lvl="1" indent="-171450" algn="l" defTabSz="711200">
            <a:lnSpc>
              <a:spcPct val="90000"/>
            </a:lnSpc>
            <a:spcBef>
              <a:spcPct val="0"/>
            </a:spcBef>
            <a:spcAft>
              <a:spcPct val="15000"/>
            </a:spcAft>
            <a:buChar char="•"/>
          </a:pPr>
          <a:r>
            <a:rPr lang="en-GB" sz="1600" kern="1200" dirty="0"/>
            <a:t>The check succeeds if the result is all 1 bits.</a:t>
          </a:r>
          <a:endParaRPr lang="en-AU" sz="1600" kern="1200" dirty="0"/>
        </a:p>
      </dsp:txBody>
      <dsp:txXfrm>
        <a:off x="4340631" y="1789026"/>
        <a:ext cx="3066008" cy="3118500"/>
      </dsp:txXfrm>
    </dsp:sp>
    <dsp:sp modelId="{C8E459EB-3C0B-46FC-BF62-F451285D4914}">
      <dsp:nvSpPr>
        <dsp:cNvPr id="0" name=""/>
        <dsp:cNvSpPr/>
      </dsp:nvSpPr>
      <dsp:spPr>
        <a:xfrm>
          <a:off x="4340631" y="590333"/>
          <a:ext cx="3066008" cy="1089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13360" rIns="0" bIns="213360" numCol="1" spcCol="1270" anchor="ctr" anchorCtr="0">
          <a:noAutofit/>
        </a:bodyPr>
        <a:lstStyle/>
        <a:p>
          <a:pPr marL="0" lvl="0" indent="0" algn="l" defTabSz="933450">
            <a:lnSpc>
              <a:spcPct val="90000"/>
            </a:lnSpc>
            <a:spcBef>
              <a:spcPct val="0"/>
            </a:spcBef>
            <a:spcAft>
              <a:spcPct val="35000"/>
            </a:spcAft>
            <a:buNone/>
          </a:pPr>
          <a:r>
            <a:rPr lang="en-GB" sz="2100" u="sng" kern="1200" dirty="0"/>
            <a:t>Receiver to verify a checksum</a:t>
          </a:r>
          <a:endParaRPr lang="en-AU" sz="2100" kern="1200" dirty="0"/>
        </a:p>
      </dsp:txBody>
      <dsp:txXfrm>
        <a:off x="4340631" y="590333"/>
        <a:ext cx="3066008" cy="1089720"/>
      </dsp:txXfrm>
    </dsp:sp>
    <dsp:sp modelId="{6282E445-37E7-4013-9F8C-24D7966CD6C5}">
      <dsp:nvSpPr>
        <dsp:cNvPr id="0" name=""/>
        <dsp:cNvSpPr/>
      </dsp:nvSpPr>
      <dsp:spPr>
        <a:xfrm>
          <a:off x="661421" y="1789026"/>
          <a:ext cx="3066008" cy="31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11200">
            <a:lnSpc>
              <a:spcPct val="90000"/>
            </a:lnSpc>
            <a:spcBef>
              <a:spcPct val="0"/>
            </a:spcBef>
            <a:spcAft>
              <a:spcPct val="15000"/>
            </a:spcAft>
            <a:buChar char="•"/>
          </a:pPr>
          <a:r>
            <a:rPr lang="en-GB" sz="1600" kern="1200"/>
            <a:t>The checksum field is set to all zeros. </a:t>
          </a:r>
          <a:endParaRPr lang="en-AU" sz="1600" kern="1200"/>
        </a:p>
        <a:p>
          <a:pPr marL="171450" lvl="1" indent="-171450" algn="l" defTabSz="711200">
            <a:lnSpc>
              <a:spcPct val="90000"/>
            </a:lnSpc>
            <a:spcBef>
              <a:spcPct val="0"/>
            </a:spcBef>
            <a:spcAft>
              <a:spcPct val="15000"/>
            </a:spcAft>
            <a:buChar char="•"/>
          </a:pPr>
          <a:r>
            <a:rPr lang="en-AU" sz="1600" kern="1200" dirty="0"/>
            <a:t>The header is treated as </a:t>
          </a:r>
          <a:r>
            <a:rPr lang="en-NZ" sz="1600" kern="1200" dirty="0"/>
            <a:t>a sequence of 16-bit integers​.</a:t>
          </a:r>
          <a:endParaRPr lang="en-AU" sz="1600" kern="1200" dirty="0"/>
        </a:p>
        <a:p>
          <a:pPr marL="171450" lvl="1" indent="-171450" algn="l" defTabSz="711200">
            <a:lnSpc>
              <a:spcPct val="90000"/>
            </a:lnSpc>
            <a:spcBef>
              <a:spcPct val="0"/>
            </a:spcBef>
            <a:spcAft>
              <a:spcPct val="15000"/>
            </a:spcAft>
            <a:buChar char="•"/>
          </a:pPr>
          <a:r>
            <a:rPr lang="en-GB" sz="1600" kern="1200" dirty="0"/>
            <a:t>The checksum is calculated by performing the one’s-complement addition of all the words in the header, and then taking the ones-complement operation of the result. </a:t>
          </a:r>
          <a:endParaRPr lang="en-AU" sz="1600" kern="1200" dirty="0"/>
        </a:p>
        <a:p>
          <a:pPr marL="171450" lvl="1" indent="-171450" algn="l" defTabSz="711200">
            <a:lnSpc>
              <a:spcPct val="90000"/>
            </a:lnSpc>
            <a:spcBef>
              <a:spcPct val="0"/>
            </a:spcBef>
            <a:spcAft>
              <a:spcPct val="15000"/>
            </a:spcAft>
            <a:buChar char="•"/>
          </a:pPr>
          <a:r>
            <a:rPr lang="en-GB" sz="1600" kern="1200"/>
            <a:t>This result is placed in the checksum field.</a:t>
          </a:r>
          <a:endParaRPr lang="en-AU" sz="1600" kern="1200"/>
        </a:p>
      </dsp:txBody>
      <dsp:txXfrm>
        <a:off x="661421" y="1789026"/>
        <a:ext cx="3066008" cy="3118500"/>
      </dsp:txXfrm>
    </dsp:sp>
    <dsp:sp modelId="{AA19FECE-CB5C-450E-990F-1270E5CB03F1}">
      <dsp:nvSpPr>
        <dsp:cNvPr id="0" name=""/>
        <dsp:cNvSpPr/>
      </dsp:nvSpPr>
      <dsp:spPr>
        <a:xfrm>
          <a:off x="661421" y="590333"/>
          <a:ext cx="3066008" cy="1089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13360" rIns="0" bIns="213360" numCol="1" spcCol="1270" anchor="ctr" anchorCtr="0">
          <a:noAutofit/>
        </a:bodyPr>
        <a:lstStyle/>
        <a:p>
          <a:pPr marL="0" lvl="0" indent="0" algn="l" defTabSz="933450">
            <a:lnSpc>
              <a:spcPct val="90000"/>
            </a:lnSpc>
            <a:spcBef>
              <a:spcPct val="0"/>
            </a:spcBef>
            <a:spcAft>
              <a:spcPct val="35000"/>
            </a:spcAft>
            <a:buNone/>
          </a:pPr>
          <a:r>
            <a:rPr lang="en-GB" sz="2100" u="sng" kern="1200" dirty="0"/>
            <a:t>Sender to compute the checksum</a:t>
          </a:r>
          <a:endParaRPr lang="en-AU" sz="2100" kern="1200" dirty="0"/>
        </a:p>
      </dsp:txBody>
      <dsp:txXfrm>
        <a:off x="661421" y="590333"/>
        <a:ext cx="3066008" cy="10897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BA2908-D599-44C4-83A5-AEDAF0D3ED2A}">
      <dsp:nvSpPr>
        <dsp:cNvPr id="0" name=""/>
        <dsp:cNvSpPr/>
      </dsp:nvSpPr>
      <dsp:spPr>
        <a:xfrm>
          <a:off x="671968" y="242792"/>
          <a:ext cx="2687537" cy="2349246"/>
        </a:xfrm>
        <a:prstGeom prst="rightArrow">
          <a:avLst>
            <a:gd name="adj1" fmla="val 70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0" lvl="0" indent="0" algn="ctr" defTabSz="444500">
            <a:lnSpc>
              <a:spcPct val="90000"/>
            </a:lnSpc>
            <a:spcBef>
              <a:spcPct val="0"/>
            </a:spcBef>
            <a:spcAft>
              <a:spcPct val="35000"/>
            </a:spcAft>
            <a:buNone/>
          </a:pPr>
          <a:r>
            <a:rPr kumimoji="1" lang="en-GB" sz="1000" kern="1200" dirty="0"/>
            <a:t>Generate an (n - k)-bit sequence, known as a frame check sequence (FCS), such that the resulting frame, consisting of n bits, is exactly divisible by some predetermined number</a:t>
          </a:r>
          <a:endParaRPr lang="en-AU" sz="1000" kern="1200" dirty="0"/>
        </a:p>
      </dsp:txBody>
      <dsp:txXfrm>
        <a:off x="1343852" y="595179"/>
        <a:ext cx="1310174" cy="1644472"/>
      </dsp:txXfrm>
    </dsp:sp>
    <dsp:sp modelId="{DCC5A66A-02E3-48EC-A66D-771E98EB362F}">
      <dsp:nvSpPr>
        <dsp:cNvPr id="0" name=""/>
        <dsp:cNvSpPr/>
      </dsp:nvSpPr>
      <dsp:spPr>
        <a:xfrm>
          <a:off x="84" y="745531"/>
          <a:ext cx="1343768" cy="13437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kumimoji="1" lang="en-GB" sz="1400" kern="1200" dirty="0">
              <a:solidFill>
                <a:schemeClr val="tx1">
                  <a:lumMod val="75000"/>
                  <a:lumOff val="25000"/>
                </a:schemeClr>
              </a:solidFill>
            </a:rPr>
            <a:t>Transmitter </a:t>
          </a:r>
          <a:endParaRPr lang="en-AU" sz="1400" kern="1200" dirty="0">
            <a:solidFill>
              <a:schemeClr val="tx1">
                <a:lumMod val="75000"/>
                <a:lumOff val="25000"/>
              </a:schemeClr>
            </a:solidFill>
          </a:endParaRPr>
        </a:p>
      </dsp:txBody>
      <dsp:txXfrm>
        <a:off x="196874" y="942321"/>
        <a:ext cx="950188" cy="950188"/>
      </dsp:txXfrm>
    </dsp:sp>
    <dsp:sp modelId="{87C1E3FF-8B24-4660-983F-2468192C5938}">
      <dsp:nvSpPr>
        <dsp:cNvPr id="0" name=""/>
        <dsp:cNvSpPr/>
      </dsp:nvSpPr>
      <dsp:spPr>
        <a:xfrm>
          <a:off x="4199361" y="242792"/>
          <a:ext cx="2687537" cy="2349246"/>
        </a:xfrm>
        <a:prstGeom prst="rightArrow">
          <a:avLst>
            <a:gd name="adj1" fmla="val 70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0" lvl="0" indent="0" algn="ctr" defTabSz="444500">
            <a:lnSpc>
              <a:spcPct val="90000"/>
            </a:lnSpc>
            <a:spcBef>
              <a:spcPct val="0"/>
            </a:spcBef>
            <a:spcAft>
              <a:spcPct val="35000"/>
            </a:spcAft>
            <a:buNone/>
          </a:pPr>
          <a:r>
            <a:rPr kumimoji="1" lang="en-GB" sz="1000" kern="1200" dirty="0"/>
            <a:t>Divide the incoming frame by that number and, if there is no remainder, assume there was no error</a:t>
          </a:r>
          <a:endParaRPr lang="en-AU" sz="1000" kern="1200" dirty="0"/>
        </a:p>
      </dsp:txBody>
      <dsp:txXfrm>
        <a:off x="4871245" y="595179"/>
        <a:ext cx="1310174" cy="1644472"/>
      </dsp:txXfrm>
    </dsp:sp>
    <dsp:sp modelId="{20CB5209-919B-4600-B06E-E4DC55D43C39}">
      <dsp:nvSpPr>
        <dsp:cNvPr id="0" name=""/>
        <dsp:cNvSpPr/>
      </dsp:nvSpPr>
      <dsp:spPr>
        <a:xfrm>
          <a:off x="3527477" y="745531"/>
          <a:ext cx="1343768" cy="13437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kumimoji="1" lang="en-GB" sz="1400" kern="1200" dirty="0">
              <a:solidFill>
                <a:schemeClr val="tx1">
                  <a:lumMod val="75000"/>
                  <a:lumOff val="25000"/>
                </a:schemeClr>
              </a:solidFill>
            </a:rPr>
            <a:t>Receiver </a:t>
          </a:r>
          <a:endParaRPr lang="en-AU" sz="1400" kern="1200" dirty="0">
            <a:solidFill>
              <a:schemeClr val="tx1">
                <a:lumMod val="75000"/>
                <a:lumOff val="25000"/>
              </a:schemeClr>
            </a:solidFill>
          </a:endParaRPr>
        </a:p>
      </dsp:txBody>
      <dsp:txXfrm>
        <a:off x="3724267" y="942321"/>
        <a:ext cx="950188" cy="95018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434999" cy="354965"/>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5797247" y="1"/>
            <a:ext cx="4434999" cy="354965"/>
          </a:xfrm>
          <a:prstGeom prst="rect">
            <a:avLst/>
          </a:prstGeom>
        </p:spPr>
        <p:txBody>
          <a:bodyPr vert="horz" lIns="99048" tIns="49524" rIns="99048" bIns="49524" rtlCol="0"/>
          <a:lstStyle>
            <a:lvl1pPr algn="r">
              <a:defRPr sz="1300"/>
            </a:lvl1pPr>
          </a:lstStyle>
          <a:p>
            <a:fld id="{9171B9FB-064D-4E1A-BDB0-8DB78ADBE212}" type="datetimeFigureOut">
              <a:rPr lang="en-US" smtClean="0"/>
              <a:pPr/>
              <a:t>9/24/25</a:t>
            </a:fld>
            <a:endParaRPr lang="en-US"/>
          </a:p>
        </p:txBody>
      </p:sp>
      <p:sp>
        <p:nvSpPr>
          <p:cNvPr id="4" name="Footer Placeholder 3"/>
          <p:cNvSpPr>
            <a:spLocks noGrp="1"/>
          </p:cNvSpPr>
          <p:nvPr>
            <p:ph type="ftr" sz="quarter" idx="2"/>
          </p:nvPr>
        </p:nvSpPr>
        <p:spPr>
          <a:xfrm>
            <a:off x="1" y="6743104"/>
            <a:ext cx="4434999" cy="354965"/>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5797247" y="6743104"/>
            <a:ext cx="4434999" cy="354965"/>
          </a:xfrm>
          <a:prstGeom prst="rect">
            <a:avLst/>
          </a:prstGeom>
        </p:spPr>
        <p:txBody>
          <a:bodyPr vert="horz" lIns="99048" tIns="49524" rIns="99048" bIns="49524" rtlCol="0" anchor="b"/>
          <a:lstStyle>
            <a:lvl1pPr algn="r">
              <a:defRPr sz="1300"/>
            </a:lvl1pPr>
          </a:lstStyle>
          <a:p>
            <a:fld id="{7D18A78B-FBFA-426E-8172-10B041FD6729}" type="slidenum">
              <a:rPr lang="en-US" smtClean="0"/>
              <a:pPr/>
              <a:t>‹#›</a:t>
            </a:fld>
            <a:endParaRPr lang="en-US"/>
          </a:p>
        </p:txBody>
      </p:sp>
    </p:spTree>
    <p:extLst>
      <p:ext uri="{BB962C8B-B14F-4D97-AF65-F5344CB8AC3E}">
        <p14:creationId xmlns:p14="http://schemas.microsoft.com/office/powerpoint/2010/main" val="250204916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1" y="1"/>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defRPr sz="1300"/>
            </a:lvl1pPr>
          </a:lstStyle>
          <a:p>
            <a:pPr>
              <a:defRPr/>
            </a:pPr>
            <a:endParaRPr lang="en-US"/>
          </a:p>
        </p:txBody>
      </p:sp>
      <p:sp>
        <p:nvSpPr>
          <p:cNvPr id="27651" name="Rectangle 3"/>
          <p:cNvSpPr>
            <a:spLocks noGrp="1" noChangeArrowheads="1"/>
          </p:cNvSpPr>
          <p:nvPr>
            <p:ph type="dt" idx="1"/>
          </p:nvPr>
        </p:nvSpPr>
        <p:spPr bwMode="auto">
          <a:xfrm>
            <a:off x="5797247" y="1"/>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defRPr sz="1300"/>
            </a:lvl1pPr>
          </a:lstStyle>
          <a:p>
            <a:pPr>
              <a:defRPr/>
            </a:pPr>
            <a:endParaRPr lang="en-US"/>
          </a:p>
        </p:txBody>
      </p:sp>
      <p:sp>
        <p:nvSpPr>
          <p:cNvPr id="89092" name="Rectangle 4"/>
          <p:cNvSpPr>
            <a:spLocks noGrp="1" noRot="1" noChangeAspect="1" noChangeArrowheads="1" noTextEdit="1"/>
          </p:cNvSpPr>
          <p:nvPr>
            <p:ph type="sldImg" idx="2"/>
          </p:nvPr>
        </p:nvSpPr>
        <p:spPr bwMode="auto">
          <a:xfrm>
            <a:off x="3341688" y="533400"/>
            <a:ext cx="3551237" cy="2662238"/>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1023462" y="3372167"/>
            <a:ext cx="8187690" cy="319468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54" name="Rectangle 6"/>
          <p:cNvSpPr>
            <a:spLocks noGrp="1" noChangeArrowheads="1"/>
          </p:cNvSpPr>
          <p:nvPr>
            <p:ph type="ftr" sz="quarter" idx="4"/>
          </p:nvPr>
        </p:nvSpPr>
        <p:spPr bwMode="auto">
          <a:xfrm>
            <a:off x="1" y="6743104"/>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defRPr sz="1300"/>
            </a:lvl1pPr>
          </a:lstStyle>
          <a:p>
            <a:pPr>
              <a:defRPr/>
            </a:pPr>
            <a:endParaRPr lang="en-US"/>
          </a:p>
        </p:txBody>
      </p:sp>
      <p:sp>
        <p:nvSpPr>
          <p:cNvPr id="27655" name="Rectangle 7"/>
          <p:cNvSpPr>
            <a:spLocks noGrp="1" noChangeArrowheads="1"/>
          </p:cNvSpPr>
          <p:nvPr>
            <p:ph type="sldNum" sz="quarter" idx="5"/>
          </p:nvPr>
        </p:nvSpPr>
        <p:spPr bwMode="auto">
          <a:xfrm>
            <a:off x="5797247" y="6743104"/>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defRPr sz="1300"/>
            </a:lvl1pPr>
          </a:lstStyle>
          <a:p>
            <a:pPr>
              <a:defRPr/>
            </a:pPr>
            <a:fld id="{CDD86EFA-503C-41EF-9C8B-1F7E04CC0902}" type="slidenum">
              <a:rPr lang="en-US"/>
              <a:pPr>
                <a:defRPr/>
              </a:pPr>
              <a:t>‹#›</a:t>
            </a:fld>
            <a:endParaRPr lang="en-US"/>
          </a:p>
        </p:txBody>
      </p:sp>
    </p:spTree>
    <p:extLst>
      <p:ext uri="{BB962C8B-B14F-4D97-AF65-F5344CB8AC3E}">
        <p14:creationId xmlns:p14="http://schemas.microsoft.com/office/powerpoint/2010/main" val="791835052"/>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Tree>
    <p:extLst>
      <p:ext uri="{BB962C8B-B14F-4D97-AF65-F5344CB8AC3E}">
        <p14:creationId xmlns:p14="http://schemas.microsoft.com/office/powerpoint/2010/main" val="77445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a:defRPr/>
            </a:pPr>
            <a:fld id="{CDD86EFA-503C-41EF-9C8B-1F7E04CC0902}" type="slidenum">
              <a:rPr lang="en-US" smtClean="0"/>
              <a:pPr>
                <a:defRPr/>
              </a:pPr>
              <a:t>2</a:t>
            </a:fld>
            <a:endParaRPr lang="en-US"/>
          </a:p>
        </p:txBody>
      </p:sp>
    </p:spTree>
    <p:extLst>
      <p:ext uri="{BB962C8B-B14F-4D97-AF65-F5344CB8AC3E}">
        <p14:creationId xmlns:p14="http://schemas.microsoft.com/office/powerpoint/2010/main" val="836207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Bit errors occur when a bit or multiple bits in a data stream are altered during the transmission process.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Wireless links are prone to high error rates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Low bit-error links: including fibre optic cables, and many twisted-pair copper cables</a:t>
            </a:r>
          </a:p>
          <a:p>
            <a:endParaRPr lang="en-AU" dirty="0"/>
          </a:p>
          <a:p>
            <a:r>
              <a:rPr lang="en-GB" dirty="0"/>
              <a:t>Fibre optics: use light, not affected by electromagnetic interference from nearby devices or cables.</a:t>
            </a:r>
          </a:p>
          <a:p>
            <a:endParaRPr lang="en-GB" dirty="0"/>
          </a:p>
          <a:p>
            <a:r>
              <a:rPr lang="en-GB" dirty="0"/>
              <a:t>The twisting of the pairs of wires helps cancel out EMI and cross-talk between adjacent pairs.</a:t>
            </a:r>
            <a:endParaRPr lang="en-AU" dirty="0"/>
          </a:p>
        </p:txBody>
      </p:sp>
    </p:spTree>
    <p:extLst>
      <p:ext uri="{BB962C8B-B14F-4D97-AF65-F5344CB8AC3E}">
        <p14:creationId xmlns:p14="http://schemas.microsoft.com/office/powerpoint/2010/main" val="2080373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approach uses redundancy - additional bits appended to the data bits by the sender.</a:t>
            </a:r>
          </a:p>
          <a:p>
            <a:endParaRPr lang="en-GB" dirty="0"/>
          </a:p>
          <a:p>
            <a:r>
              <a:rPr lang="en-GB" dirty="0"/>
              <a:t>Many link-layer protocols provide a mechanism to detect bit errors. </a:t>
            </a:r>
          </a:p>
          <a:p>
            <a:r>
              <a:rPr lang="en-GB" dirty="0"/>
              <a:t>The Internet’s transport layer and network layer also provide a limited form of error detection.</a:t>
            </a:r>
          </a:p>
          <a:p>
            <a:endParaRPr lang="en-GB" dirty="0"/>
          </a:p>
          <a:p>
            <a:r>
              <a:rPr lang="en-GB" dirty="0"/>
              <a:t>ARQ (automatic repeat request): acks, retransmissions, timer, sequence number.</a:t>
            </a:r>
            <a:endParaRPr lang="en-AU" dirty="0"/>
          </a:p>
        </p:txBody>
      </p:sp>
    </p:spTree>
    <p:extLst>
      <p:ext uri="{BB962C8B-B14F-4D97-AF65-F5344CB8AC3E}">
        <p14:creationId xmlns:p14="http://schemas.microsoft.com/office/powerpoint/2010/main" val="3140371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Thermal noise</a:t>
            </a:r>
            <a:r>
              <a:rPr lang="en-GB" dirty="0"/>
              <a:t>: </a:t>
            </a:r>
            <a:r>
              <a:rPr lang="en-AU" b="0" i="0" dirty="0">
                <a:solidFill>
                  <a:srgbClr val="040C28"/>
                </a:solidFill>
                <a:effectLst/>
                <a:latin typeface="Google Sans"/>
              </a:rPr>
              <a:t>electronic noise </a:t>
            </a:r>
            <a:r>
              <a:rPr lang="en-GB" dirty="0"/>
              <a:t>present in all </a:t>
            </a:r>
            <a:r>
              <a:rPr lang="en-GB" b="1" dirty="0"/>
              <a:t>electrical circuits </a:t>
            </a:r>
            <a:r>
              <a:rPr lang="en-GB" dirty="0"/>
              <a:t>and transmission systems; introduce </a:t>
            </a:r>
            <a:r>
              <a:rPr lang="en-GB" b="1" dirty="0"/>
              <a:t>random fluctuations </a:t>
            </a:r>
            <a:r>
              <a:rPr lang="en-GB" dirty="0"/>
              <a:t>in the signal, which can distort the transmitted data, especially over long distances or at high data rates.</a:t>
            </a:r>
          </a:p>
          <a:p>
            <a:endParaRPr lang="en-GB" dirty="0"/>
          </a:p>
          <a:p>
            <a:r>
              <a:rPr lang="en-AU" b="1" dirty="0"/>
              <a:t>Weak signal strength</a:t>
            </a:r>
            <a:r>
              <a:rPr lang="en-AU" dirty="0"/>
              <a:t>: </a:t>
            </a:r>
            <a:r>
              <a:rPr lang="en-GB" dirty="0"/>
              <a:t>the transmitted signal loses energy as it travels through a medium; due to large distances, or transmission through materials that absorb or scatter the signal.</a:t>
            </a:r>
          </a:p>
          <a:p>
            <a:endParaRPr lang="en-GB" dirty="0"/>
          </a:p>
          <a:p>
            <a:r>
              <a:rPr lang="en-GB" b="1" dirty="0"/>
              <a:t>Interference</a:t>
            </a:r>
            <a:r>
              <a:rPr lang="en-GB" dirty="0"/>
              <a:t>: external signals from other devices (e.g., electrical equipment, other communication channels) overlap with the transmitted signal.</a:t>
            </a:r>
          </a:p>
          <a:p>
            <a:endParaRPr lang="en-GB" dirty="0"/>
          </a:p>
          <a:p>
            <a:r>
              <a:rPr lang="en-GB" b="1" dirty="0"/>
              <a:t>Jamming</a:t>
            </a:r>
            <a:r>
              <a:rPr lang="en-GB" dirty="0"/>
              <a:t>: intentional interference with a communication signal by an external source, typically for malicious purpose.</a:t>
            </a:r>
          </a:p>
          <a:p>
            <a:endParaRPr lang="en-GB" dirty="0"/>
          </a:p>
          <a:p>
            <a:r>
              <a:rPr lang="en-AU" b="1" dirty="0"/>
              <a:t>Jitter</a:t>
            </a:r>
            <a:r>
              <a:rPr lang="en-AU" dirty="0"/>
              <a:t>: </a:t>
            </a:r>
            <a:r>
              <a:rPr lang="en-GB" dirty="0"/>
              <a:t>small but rapid variations in the timing of signal pulses due to network congestion or variations in the transmission medium; can lead to out-of-sequence packet delivery or packet loss.</a:t>
            </a:r>
            <a:endParaRPr lang="en-AU" dirty="0"/>
          </a:p>
        </p:txBody>
      </p:sp>
    </p:spTree>
    <p:extLst>
      <p:ext uri="{BB962C8B-B14F-4D97-AF65-F5344CB8AC3E}">
        <p14:creationId xmlns:p14="http://schemas.microsoft.com/office/powerpoint/2010/main" val="3683049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single-bit error is an isolated error condition that alters one bit but does not affect nearby bits. </a:t>
            </a:r>
          </a:p>
          <a:p>
            <a:endParaRPr lang="en-GB" dirty="0"/>
          </a:p>
          <a:p>
            <a:r>
              <a:rPr lang="en-GB" dirty="0"/>
              <a:t>A burst error of length B is a contiguous sequence of B bits in which the first and last bits and any number of intermediate bits are received in error. </a:t>
            </a:r>
          </a:p>
        </p:txBody>
      </p:sp>
    </p:spTree>
    <p:extLst>
      <p:ext uri="{BB962C8B-B14F-4D97-AF65-F5344CB8AC3E}">
        <p14:creationId xmlns:p14="http://schemas.microsoft.com/office/powerpoint/2010/main" val="3327530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Sender: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 This code is </a:t>
            </a:r>
            <a:r>
              <a:rPr lang="en-NZ" b="1" dirty="0"/>
              <a:t>calculated as a function </a:t>
            </a:r>
            <a:r>
              <a:rPr lang="en-NZ" dirty="0"/>
              <a:t>of the other transmitted bits.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 The error-detecting code is </a:t>
            </a:r>
            <a:r>
              <a:rPr lang="en-NZ" b="1" dirty="0"/>
              <a:t>appended to the data block </a:t>
            </a:r>
            <a:r>
              <a:rPr lang="en-NZ" dirty="0"/>
              <a:t>to produce a frame of n bits, which is then transmitted.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NZ"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Receiver:</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NZ" b="1" dirty="0"/>
              <a:t>separate the incoming frame </a:t>
            </a:r>
            <a:r>
              <a:rPr lang="en-NZ" dirty="0"/>
              <a:t>into data and the error-detecting code.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NZ" b="1" dirty="0"/>
              <a:t>perform the same error-detecting calculation </a:t>
            </a:r>
            <a:r>
              <a:rPr lang="en-NZ" dirty="0"/>
              <a:t>on the data bits </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NZ" dirty="0"/>
              <a:t>compare this value with the value of the incoming error-detecting code.</a:t>
            </a: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Some errors</a:t>
            </a:r>
            <a:r>
              <a:rPr lang="en-US" baseline="0" dirty="0"/>
              <a:t> occur but they are not detected.</a:t>
            </a:r>
            <a:endParaRPr lang="en-NZ" dirty="0"/>
          </a:p>
          <a:p>
            <a:endParaRPr lang="en-AU" dirty="0"/>
          </a:p>
        </p:txBody>
      </p:sp>
    </p:spTree>
    <p:extLst>
      <p:ext uri="{BB962C8B-B14F-4D97-AF65-F5344CB8AC3E}">
        <p14:creationId xmlns:p14="http://schemas.microsoft.com/office/powerpoint/2010/main" val="3620878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584098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error-detecting code consists of </a:t>
            </a:r>
            <a:r>
              <a:rPr lang="en-GB" dirty="0" err="1"/>
              <a:t>i</a:t>
            </a:r>
            <a:r>
              <a:rPr lang="en-GB" dirty="0"/>
              <a:t> + j + 1 parity bits.</a:t>
            </a:r>
          </a:p>
          <a:p>
            <a:endParaRPr lang="en-GB" dirty="0"/>
          </a:p>
          <a:p>
            <a:r>
              <a:rPr lang="en-GB" dirty="0"/>
              <a:t>The receiver can detect the fact that a single bit error has occurred, and use the column and row indices of the column and row with parity errors to identify the bit that was corrupted and correct that error.</a:t>
            </a:r>
          </a:p>
          <a:p>
            <a:endParaRPr lang="en-GB" dirty="0"/>
          </a:p>
          <a:p>
            <a:r>
              <a:rPr lang="en-GB" dirty="0"/>
              <a:t>Matrix dimensions for a 2D parity check, consider factors such as data size, transmission protocols, etc.</a:t>
            </a:r>
            <a:endParaRPr lang="en-AU" dirty="0"/>
          </a:p>
        </p:txBody>
      </p:sp>
    </p:spTree>
    <p:extLst>
      <p:ext uri="{BB962C8B-B14F-4D97-AF65-F5344CB8AC3E}">
        <p14:creationId xmlns:p14="http://schemas.microsoft.com/office/powerpoint/2010/main" val="2593128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Times New Roman" pitchFamily="-110" charset="0"/>
                <a:ea typeface="ＭＳ Ｐゴシック" pitchFamily="-110" charset="-128"/>
                <a:cs typeface="ＭＳ Ｐゴシック" pitchFamily="-110" charset="-128"/>
              </a:rPr>
              <a:t>20 data bits arranged in a 4 *  5 array, with the parity bits calculated, to form a 5 *  6 array. </a:t>
            </a:r>
          </a:p>
          <a:p>
            <a:endParaRPr lang="en-US" sz="1200" kern="1200" baseline="0" dirty="0">
              <a:solidFill>
                <a:schemeClr val="tx1"/>
              </a:solidFill>
              <a:latin typeface="Times New Roman" pitchFamily="-110" charset="0"/>
              <a:ea typeface="ＭＳ Ｐゴシック" pitchFamily="-110" charset="-128"/>
              <a:cs typeface="ＭＳ Ｐゴシック" pitchFamily="-110" charset="-128"/>
            </a:endParaRPr>
          </a:p>
          <a:p>
            <a:r>
              <a:rPr lang="en-US" sz="1200" kern="1200" baseline="0" dirty="0">
                <a:solidFill>
                  <a:schemeClr val="tx1"/>
                </a:solidFill>
                <a:latin typeface="Times New Roman" pitchFamily="-110" charset="0"/>
                <a:ea typeface="ＭＳ Ｐゴシック" pitchFamily="-110" charset="-128"/>
                <a:cs typeface="ＭＳ Ｐゴシック" pitchFamily="-110" charset="-128"/>
              </a:rPr>
              <a:t>When </a:t>
            </a:r>
            <a:r>
              <a:rPr lang="en-US" sz="1200" b="1" kern="1200" baseline="0" dirty="0">
                <a:solidFill>
                  <a:schemeClr val="tx1"/>
                </a:solidFill>
                <a:latin typeface="Times New Roman" pitchFamily="-110" charset="0"/>
                <a:ea typeface="ＭＳ Ｐゴシック" pitchFamily="-110" charset="-128"/>
                <a:cs typeface="ＭＳ Ｐゴシック" pitchFamily="-110" charset="-128"/>
              </a:rPr>
              <a:t>a single-bit error </a:t>
            </a:r>
            <a:r>
              <a:rPr lang="en-US" sz="1200" kern="1200" baseline="0" dirty="0">
                <a:solidFill>
                  <a:schemeClr val="tx1"/>
                </a:solidFill>
                <a:latin typeface="Times New Roman" pitchFamily="-110" charset="0"/>
                <a:ea typeface="ＭＳ Ｐゴシック" pitchFamily="-110" charset="-128"/>
                <a:cs typeface="ＭＳ Ｐゴシック" pitchFamily="-110" charset="-128"/>
              </a:rPr>
              <a:t>occurs, both the corresponding row and column parity bits now indicate an error. </a:t>
            </a:r>
          </a:p>
          <a:p>
            <a:r>
              <a:rPr lang="en-US" sz="1200" kern="1200" baseline="0" dirty="0">
                <a:solidFill>
                  <a:schemeClr val="tx1"/>
                </a:solidFill>
                <a:latin typeface="Times New Roman" pitchFamily="-110" charset="0"/>
                <a:ea typeface="ＭＳ Ｐゴシック" pitchFamily="-110" charset="-128"/>
                <a:cs typeface="ＭＳ Ｐゴシック" pitchFamily="-110" charset="-128"/>
              </a:rPr>
              <a:t>The error can be determined to be at the intersection of that row and column. </a:t>
            </a:r>
          </a:p>
          <a:p>
            <a:r>
              <a:rPr lang="en-US" sz="1200" kern="1200" baseline="0" dirty="0">
                <a:solidFill>
                  <a:schemeClr val="tx1"/>
                </a:solidFill>
                <a:latin typeface="Times New Roman" pitchFamily="-110" charset="0"/>
                <a:ea typeface="ＭＳ Ｐゴシック" pitchFamily="-110" charset="-128"/>
                <a:cs typeface="ＭＳ Ｐゴシック" pitchFamily="-110" charset="-128"/>
              </a:rPr>
              <a:t>It is possible to not only detect but also correct the bit error.</a:t>
            </a:r>
          </a:p>
          <a:p>
            <a:endParaRPr lang="en-US" sz="1200" kern="1200" baseline="0" dirty="0">
              <a:solidFill>
                <a:schemeClr val="tx1"/>
              </a:solidFill>
              <a:latin typeface="Times New Roman" pitchFamily="-110" charset="0"/>
              <a:ea typeface="ＭＳ Ｐゴシック" pitchFamily="-110" charset="-128"/>
              <a:cs typeface="ＭＳ Ｐゴシック" pitchFamily="-110" charset="-128"/>
            </a:endParaRPr>
          </a:p>
          <a:p>
            <a:r>
              <a:rPr lang="en-NZ" dirty="0"/>
              <a:t>It can only </a:t>
            </a:r>
            <a:r>
              <a:rPr lang="en-NZ" b="1" dirty="0"/>
              <a:t>correct</a:t>
            </a:r>
            <a:r>
              <a:rPr lang="en-NZ" dirty="0"/>
              <a:t> single-bit errors.</a:t>
            </a:r>
            <a:endParaRPr lang="en-US" sz="1200" kern="1200" baseline="0" dirty="0">
              <a:solidFill>
                <a:schemeClr val="tx1"/>
              </a:solidFill>
              <a:latin typeface="Times New Roman" pitchFamily="-110" charset="0"/>
              <a:ea typeface="ＭＳ Ｐゴシック" pitchFamily="-110" charset="-128"/>
              <a:cs typeface="ＭＳ Ｐゴシック" pitchFamily="-110" charset="-128"/>
            </a:endParaRPr>
          </a:p>
          <a:p>
            <a:endParaRPr lang="en-US" sz="1200" kern="1200" baseline="0" dirty="0">
              <a:solidFill>
                <a:schemeClr val="tx1"/>
              </a:solidFill>
              <a:latin typeface="Times New Roman" pitchFamily="-110" charset="0"/>
              <a:ea typeface="ＭＳ Ｐゴシック" pitchFamily="-110" charset="-128"/>
              <a:cs typeface="ＭＳ Ｐゴシック" pitchFamily="-110" charset="-128"/>
            </a:endParaRPr>
          </a:p>
          <a:p>
            <a:r>
              <a:rPr lang="en-US" sz="1200" kern="1200" baseline="0" dirty="0">
                <a:solidFill>
                  <a:schemeClr val="tx1"/>
                </a:solidFill>
                <a:latin typeface="Times New Roman" pitchFamily="-110" charset="0"/>
                <a:ea typeface="ＭＳ Ｐゴシック" pitchFamily="-110" charset="-128"/>
                <a:cs typeface="ＭＳ Ｐゴシック" pitchFamily="-110" charset="-128"/>
              </a:rPr>
              <a:t>If an </a:t>
            </a:r>
            <a:r>
              <a:rPr lang="en-US" sz="1200" b="1" kern="1200" baseline="0" dirty="0">
                <a:solidFill>
                  <a:schemeClr val="tx1"/>
                </a:solidFill>
                <a:latin typeface="Times New Roman" pitchFamily="-110" charset="0"/>
                <a:ea typeface="ＭＳ Ｐゴシック" pitchFamily="-110" charset="-128"/>
                <a:cs typeface="ＭＳ Ｐゴシック" pitchFamily="-110" charset="-128"/>
              </a:rPr>
              <a:t>even number of errors </a:t>
            </a:r>
            <a:r>
              <a:rPr lang="en-US" sz="1200" kern="1200" baseline="0" dirty="0">
                <a:solidFill>
                  <a:schemeClr val="tx1"/>
                </a:solidFill>
                <a:latin typeface="Times New Roman" pitchFamily="-110" charset="0"/>
                <a:ea typeface="ＭＳ Ｐゴシック" pitchFamily="-110" charset="-128"/>
                <a:cs typeface="ＭＳ Ｐゴシック" pitchFamily="-110" charset="-128"/>
              </a:rPr>
              <a:t>occur in a row, the errors are detected by the column parity bits.</a:t>
            </a:r>
          </a:p>
          <a:p>
            <a:r>
              <a:rPr lang="en-US" sz="1200" kern="1200" baseline="0" dirty="0">
                <a:solidFill>
                  <a:schemeClr val="tx1"/>
                </a:solidFill>
                <a:latin typeface="Times New Roman" pitchFamily="-110" charset="0"/>
                <a:ea typeface="ＭＳ Ｐゴシック" pitchFamily="-110" charset="-128"/>
                <a:cs typeface="ＭＳ Ｐゴシック" pitchFamily="-110" charset="-128"/>
              </a:rPr>
              <a:t>If an even number of errors occur in a column, the errors are detected by the row parity bits. </a:t>
            </a:r>
          </a:p>
          <a:p>
            <a:endParaRPr lang="en-US" sz="1200" kern="1200" baseline="0" dirty="0">
              <a:solidFill>
                <a:schemeClr val="tx1"/>
              </a:solidFill>
              <a:latin typeface="Times New Roman" pitchFamily="-110" charset="0"/>
              <a:ea typeface="ＭＳ Ｐゴシック" pitchFamily="-110" charset="-128"/>
              <a:cs typeface="ＭＳ Ｐゴシック" pitchFamily="-110" charset="-128"/>
            </a:endParaRPr>
          </a:p>
          <a:p>
            <a:r>
              <a:rPr lang="en-US" sz="1200" b="1" kern="1200" baseline="0" dirty="0">
                <a:solidFill>
                  <a:schemeClr val="tx1"/>
                </a:solidFill>
                <a:latin typeface="Times New Roman" pitchFamily="-110" charset="0"/>
                <a:ea typeface="ＭＳ Ｐゴシック" pitchFamily="-110" charset="-128"/>
                <a:cs typeface="ＭＳ Ｐゴシック" pitchFamily="-110" charset="-128"/>
              </a:rPr>
              <a:t>Any pattern of four errors </a:t>
            </a:r>
            <a:r>
              <a:rPr lang="en-US" sz="1200" kern="1200" baseline="0" dirty="0">
                <a:solidFill>
                  <a:schemeClr val="tx1"/>
                </a:solidFill>
                <a:latin typeface="Times New Roman" pitchFamily="-110" charset="0"/>
                <a:ea typeface="ＭＳ Ｐゴシック" pitchFamily="-110" charset="-128"/>
                <a:cs typeface="ＭＳ Ｐゴシック" pitchFamily="-110" charset="-128"/>
              </a:rPr>
              <a:t>forming a rectangle is undetectable. </a:t>
            </a:r>
          </a:p>
          <a:p>
            <a:r>
              <a:rPr lang="en-US" sz="1200" kern="1200" baseline="0" dirty="0">
                <a:solidFill>
                  <a:schemeClr val="tx1"/>
                </a:solidFill>
                <a:latin typeface="Times New Roman" pitchFamily="-110" charset="0"/>
                <a:ea typeface="ＭＳ Ｐゴシック" pitchFamily="-110" charset="-128"/>
                <a:cs typeface="ＭＳ Ｐゴシック" pitchFamily="-110" charset="-128"/>
              </a:rPr>
              <a:t>If the four circled bits change value, the corresponding </a:t>
            </a:r>
            <a:r>
              <a:rPr lang="en-US" sz="1200" b="1" kern="1200" baseline="0" dirty="0">
                <a:solidFill>
                  <a:schemeClr val="tx1"/>
                </a:solidFill>
                <a:latin typeface="Times New Roman" pitchFamily="-110" charset="0"/>
                <a:ea typeface="ＭＳ Ｐゴシック" pitchFamily="-110" charset="-128"/>
                <a:cs typeface="ＭＳ Ｐゴシック" pitchFamily="-110" charset="-128"/>
              </a:rPr>
              <a:t>row and column parity bits </a:t>
            </a:r>
            <a:r>
              <a:rPr lang="en-US" sz="1200" kern="1200" baseline="0" dirty="0">
                <a:solidFill>
                  <a:schemeClr val="tx1"/>
                </a:solidFill>
                <a:latin typeface="Times New Roman" pitchFamily="-110" charset="0"/>
                <a:ea typeface="ＭＳ Ｐゴシック" pitchFamily="-110" charset="-128"/>
                <a:cs typeface="ＭＳ Ｐゴシック" pitchFamily="-110" charset="-128"/>
              </a:rPr>
              <a:t>do not change value.</a:t>
            </a:r>
          </a:p>
          <a:p>
            <a:endParaRPr lang="en-US" sz="1200" kern="1200" baseline="0" dirty="0">
              <a:solidFill>
                <a:schemeClr val="tx1"/>
              </a:solidFill>
              <a:latin typeface="Times New Roman" pitchFamily="-110" charset="0"/>
              <a:ea typeface="ＭＳ Ｐゴシック" pitchFamily="-110" charset="-128"/>
            </a:endParaRPr>
          </a:p>
          <a:p>
            <a:r>
              <a:rPr lang="en-GB" dirty="0"/>
              <a:t>2D parity checks are used in real-world applications but have become less common.</a:t>
            </a:r>
          </a:p>
        </p:txBody>
      </p:sp>
    </p:spTree>
    <p:extLst>
      <p:ext uri="{BB962C8B-B14F-4D97-AF65-F5344CB8AC3E}">
        <p14:creationId xmlns:p14="http://schemas.microsoft.com/office/powerpoint/2010/main" val="3087975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73532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TCP over ATM </a:t>
            </a:r>
          </a:p>
          <a:p>
            <a:r>
              <a:rPr lang="en-GB" dirty="0"/>
              <a:t>TCP over IPv6</a:t>
            </a:r>
          </a:p>
          <a:p>
            <a:endParaRPr lang="en-GB" dirty="0"/>
          </a:p>
          <a:p>
            <a:r>
              <a:rPr lang="en-GB" dirty="0"/>
              <a:t>The checksum is calculated by the sender and verified by the receiver, ensuring that any errors introduced during the entire path of transmission (across various routers, switches, and links) are detected at the final destination.</a:t>
            </a:r>
          </a:p>
          <a:p>
            <a:endParaRPr lang="en-GB" dirty="0"/>
          </a:p>
          <a:p>
            <a:r>
              <a:rPr lang="en-GB" dirty="0"/>
              <a:t>The IP checksum only covers the IP header, not the data payload. </a:t>
            </a:r>
            <a:endParaRPr lang="en-AU" dirty="0"/>
          </a:p>
        </p:txBody>
      </p:sp>
    </p:spTree>
    <p:extLst>
      <p:ext uri="{BB962C8B-B14F-4D97-AF65-F5344CB8AC3E}">
        <p14:creationId xmlns:p14="http://schemas.microsoft.com/office/powerpoint/2010/main" val="2148178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1210423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Word: 2 bytes</a:t>
            </a:r>
          </a:p>
          <a:p>
            <a:r>
              <a:rPr lang="en-GB" dirty="0"/>
              <a:t>Octet: 8 bits</a:t>
            </a:r>
          </a:p>
          <a:p>
            <a:endParaRPr lang="en-GB" dirty="0"/>
          </a:p>
          <a:p>
            <a:r>
              <a:rPr lang="en-GB" dirty="0"/>
              <a:t>Since </a:t>
            </a:r>
            <a:r>
              <a:rPr lang="en-GB" b="1" dirty="0"/>
              <a:t>some header fields change</a:t>
            </a:r>
            <a:r>
              <a:rPr lang="en-GB" dirty="0"/>
              <a:t>, this is recomputed and verified at each point that the internet header is processed.</a:t>
            </a:r>
          </a:p>
          <a:p>
            <a:r>
              <a:rPr lang="en-GB" dirty="0"/>
              <a:t>- a reduction of the time to live, additions or changes to internet options, or due to fragmentation</a:t>
            </a:r>
            <a:endParaRPr lang="en-AU" dirty="0"/>
          </a:p>
        </p:txBody>
      </p:sp>
    </p:spTree>
    <p:extLst>
      <p:ext uri="{BB962C8B-B14F-4D97-AF65-F5344CB8AC3E}">
        <p14:creationId xmlns:p14="http://schemas.microsoft.com/office/powerpoint/2010/main" val="1227698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Hexadecimal: 0 – F</a:t>
            </a:r>
          </a:p>
          <a:p>
            <a:endParaRPr lang="en-AU" dirty="0"/>
          </a:p>
          <a:p>
            <a:r>
              <a:rPr lang="en-AU" dirty="0"/>
              <a:t>Subtract from FFFF</a:t>
            </a:r>
          </a:p>
        </p:txBody>
      </p:sp>
    </p:spTree>
    <p:extLst>
      <p:ext uri="{BB962C8B-B14F-4D97-AF65-F5344CB8AC3E}">
        <p14:creationId xmlns:p14="http://schemas.microsoft.com/office/powerpoint/2010/main" val="957363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hexadecimal</a:t>
            </a:r>
          </a:p>
        </p:txBody>
      </p:sp>
    </p:spTree>
    <p:extLst>
      <p:ext uri="{BB962C8B-B14F-4D97-AF65-F5344CB8AC3E}">
        <p14:creationId xmlns:p14="http://schemas.microsoft.com/office/powerpoint/2010/main" val="2850232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robust: errors where the sum of bits results in no change in checksum</a:t>
            </a:r>
          </a:p>
          <a:p>
            <a:endParaRPr lang="en-GB" dirty="0"/>
          </a:p>
          <a:p>
            <a:r>
              <a:rPr lang="en-GB" dirty="0"/>
              <a:t>The simplicity of the checksum algorithm allows for rapid calculation with limited processing power.</a:t>
            </a:r>
            <a:endParaRPr lang="en-AU" dirty="0"/>
          </a:p>
        </p:txBody>
      </p:sp>
    </p:spTree>
    <p:extLst>
      <p:ext uri="{BB962C8B-B14F-4D97-AF65-F5344CB8AC3E}">
        <p14:creationId xmlns:p14="http://schemas.microsoft.com/office/powerpoint/2010/main" val="3526989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dirty="0"/>
              <a:t>One of the most common and powerful </a:t>
            </a:r>
            <a:r>
              <a:rPr kumimoji="1" lang="en-US" sz="1200" b="1" dirty="0"/>
              <a:t>error-detecting codes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b="1" dirty="0"/>
              <a:t>CRC </a:t>
            </a:r>
            <a:r>
              <a:rPr kumimoji="1" lang="en-US" sz="1200" b="0" dirty="0"/>
              <a:t>is</a:t>
            </a:r>
            <a:r>
              <a:rPr kumimoji="1" lang="en-US" sz="1200" b="0" baseline="0" dirty="0"/>
              <a:t> related to cyclic codes.</a:t>
            </a:r>
            <a:endParaRPr kumimoji="1" lang="en-US" sz="1200" b="1" dirty="0"/>
          </a:p>
          <a:p>
            <a:endParaRPr lang="en-NZ" dirty="0"/>
          </a:p>
        </p:txBody>
      </p:sp>
    </p:spTree>
    <p:extLst>
      <p:ext uri="{BB962C8B-B14F-4D97-AF65-F5344CB8AC3E}">
        <p14:creationId xmlns:p14="http://schemas.microsoft.com/office/powerpoint/2010/main" val="2418920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Arial" charset="0"/>
              </a:rPr>
              <a:t>The sender and receiver agree on a certain fixed polynomial called the Generator polynomial. </a:t>
            </a:r>
            <a:endParaRPr lang="en-US" dirty="0"/>
          </a:p>
        </p:txBody>
      </p:sp>
    </p:spTree>
    <p:extLst>
      <p:ext uri="{BB962C8B-B14F-4D97-AF65-F5344CB8AC3E}">
        <p14:creationId xmlns:p14="http://schemas.microsoft.com/office/powerpoint/2010/main" val="47785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extra bit in p: ensure that the division produces the correct length for the remainder (FCS).</a:t>
            </a:r>
          </a:p>
          <a:p>
            <a:endParaRPr lang="en-GB" dirty="0"/>
          </a:p>
          <a:p>
            <a:r>
              <a:rPr lang="en-GB" dirty="0"/>
              <a:t>High order bit: ensure that the generator polynomial has the proper degree</a:t>
            </a:r>
          </a:p>
          <a:p>
            <a:r>
              <a:rPr lang="en-GB" dirty="0"/>
              <a:t>- act as lower-degree polynomial</a:t>
            </a:r>
          </a:p>
          <a:p>
            <a:r>
              <a:rPr lang="en-GB" dirty="0"/>
              <a:t>- inaccurate FCS</a:t>
            </a:r>
          </a:p>
          <a:p>
            <a:endParaRPr lang="en-GB" dirty="0"/>
          </a:p>
          <a:p>
            <a:r>
              <a:rPr lang="en-GB" dirty="0"/>
              <a:t>Low order bit: </a:t>
            </a:r>
            <a:r>
              <a:rPr lang="en-AU" dirty="0"/>
              <a:t>detect </a:t>
            </a:r>
            <a:r>
              <a:rPr lang="en-AU" b="1" dirty="0"/>
              <a:t>odd-numbered bit errors</a:t>
            </a:r>
            <a:endParaRPr lang="en-AU" dirty="0"/>
          </a:p>
        </p:txBody>
      </p:sp>
    </p:spTree>
    <p:extLst>
      <p:ext uri="{BB962C8B-B14F-4D97-AF65-F5344CB8AC3E}">
        <p14:creationId xmlns:p14="http://schemas.microsoft.com/office/powerpoint/2010/main" val="386850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XOR: produce a 1 if either of its inputs is 1 and will produce a 0 output if both of its inputs are 0 or 1.</a:t>
            </a:r>
            <a:endParaRPr lang="en-AU" dirty="0"/>
          </a:p>
        </p:txBody>
      </p:sp>
    </p:spTree>
    <p:extLst>
      <p:ext uri="{BB962C8B-B14F-4D97-AF65-F5344CB8AC3E}">
        <p14:creationId xmlns:p14="http://schemas.microsoft.com/office/powerpoint/2010/main" val="22929111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XOR: produce a 1 if either of its inputs is 1 and will produce a 0 output if both of its inputs are 0 or 1.</a:t>
            </a:r>
            <a:endParaRPr lang="en-AU" dirty="0"/>
          </a:p>
          <a:p>
            <a:endParaRPr lang="en-AU" dirty="0"/>
          </a:p>
          <a:p>
            <a:r>
              <a:rPr lang="en-NZ" sz="1200" b="1" i="0" u="none" strike="noStrike" kern="1200" dirty="0">
                <a:solidFill>
                  <a:schemeClr val="tx1"/>
                </a:solidFill>
                <a:effectLst/>
                <a:latin typeface="Arial" charset="0"/>
                <a:ea typeface="+mn-ea"/>
                <a:cs typeface="Arial" charset="0"/>
              </a:rPr>
              <a:t>Steps and Terms in the Division Process</a:t>
            </a:r>
          </a:p>
          <a:p>
            <a:r>
              <a:rPr lang="en-NZ" sz="1200" b="1" i="0" u="none" strike="noStrike" kern="1200" dirty="0">
                <a:solidFill>
                  <a:schemeClr val="tx1"/>
                </a:solidFill>
                <a:effectLst/>
                <a:latin typeface="Arial" charset="0"/>
                <a:ea typeface="+mn-ea"/>
                <a:cs typeface="Arial" charset="0"/>
              </a:rPr>
              <a:t>Align the Divisor:</a:t>
            </a:r>
            <a:endParaRPr lang="en-NZ" sz="1200" b="0" i="0" u="none" strike="noStrike" kern="1200" dirty="0">
              <a:solidFill>
                <a:schemeClr val="tx1"/>
              </a:solidFill>
              <a:effectLst/>
              <a:latin typeface="Arial" charset="0"/>
              <a:ea typeface="+mn-ea"/>
              <a:cs typeface="Arial" charset="0"/>
            </a:endParaRPr>
          </a:p>
          <a:p>
            <a:pPr lvl="1"/>
            <a:r>
              <a:rPr lang="en-NZ" sz="1200" b="0" i="0" u="none" strike="noStrike" kern="1200" dirty="0">
                <a:solidFill>
                  <a:schemeClr val="tx1"/>
                </a:solidFill>
                <a:effectLst/>
                <a:latin typeface="Arial" charset="0"/>
                <a:ea typeface="+mn-ea"/>
                <a:cs typeface="Arial" charset="0"/>
              </a:rPr>
              <a:t>Line up the leftmost 1 of the divisor with the leftmost 1 of the current dividend segment.</a:t>
            </a:r>
          </a:p>
          <a:p>
            <a:r>
              <a:rPr lang="en-NZ" sz="1200" b="1" i="0" u="none" strike="noStrike" kern="1200" dirty="0">
                <a:solidFill>
                  <a:schemeClr val="tx1"/>
                </a:solidFill>
                <a:effectLst/>
                <a:latin typeface="Arial" charset="0"/>
                <a:ea typeface="+mn-ea"/>
                <a:cs typeface="Arial" charset="0"/>
              </a:rPr>
              <a:t>Subtract (XOR):</a:t>
            </a:r>
            <a:endParaRPr lang="en-NZ" sz="1200" b="0" i="0" u="none" strike="noStrike" kern="1200" dirty="0">
              <a:solidFill>
                <a:schemeClr val="tx1"/>
              </a:solidFill>
              <a:effectLst/>
              <a:latin typeface="Arial" charset="0"/>
              <a:ea typeface="+mn-ea"/>
              <a:cs typeface="Arial" charset="0"/>
            </a:endParaRPr>
          </a:p>
          <a:p>
            <a:pPr lvl="1"/>
            <a:r>
              <a:rPr lang="en-NZ" sz="1200" b="0" i="0" u="none" strike="noStrike" kern="1200" dirty="0">
                <a:solidFill>
                  <a:schemeClr val="tx1"/>
                </a:solidFill>
                <a:effectLst/>
                <a:latin typeface="Arial" charset="0"/>
                <a:ea typeface="+mn-ea"/>
                <a:cs typeface="Arial" charset="0"/>
              </a:rPr>
              <a:t>Subtract the divisor from the dividend segment using </a:t>
            </a:r>
            <a:r>
              <a:rPr lang="en-NZ" sz="1200" b="1" i="0" u="none" strike="noStrike" kern="1200" dirty="0">
                <a:solidFill>
                  <a:schemeClr val="tx1"/>
                </a:solidFill>
                <a:effectLst/>
                <a:latin typeface="Arial" charset="0"/>
                <a:ea typeface="+mn-ea"/>
                <a:cs typeface="Arial" charset="0"/>
              </a:rPr>
              <a:t>bitwise XOR</a:t>
            </a:r>
            <a:r>
              <a:rPr lang="en-NZ" sz="1200" b="0" i="0" u="none" strike="noStrike" kern="1200" dirty="0">
                <a:solidFill>
                  <a:schemeClr val="tx1"/>
                </a:solidFill>
                <a:effectLst/>
                <a:latin typeface="Arial" charset="0"/>
                <a:ea typeface="+mn-ea"/>
                <a:cs typeface="Arial" charset="0"/>
              </a:rPr>
              <a:t> (since we’re in modulo-2 arithmetic).</a:t>
            </a:r>
          </a:p>
          <a:p>
            <a:r>
              <a:rPr lang="en-NZ" sz="1200" b="1" i="0" u="none" strike="noStrike" kern="1200" dirty="0">
                <a:solidFill>
                  <a:schemeClr val="tx1"/>
                </a:solidFill>
                <a:effectLst/>
                <a:latin typeface="Arial" charset="0"/>
                <a:ea typeface="+mn-ea"/>
                <a:cs typeface="Arial" charset="0"/>
              </a:rPr>
              <a:t>Bring Down the Next Bit:</a:t>
            </a:r>
            <a:endParaRPr lang="en-NZ" sz="1200" b="0" i="0" u="none" strike="noStrike" kern="1200" dirty="0">
              <a:solidFill>
                <a:schemeClr val="tx1"/>
              </a:solidFill>
              <a:effectLst/>
              <a:latin typeface="Arial" charset="0"/>
              <a:ea typeface="+mn-ea"/>
              <a:cs typeface="Arial" charset="0"/>
            </a:endParaRPr>
          </a:p>
          <a:p>
            <a:pPr lvl="1"/>
            <a:r>
              <a:rPr lang="en-NZ" sz="1200" b="0" i="0" u="none" strike="noStrike" kern="1200" dirty="0">
                <a:solidFill>
                  <a:schemeClr val="tx1"/>
                </a:solidFill>
                <a:effectLst/>
                <a:latin typeface="Arial" charset="0"/>
                <a:ea typeface="+mn-ea"/>
                <a:cs typeface="Arial" charset="0"/>
              </a:rPr>
              <a:t>Move to the next bit in the dividend and repeat the process.</a:t>
            </a:r>
          </a:p>
          <a:p>
            <a:r>
              <a:rPr lang="en-NZ" sz="1200" b="1" i="0" u="none" strike="noStrike" kern="1200" dirty="0">
                <a:solidFill>
                  <a:schemeClr val="tx1"/>
                </a:solidFill>
                <a:effectLst/>
                <a:latin typeface="Arial" charset="0"/>
                <a:ea typeface="+mn-ea"/>
                <a:cs typeface="Arial" charset="0"/>
              </a:rPr>
              <a:t>Repeat:</a:t>
            </a:r>
            <a:endParaRPr lang="en-NZ" sz="1200" b="0" i="0" u="none" strike="noStrike" kern="1200" dirty="0">
              <a:solidFill>
                <a:schemeClr val="tx1"/>
              </a:solidFill>
              <a:effectLst/>
              <a:latin typeface="Arial" charset="0"/>
              <a:ea typeface="+mn-ea"/>
              <a:cs typeface="Arial" charset="0"/>
            </a:endParaRPr>
          </a:p>
          <a:p>
            <a:pPr lvl="1"/>
            <a:r>
              <a:rPr lang="en-NZ" sz="1200" b="0" i="0" u="none" strike="noStrike" kern="1200" dirty="0">
                <a:solidFill>
                  <a:schemeClr val="tx1"/>
                </a:solidFill>
                <a:effectLst/>
                <a:latin typeface="Arial" charset="0"/>
                <a:ea typeface="+mn-ea"/>
                <a:cs typeface="Arial" charset="0"/>
              </a:rPr>
              <a:t>Continue until you’ve processed all bits of the dividend.</a:t>
            </a:r>
          </a:p>
          <a:p>
            <a:r>
              <a:rPr lang="en-NZ" sz="1200" b="1" i="0" u="none" strike="noStrike" kern="1200" dirty="0">
                <a:solidFill>
                  <a:schemeClr val="tx1"/>
                </a:solidFill>
                <a:effectLst/>
                <a:latin typeface="Arial" charset="0"/>
                <a:ea typeface="+mn-ea"/>
                <a:cs typeface="Arial" charset="0"/>
              </a:rPr>
              <a:t>Remainder:</a:t>
            </a:r>
            <a:endParaRPr lang="en-NZ" sz="1200" b="0" i="0" u="none" strike="noStrike" kern="1200" dirty="0">
              <a:solidFill>
                <a:schemeClr val="tx1"/>
              </a:solidFill>
              <a:effectLst/>
              <a:latin typeface="Arial" charset="0"/>
              <a:ea typeface="+mn-ea"/>
              <a:cs typeface="Arial" charset="0"/>
            </a:endParaRPr>
          </a:p>
          <a:p>
            <a:pPr lvl="1"/>
            <a:r>
              <a:rPr lang="en-NZ" sz="1200" b="0" i="0" u="none" strike="noStrike" kern="1200" dirty="0">
                <a:solidFill>
                  <a:schemeClr val="tx1"/>
                </a:solidFill>
                <a:effectLst/>
                <a:latin typeface="Arial" charset="0"/>
                <a:ea typeface="+mn-ea"/>
                <a:cs typeface="Arial" charset="0"/>
              </a:rPr>
              <a:t>The bits left after the last subtraction/XOR are the </a:t>
            </a:r>
            <a:r>
              <a:rPr lang="en-NZ" sz="1200" b="1" i="0" u="none" strike="noStrike" kern="1200" dirty="0">
                <a:solidFill>
                  <a:schemeClr val="tx1"/>
                </a:solidFill>
                <a:effectLst/>
                <a:latin typeface="Arial" charset="0"/>
                <a:ea typeface="+mn-ea"/>
                <a:cs typeface="Arial" charset="0"/>
              </a:rPr>
              <a:t>CRC</a:t>
            </a:r>
            <a:r>
              <a:rPr lang="en-NZ" sz="1200" b="0" i="0" u="none" strike="noStrike" kern="1200" dirty="0">
                <a:solidFill>
                  <a:schemeClr val="tx1"/>
                </a:solidFill>
                <a:effectLst/>
                <a:latin typeface="Arial" charset="0"/>
                <a:ea typeface="+mn-ea"/>
                <a:cs typeface="Arial" charset="0"/>
              </a:rPr>
              <a:t>.</a:t>
            </a:r>
          </a:p>
          <a:p>
            <a:endParaRPr lang="en-AU" dirty="0"/>
          </a:p>
        </p:txBody>
      </p:sp>
    </p:spTree>
    <p:extLst>
      <p:ext uri="{BB962C8B-B14F-4D97-AF65-F5344CB8AC3E}">
        <p14:creationId xmlns:p14="http://schemas.microsoft.com/office/powerpoint/2010/main" val="33558794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XOR: produce a 1 if either of its inputs is 1 and will produce a 0 output if both of its inputs are 0 or 1.</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An error will only be undetectable if the frame is divisible by the pattern.</a:t>
            </a:r>
          </a:p>
        </p:txBody>
      </p:sp>
    </p:spTree>
    <p:extLst>
      <p:ext uri="{BB962C8B-B14F-4D97-AF65-F5344CB8AC3E}">
        <p14:creationId xmlns:p14="http://schemas.microsoft.com/office/powerpoint/2010/main" val="7820770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i="0" u="none" strike="noStrike" kern="1200" dirty="0">
                <a:solidFill>
                  <a:schemeClr val="tx1"/>
                </a:solidFill>
                <a:effectLst/>
                <a:latin typeface="Arial" charset="0"/>
                <a:ea typeface="+mn-ea"/>
                <a:cs typeface="Arial" charset="0"/>
              </a:rPr>
              <a:t>CRC</a:t>
            </a:r>
            <a:r>
              <a:rPr lang="en-NZ" sz="1200" b="0" i="0" u="none" strike="noStrike" kern="1200" dirty="0">
                <a:solidFill>
                  <a:schemeClr val="tx1"/>
                </a:solidFill>
                <a:effectLst/>
                <a:latin typeface="Arial" charset="0"/>
                <a:ea typeface="+mn-ea"/>
                <a:cs typeface="Arial" charset="0"/>
              </a:rPr>
              <a:t> (Cyclic Redundancy Check) is called a </a:t>
            </a:r>
            <a:r>
              <a:rPr lang="en-NZ" sz="1200" b="1" i="0" u="none" strike="noStrike" kern="1200" dirty="0">
                <a:solidFill>
                  <a:schemeClr val="tx1"/>
                </a:solidFill>
                <a:effectLst/>
                <a:latin typeface="Arial" charset="0"/>
                <a:ea typeface="+mn-ea"/>
                <a:cs typeface="Arial" charset="0"/>
              </a:rPr>
              <a:t>polynomial code</a:t>
            </a:r>
            <a:r>
              <a:rPr lang="en-NZ" sz="1200" b="0" i="0" u="none" strike="noStrike" kern="1200" dirty="0">
                <a:solidFill>
                  <a:schemeClr val="tx1"/>
                </a:solidFill>
                <a:effectLst/>
                <a:latin typeface="Arial" charset="0"/>
                <a:ea typeface="+mn-ea"/>
                <a:cs typeface="Arial" charset="0"/>
              </a:rPr>
              <a:t> because the process of generating and checking CRCs is based on treating binary data as </a:t>
            </a:r>
            <a:r>
              <a:rPr lang="en-NZ" sz="1200" b="1" i="0" u="none" strike="noStrike" kern="1200" dirty="0">
                <a:solidFill>
                  <a:schemeClr val="tx1"/>
                </a:solidFill>
                <a:effectLst/>
                <a:latin typeface="Arial" charset="0"/>
                <a:ea typeface="+mn-ea"/>
                <a:cs typeface="Arial" charset="0"/>
              </a:rPr>
              <a:t>polynomials over the finite field GF(2)</a:t>
            </a:r>
            <a:r>
              <a:rPr lang="en-NZ" sz="1200" b="0" i="0" u="none" strike="noStrike" kern="1200" dirty="0">
                <a:solidFill>
                  <a:schemeClr val="tx1"/>
                </a:solidFill>
                <a:effectLst/>
                <a:latin typeface="Arial" charset="0"/>
                <a:ea typeface="+mn-ea"/>
                <a:cs typeface="Arial" charset="0"/>
              </a:rPr>
              <a:t> (i.e., modulo-2 arithmetic).</a:t>
            </a:r>
            <a:endParaRPr lang="en-US" dirty="0"/>
          </a:p>
        </p:txBody>
      </p:sp>
    </p:spTree>
    <p:extLst>
      <p:ext uri="{BB962C8B-B14F-4D97-AF65-F5344CB8AC3E}">
        <p14:creationId xmlns:p14="http://schemas.microsoft.com/office/powerpoint/2010/main" val="2507979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Specification of a CRC code requires definition of a so-called generator polynomial. </a:t>
            </a:r>
          </a:p>
          <a:p>
            <a:r>
              <a:rPr lang="en-GB" dirty="0"/>
              <a:t>This polynomial becomes the divisor in a polynomial long division, which takes the message as the dividend and in which the quotient is discarded, and the remainder becomes the result.</a:t>
            </a:r>
          </a:p>
          <a:p>
            <a:endParaRPr lang="en-GB" dirty="0"/>
          </a:p>
          <a:p>
            <a:r>
              <a:rPr lang="en-GB" dirty="0"/>
              <a:t>The </a:t>
            </a:r>
            <a:r>
              <a:rPr lang="en-GB" b="1" dirty="0"/>
              <a:t>CRC-12</a:t>
            </a:r>
            <a:r>
              <a:rPr lang="en-GB" dirty="0"/>
              <a:t> system is used for transmission of streams of 6-bit characters and generates a 12-bit FCS. </a:t>
            </a:r>
          </a:p>
          <a:p>
            <a:endParaRPr lang="en-GB" dirty="0"/>
          </a:p>
          <a:p>
            <a:r>
              <a:rPr lang="en-GB" dirty="0"/>
              <a:t>Both </a:t>
            </a:r>
            <a:r>
              <a:rPr lang="en-GB" b="1" dirty="0"/>
              <a:t>CRC-16 and CRC-CCITT </a:t>
            </a:r>
            <a:r>
              <a:rPr lang="en-GB" dirty="0"/>
              <a:t>are popular for 8-bit characters in the United States and Europe, respectively, and both result in a 16-bit FCS. </a:t>
            </a:r>
          </a:p>
          <a:p>
            <a:endParaRPr lang="en-GB" dirty="0"/>
          </a:p>
          <a:p>
            <a:r>
              <a:rPr lang="en-GB" b="1" dirty="0"/>
              <a:t>CRC-32</a:t>
            </a:r>
            <a:r>
              <a:rPr lang="en-GB" dirty="0"/>
              <a:t> is specified as an option in some point-to-point synchronous transmission standards and is used in IEEE 802 LAN standards.</a:t>
            </a:r>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A polynomial of degree r typically detects </a:t>
            </a:r>
            <a:r>
              <a:rPr lang="en-GB" b="1" dirty="0"/>
              <a:t>all burst errors of length r or less</a:t>
            </a:r>
            <a:r>
              <a:rPr lang="en-GB" dirty="0"/>
              <a:t>.</a:t>
            </a:r>
            <a:endParaRPr lang="en-US" dirty="0"/>
          </a:p>
          <a:p>
            <a:endParaRPr lang="en-US" dirty="0"/>
          </a:p>
        </p:txBody>
      </p:sp>
    </p:spTree>
    <p:extLst>
      <p:ext uri="{BB962C8B-B14F-4D97-AF65-F5344CB8AC3E}">
        <p14:creationId xmlns:p14="http://schemas.microsoft.com/office/powerpoint/2010/main" val="17246242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Some channels, like optical fibre in telecommunications networks, have tiny error rates so that transmission errors are a rare occurrence.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NZ"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Other channels, especially wireless links, have high error rates - transmission errors are the norm. </a:t>
            </a:r>
            <a:endParaRPr lang="en-GB" dirty="0"/>
          </a:p>
          <a:p>
            <a:endParaRPr lang="en-GB" dirty="0"/>
          </a:p>
          <a:p>
            <a:endParaRPr lang="en-GB" dirty="0"/>
          </a:p>
          <a:p>
            <a:r>
              <a:rPr lang="en-GB" dirty="0"/>
              <a:t>FEC is critical, particularly where reliable data transmission is needed in environments with high latency, noise, or where retransmissions are impractical.</a:t>
            </a:r>
            <a:endParaRPr lang="en-AU" dirty="0"/>
          </a:p>
        </p:txBody>
      </p:sp>
    </p:spTree>
    <p:extLst>
      <p:ext uri="{BB962C8B-B14F-4D97-AF65-F5344CB8AC3E}">
        <p14:creationId xmlns:p14="http://schemas.microsoft.com/office/powerpoint/2010/main" val="30740155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No errors</a:t>
            </a:r>
            <a:r>
              <a:rPr lang="en-GB" dirty="0"/>
              <a:t>: the input to the FEC decoder is identical to the original codeword, and the decoder produces the original data block as output.</a:t>
            </a:r>
          </a:p>
          <a:p>
            <a:endParaRPr lang="en-GB" dirty="0"/>
          </a:p>
          <a:p>
            <a:r>
              <a:rPr lang="en-GB" b="1" dirty="0"/>
              <a:t>Detectable, correctable errors</a:t>
            </a:r>
            <a:r>
              <a:rPr lang="en-GB" dirty="0"/>
              <a:t>: For certain error patterns, it is possible for the decoder to detect and correct those errors. The FEC decoder is able to map the block into the original data block. </a:t>
            </a:r>
          </a:p>
          <a:p>
            <a:endParaRPr lang="en-GB" dirty="0"/>
          </a:p>
          <a:p>
            <a:r>
              <a:rPr lang="en-GB" b="1" dirty="0"/>
              <a:t>Detectable, not correctable errors</a:t>
            </a:r>
            <a:r>
              <a:rPr lang="en-GB" dirty="0"/>
              <a:t>: For certain error patterns, the decoder can detect but not correct the errors. The decoder simply reports an uncorrectable error. </a:t>
            </a:r>
          </a:p>
          <a:p>
            <a:endParaRPr lang="en-GB" dirty="0"/>
          </a:p>
          <a:p>
            <a:r>
              <a:rPr lang="en-GB" b="1" dirty="0"/>
              <a:t>Undetectable errors</a:t>
            </a:r>
            <a:r>
              <a:rPr lang="en-GB" dirty="0"/>
              <a:t>: For certain, typically rare, error patterns, the decoder does not detect the error and maps the incoming n-bit data block into a different k-bit block.</a:t>
            </a:r>
            <a:endParaRPr lang="en-AU" dirty="0"/>
          </a:p>
        </p:txBody>
      </p:sp>
    </p:spTree>
    <p:extLst>
      <p:ext uri="{BB962C8B-B14F-4D97-AF65-F5344CB8AC3E}">
        <p14:creationId xmlns:p14="http://schemas.microsoft.com/office/powerpoint/2010/main" val="26813964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i="1">
                <a:solidFill>
                  <a:schemeClr val="tx1"/>
                </a:solidFill>
                <a:latin typeface="Baby Kruffy"/>
              </a:defRPr>
            </a:lvl1pPr>
            <a:lvl2pPr marL="742950" indent="-285750" eaLnBrk="0" hangingPunct="0">
              <a:defRPr sz="3200" b="1" i="1">
                <a:solidFill>
                  <a:schemeClr val="tx1"/>
                </a:solidFill>
                <a:latin typeface="Baby Kruffy"/>
              </a:defRPr>
            </a:lvl2pPr>
            <a:lvl3pPr marL="1143000" indent="-228600" eaLnBrk="0" hangingPunct="0">
              <a:defRPr sz="3200" b="1" i="1">
                <a:solidFill>
                  <a:schemeClr val="tx1"/>
                </a:solidFill>
                <a:latin typeface="Baby Kruffy"/>
              </a:defRPr>
            </a:lvl3pPr>
            <a:lvl4pPr marL="1600200" indent="-228600" eaLnBrk="0" hangingPunct="0">
              <a:defRPr sz="3200" b="1" i="1">
                <a:solidFill>
                  <a:schemeClr val="tx1"/>
                </a:solidFill>
                <a:latin typeface="Baby Kruffy"/>
              </a:defRPr>
            </a:lvl4pPr>
            <a:lvl5pPr marL="2057400" indent="-228600" eaLnBrk="0" hangingPunct="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pPr eaLnBrk="1" hangingPunct="1"/>
            <a:fld id="{604832FF-A4A3-458A-A09B-F7C852B4A98A}" type="slidenum">
              <a:rPr lang="en-US" altLang="en-US" sz="1200" b="0" i="0">
                <a:latin typeface="Times New Roman" panose="02020603050405020304" pitchFamily="18" charset="0"/>
              </a:rPr>
              <a:pPr eaLnBrk="1" hangingPunct="1"/>
              <a:t>33</a:t>
            </a:fld>
            <a:endParaRPr lang="en-US" altLang="en-US" sz="1200" b="0" i="0">
              <a:latin typeface="Times New Roman" panose="02020603050405020304" pitchFamily="18" charset="0"/>
            </a:endParaRPr>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In essence, error correction works by adding sufficient redundancy to the transmitted message. </a:t>
            </a:r>
          </a:p>
          <a:p>
            <a:endParaRPr lang="en-GB" dirty="0"/>
          </a:p>
          <a:p>
            <a:r>
              <a:rPr lang="en-GB" dirty="0"/>
              <a:t>The redundancy makes it possible for the receiver to deduce what the original message was, even in the face of a certain level of error rate.</a:t>
            </a:r>
            <a:endParaRPr lang="en-US" altLang="en-US" dirty="0"/>
          </a:p>
        </p:txBody>
      </p:sp>
    </p:spTree>
    <p:extLst>
      <p:ext uri="{BB962C8B-B14F-4D97-AF65-F5344CB8AC3E}">
        <p14:creationId xmlns:p14="http://schemas.microsoft.com/office/powerpoint/2010/main" val="35083801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Tree>
    <p:extLst>
      <p:ext uri="{BB962C8B-B14F-4D97-AF65-F5344CB8AC3E}">
        <p14:creationId xmlns:p14="http://schemas.microsoft.com/office/powerpoint/2010/main" val="25248659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not a valid codeword, and so the receiver has detected an error.</a:t>
            </a:r>
          </a:p>
          <a:p>
            <a:endParaRPr lang="en-GB" dirty="0"/>
          </a:p>
          <a:p>
            <a:r>
              <a:rPr lang="en-GB" dirty="0"/>
              <a:t>We can deduce that the most likely codeword that was sent was 00000 and that therefore the desired data block is 00.</a:t>
            </a:r>
            <a:endParaRPr lang="en-AU" dirty="0"/>
          </a:p>
        </p:txBody>
      </p:sp>
    </p:spTree>
    <p:extLst>
      <p:ext uri="{BB962C8B-B14F-4D97-AF65-F5344CB8AC3E}">
        <p14:creationId xmlns:p14="http://schemas.microsoft.com/office/powerpoint/2010/main" val="19980586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t>A unique valid codeword at a minimum distance from this invalid codeword.</a:t>
            </a:r>
          </a:p>
        </p:txBody>
      </p:sp>
    </p:spTree>
    <p:extLst>
      <p:ext uri="{BB962C8B-B14F-4D97-AF65-F5344CB8AC3E}">
        <p14:creationId xmlns:p14="http://schemas.microsoft.com/office/powerpoint/2010/main" val="41300353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dirty="0"/>
              <a:t>28 invalid codewords</a:t>
            </a:r>
          </a:p>
          <a:p>
            <a:endParaRPr lang="en-US" sz="2800" dirty="0"/>
          </a:p>
          <a:p>
            <a:r>
              <a:rPr lang="en-US" sz="2800" dirty="0"/>
              <a:t>There are </a:t>
            </a:r>
            <a:r>
              <a:rPr lang="en-US" sz="2800" b="1" dirty="0"/>
              <a:t>8 cases </a:t>
            </a:r>
            <a:r>
              <a:rPr lang="en-US" sz="2800" b="0" dirty="0"/>
              <a:t>in which </a:t>
            </a:r>
            <a:r>
              <a:rPr lang="en-US" sz="2800" b="1" dirty="0"/>
              <a:t>an invalid codeword is at a distance </a:t>
            </a:r>
            <a:r>
              <a:rPr lang="en-US" sz="2800" b="1" i="1" dirty="0"/>
              <a:t>2</a:t>
            </a:r>
            <a:r>
              <a:rPr lang="en-US" sz="2800" b="1" dirty="0"/>
              <a:t> from two different valid codewords</a:t>
            </a:r>
            <a:r>
              <a:rPr lang="en-US" sz="2800" dirty="0"/>
              <a:t>.</a:t>
            </a:r>
          </a:p>
          <a:p>
            <a:endParaRPr lang="en-US" sz="2800" dirty="0"/>
          </a:p>
          <a:p>
            <a:r>
              <a:rPr lang="en-US" sz="2400" dirty="0"/>
              <a:t>Thus, if one such invalid codeword is received, and error in </a:t>
            </a:r>
            <a:r>
              <a:rPr lang="en-US" sz="2400" i="1" dirty="0"/>
              <a:t>2</a:t>
            </a:r>
            <a:r>
              <a:rPr lang="en-US" sz="2400" dirty="0"/>
              <a:t> bits could have caused it and the receiver has no way to choose between the two alternatives.</a:t>
            </a:r>
          </a:p>
          <a:p>
            <a:endParaRPr lang="en-GB" sz="3600" dirty="0"/>
          </a:p>
          <a:p>
            <a:r>
              <a:rPr lang="en-GB" sz="3600" dirty="0"/>
              <a:t>This code is capable of </a:t>
            </a:r>
            <a:r>
              <a:rPr lang="en-GB" sz="3600" b="1" dirty="0"/>
              <a:t>correcting all single-bit errors </a:t>
            </a:r>
            <a:r>
              <a:rPr lang="en-GB" sz="3600" dirty="0"/>
              <a:t>but </a:t>
            </a:r>
            <a:r>
              <a:rPr lang="en-GB" sz="3600" b="1" dirty="0"/>
              <a:t>cannot correct double-bit errors</a:t>
            </a:r>
            <a:r>
              <a:rPr lang="en-GB" sz="3600" b="0" dirty="0"/>
              <a:t>.</a:t>
            </a:r>
            <a:endParaRPr lang="en-US" sz="2400" b="0" dirty="0"/>
          </a:p>
        </p:txBody>
      </p:sp>
    </p:spTree>
    <p:extLst>
      <p:ext uri="{BB962C8B-B14F-4D97-AF65-F5344CB8AC3E}">
        <p14:creationId xmlns:p14="http://schemas.microsoft.com/office/powerpoint/2010/main" val="12693589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minimum distance between valid codewords is 3. </a:t>
            </a:r>
          </a:p>
          <a:p>
            <a:endParaRPr lang="en-GB" dirty="0"/>
          </a:p>
          <a:p>
            <a:r>
              <a:rPr lang="en-GB" dirty="0"/>
              <a:t>A single-bit error will result in an invalid codeword that is a distance 1 from the original valid codeword but a distance at least 2 from all other valid codewords. </a:t>
            </a:r>
          </a:p>
          <a:p>
            <a:endParaRPr lang="en-GB" dirty="0"/>
          </a:p>
          <a:p>
            <a:r>
              <a:rPr lang="en-GB" dirty="0"/>
              <a:t>As a result, </a:t>
            </a:r>
            <a:r>
              <a:rPr lang="en-GB" b="1" dirty="0"/>
              <a:t>the code can always correct a single-bit error</a:t>
            </a:r>
            <a:r>
              <a:rPr lang="en-GB" dirty="0"/>
              <a:t>. </a:t>
            </a:r>
          </a:p>
          <a:p>
            <a:endParaRPr lang="en-GB" dirty="0"/>
          </a:p>
          <a:p>
            <a:r>
              <a:rPr lang="en-GB" dirty="0"/>
              <a:t>The code will always detect a double-bit error.</a:t>
            </a:r>
          </a:p>
          <a:p>
            <a:endParaRPr lang="en-GB" dirty="0"/>
          </a:p>
          <a:p>
            <a:endParaRPr lang="en-GB" dirty="0"/>
          </a:p>
          <a:p>
            <a:pPr marL="228600" indent="-228600">
              <a:buAutoNum type="arabicPeriod"/>
            </a:pPr>
            <a:r>
              <a:rPr lang="en-GB" dirty="0"/>
              <a:t>For given values of n and k, we would like the largest possible value of </a:t>
            </a:r>
            <a:r>
              <a:rPr lang="en-GB" dirty="0" err="1"/>
              <a:t>dmin</a:t>
            </a:r>
            <a:r>
              <a:rPr lang="en-GB" dirty="0"/>
              <a:t>. </a:t>
            </a:r>
          </a:p>
          <a:p>
            <a:pPr marL="228600" indent="-228600">
              <a:buAutoNum type="arabicPeriod"/>
            </a:pPr>
            <a:r>
              <a:rPr lang="en-GB" dirty="0"/>
              <a:t>The code should be relatively easy to encode and decode, requiring minimal memory and processing time. </a:t>
            </a:r>
          </a:p>
          <a:p>
            <a:pPr marL="228600" indent="-228600">
              <a:buAutoNum type="arabicPeriod"/>
            </a:pPr>
            <a:r>
              <a:rPr lang="en-GB" dirty="0"/>
              <a:t>The number of extra bits n - k to be small, to reduce bandwidth. </a:t>
            </a:r>
          </a:p>
          <a:p>
            <a:pPr marL="228600" indent="-228600">
              <a:buAutoNum type="arabicPeriod"/>
            </a:pPr>
            <a:r>
              <a:rPr lang="en-GB" dirty="0"/>
              <a:t>The number of extra bits n - k to be large, to reduce error rate.</a:t>
            </a:r>
            <a:endParaRPr lang="en-AU" dirty="0"/>
          </a:p>
        </p:txBody>
      </p:sp>
    </p:spTree>
    <p:extLst>
      <p:ext uri="{BB962C8B-B14F-4D97-AF65-F5344CB8AC3E}">
        <p14:creationId xmlns:p14="http://schemas.microsoft.com/office/powerpoint/2010/main" val="34650290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CRC at the data link layer provides strong error detection for physical transmission.</a:t>
            </a:r>
          </a:p>
          <a:p>
            <a:pPr marL="171450" indent="-171450">
              <a:buFontTx/>
              <a:buChar char="-"/>
            </a:pPr>
            <a:r>
              <a:rPr lang="en-GB" dirty="0"/>
              <a:t>hardware implementations of CRC are generally much faster than software implementations because they can perform operations in parallel and are optimised for specific tasks.</a:t>
            </a:r>
          </a:p>
          <a:p>
            <a:pPr marL="171450" indent="-171450">
              <a:buFontTx/>
              <a:buChar char="-"/>
            </a:pPr>
            <a:endParaRPr lang="en-GB" dirty="0"/>
          </a:p>
          <a:p>
            <a:r>
              <a:rPr lang="en-GB" dirty="0"/>
              <a:t>Checksums at the IP and TCP/UDP layers offer error detection focused on the integrity of headers and application data.</a:t>
            </a:r>
            <a:endParaRPr lang="en-NZ" b="0" i="0" dirty="0">
              <a:solidFill>
                <a:srgbClr val="000000"/>
              </a:solidFill>
              <a:effectLst/>
              <a:highlight>
                <a:srgbClr val="FFFFFF"/>
              </a:highlight>
              <a:latin typeface="Calibri" panose="020F0502020204030204" pitchFamily="34" charset="0"/>
            </a:endParaRPr>
          </a:p>
          <a:p>
            <a:endParaRPr lang="en-NZ" b="0" i="0" dirty="0">
              <a:solidFill>
                <a:srgbClr val="000000"/>
              </a:solidFill>
              <a:effectLst/>
              <a:highlight>
                <a:srgbClr val="FFFFFF"/>
              </a:highlight>
              <a:latin typeface="Calibri" panose="020F0502020204030204" pitchFamily="34" charset="0"/>
            </a:endParaRPr>
          </a:p>
          <a:p>
            <a:r>
              <a:rPr lang="en-NZ" b="0" i="0" dirty="0">
                <a:solidFill>
                  <a:srgbClr val="000000"/>
                </a:solidFill>
                <a:effectLst/>
                <a:highlight>
                  <a:srgbClr val="FFFFFF"/>
                </a:highlight>
                <a:latin typeface="Calibri" panose="020F0502020204030204" pitchFamily="34" charset="0"/>
              </a:rPr>
              <a:t>hop to hop and end to end</a:t>
            </a:r>
            <a:endParaRPr lang="en-NZ" dirty="0"/>
          </a:p>
        </p:txBody>
      </p:sp>
    </p:spTree>
    <p:extLst>
      <p:ext uri="{BB962C8B-B14F-4D97-AF65-F5344CB8AC3E}">
        <p14:creationId xmlns:p14="http://schemas.microsoft.com/office/powerpoint/2010/main" val="1794768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 name="Rectangle 7"/>
          <p:cNvSpPr>
            <a:spLocks noChangeArrowheads="1"/>
          </p:cNvSpPr>
          <p:nvPr/>
        </p:nvSpPr>
        <p:spPr bwMode="auto">
          <a:xfrm>
            <a:off x="0" y="1676400"/>
            <a:ext cx="9144000" cy="1902346"/>
          </a:xfrm>
          <a:prstGeom prst="rect">
            <a:avLst/>
          </a:prstGeom>
          <a:noFill/>
          <a:ln>
            <a:solidFill>
              <a:srgbClr val="800000"/>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US"/>
          </a:p>
        </p:txBody>
      </p:sp>
      <p:sp>
        <p:nvSpPr>
          <p:cNvPr id="6146" name="Rectangle 2"/>
          <p:cNvSpPr>
            <a:spLocks noGrp="1" noChangeArrowheads="1"/>
          </p:cNvSpPr>
          <p:nvPr userDrawn="1">
            <p:ph type="ctrTitle"/>
          </p:nvPr>
        </p:nvSpPr>
        <p:spPr>
          <a:xfrm>
            <a:off x="685800" y="1882775"/>
            <a:ext cx="7772400" cy="1470025"/>
          </a:xfrm>
        </p:spPr>
        <p:txBody>
          <a:bodyPr/>
          <a:lstStyle>
            <a:lvl1pPr>
              <a:defRPr sz="4000">
                <a:solidFill>
                  <a:schemeClr val="tx1"/>
                </a:solidFill>
              </a:defRPr>
            </a:lvl1pPr>
          </a:lstStyle>
          <a:p>
            <a:r>
              <a:rPr lang="en-US" dirty="0"/>
              <a:t>Click to edit Master title style</a:t>
            </a:r>
          </a:p>
        </p:txBody>
      </p:sp>
      <p:sp>
        <p:nvSpPr>
          <p:cNvPr id="6147" name="Rectangle 3"/>
          <p:cNvSpPr>
            <a:spLocks noGrp="1" noChangeArrowheads="1"/>
          </p:cNvSpPr>
          <p:nvPr userDrawn="1">
            <p:ph type="subTitle" idx="1"/>
          </p:nvPr>
        </p:nvSpPr>
        <p:spPr>
          <a:xfrm>
            <a:off x="1371600" y="4343400"/>
            <a:ext cx="6400800" cy="1752600"/>
          </a:xfrm>
        </p:spPr>
        <p:txBody>
          <a:bodyPr/>
          <a:lstStyle>
            <a:lvl1pPr marL="0" indent="0" algn="ctr">
              <a:buFont typeface="Wingdings" pitchFamily="2" charset="2"/>
              <a:buNone/>
              <a:defRPr sz="2800"/>
            </a:lvl1pPr>
          </a:lstStyle>
          <a:p>
            <a:r>
              <a:rPr lang="en-US" dirty="0"/>
              <a:t>Click to edit Master subtitle style</a:t>
            </a:r>
          </a:p>
        </p:txBody>
      </p:sp>
    </p:spTree>
    <p:extLst>
      <p:ext uri="{BB962C8B-B14F-4D97-AF65-F5344CB8AC3E}">
        <p14:creationId xmlns:p14="http://schemas.microsoft.com/office/powerpoint/2010/main" val="3384191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457200" y="990600"/>
            <a:ext cx="8229600" cy="5334000"/>
          </a:xfrm>
        </p:spPr>
        <p:txBody>
          <a:bodyPr/>
          <a:lstStyle>
            <a:lvl1pPr>
              <a:defRPr sz="3100">
                <a:solidFill>
                  <a:schemeClr val="tx1"/>
                </a:solidFill>
                <a:latin typeface="Arial" panose="020B0604020202020204" pitchFamily="34" charset="0"/>
                <a:cs typeface="Arial" panose="020B0604020202020204" pitchFamily="34" charset="0"/>
              </a:defRPr>
            </a:lvl1pPr>
            <a:lvl2pPr>
              <a:defRPr sz="26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dirty="0"/>
          </a:p>
        </p:txBody>
      </p:sp>
      <p:sp>
        <p:nvSpPr>
          <p:cNvPr id="5" name="Rectangle 6"/>
          <p:cNvSpPr>
            <a:spLocks noGrp="1" noChangeArrowheads="1"/>
          </p:cNvSpPr>
          <p:nvPr>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Tree>
    <p:extLst>
      <p:ext uri="{BB962C8B-B14F-4D97-AF65-F5344CB8AC3E}">
        <p14:creationId xmlns:p14="http://schemas.microsoft.com/office/powerpoint/2010/main" val="1681842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4135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7200" y="1066800"/>
            <a:ext cx="4040188" cy="5410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066800"/>
            <a:ext cx="4041775" cy="5410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p:cNvSpPr>
            <a:spLocks noGrp="1"/>
          </p:cNvSpPr>
          <p:nvPr>
            <p:ph type="title"/>
          </p:nvPr>
        </p:nvSpPr>
        <p:spPr/>
        <p:txBody>
          <a:bodyPr/>
          <a:lstStyle/>
          <a:p>
            <a:r>
              <a:rPr lang="en-US"/>
              <a:t>Click to edit Master title style</a:t>
            </a:r>
          </a:p>
        </p:txBody>
      </p:sp>
      <p:sp>
        <p:nvSpPr>
          <p:cNvPr id="5" name="Rectangle 5"/>
          <p:cNvSpPr>
            <a:spLocks noGrp="1" noChangeArrowheads="1"/>
          </p:cNvSpPr>
          <p:nvPr>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dirty="0"/>
          </a:p>
        </p:txBody>
      </p:sp>
      <p:sp>
        <p:nvSpPr>
          <p:cNvPr id="7" name="Slide Number Placeholder 6"/>
          <p:cNvSpPr>
            <a:spLocks noGrp="1" noChangeArrowheads="1"/>
          </p:cNvSpPr>
          <p:nvPr>
            <p:ph type="sldNum" sz="quarter" idx="10"/>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Tree>
    <p:extLst>
      <p:ext uri="{BB962C8B-B14F-4D97-AF65-F5344CB8AC3E}">
        <p14:creationId xmlns:p14="http://schemas.microsoft.com/office/powerpoint/2010/main" val="247857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6" name="Rectangle 6"/>
          <p:cNvSpPr>
            <a:spLocks noGrp="1" noChangeArrowheads="1"/>
          </p:cNvSpPr>
          <p:nvPr>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Tree>
    <p:extLst>
      <p:ext uri="{BB962C8B-B14F-4D97-AF65-F5344CB8AC3E}">
        <p14:creationId xmlns:p14="http://schemas.microsoft.com/office/powerpoint/2010/main" val="1030887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sz="800"/>
            </a:lvl1pPr>
          </a:lstStyle>
          <a:p>
            <a:pPr>
              <a:defRPr/>
            </a:pPr>
            <a:endParaRPr lang="en-US" i="0" dirty="0"/>
          </a:p>
        </p:txBody>
      </p:sp>
      <p:sp>
        <p:nvSpPr>
          <p:cNvPr id="4" name="Content Placeholder 2"/>
          <p:cNvSpPr>
            <a:spLocks noGrp="1"/>
          </p:cNvSpPr>
          <p:nvPr>
            <p:ph idx="1"/>
          </p:nvPr>
        </p:nvSpPr>
        <p:spPr>
          <a:xfrm>
            <a:off x="914399" y="1610713"/>
            <a:ext cx="7790214"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58623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4000" cy="865697"/>
          </a:xfrm>
          <a:prstGeom prst="rect">
            <a:avLst/>
          </a:prstGeom>
          <a:noFill/>
          <a:ln>
            <a:solidFill>
              <a:srgbClr val="800000"/>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US">
              <a:latin typeface="Arial" panose="020B0604020202020204" pitchFamily="34" charset="0"/>
              <a:cs typeface="Arial" panose="020B0604020202020204" pitchFamily="34" charset="0"/>
            </a:endParaRPr>
          </a:p>
        </p:txBody>
      </p:sp>
      <p:sp>
        <p:nvSpPr>
          <p:cNvPr id="13315" name="Rectangle 2"/>
          <p:cNvSpPr>
            <a:spLocks noGrp="1" noChangeArrowheads="1"/>
          </p:cNvSpPr>
          <p:nvPr userDrawn="1">
            <p:ph type="title"/>
          </p:nvPr>
        </p:nvSpPr>
        <p:spPr bwMode="auto">
          <a:xfrm>
            <a:off x="457200" y="70056"/>
            <a:ext cx="8229600" cy="7239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3316" name="Rectangle 3"/>
          <p:cNvSpPr>
            <a:spLocks noGrp="1" noChangeArrowheads="1"/>
          </p:cNvSpPr>
          <p:nvPr userDrawn="1">
            <p:ph type="body" idx="1"/>
          </p:nvPr>
        </p:nvSpPr>
        <p:spPr bwMode="auto">
          <a:xfrm>
            <a:off x="457200" y="1066800"/>
            <a:ext cx="8229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userDrawn="1">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dirty="0"/>
          </a:p>
        </p:txBody>
      </p:sp>
      <p:sp>
        <p:nvSpPr>
          <p:cNvPr id="1030" name="Rectangle 6"/>
          <p:cNvSpPr>
            <a:spLocks noGrp="1" noChangeArrowheads="1"/>
          </p:cNvSpPr>
          <p:nvPr userDrawn="1">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
        <p:nvSpPr>
          <p:cNvPr id="3" name="TextBox 2">
            <a:extLst>
              <a:ext uri="{FF2B5EF4-FFF2-40B4-BE49-F238E27FC236}">
                <a16:creationId xmlns:a16="http://schemas.microsoft.com/office/drawing/2014/main" id="{9D081766-5A52-9ED3-A076-B7464819BB76}"/>
              </a:ext>
            </a:extLst>
          </p:cNvPr>
          <p:cNvSpPr txBox="1"/>
          <p:nvPr userDrawn="1">
            <p:extLst>
              <p:ext uri="{1162E1C5-73C7-4A58-AE30-91384D911F3F}">
                <p184:classification xmlns:p184="http://schemas.microsoft.com/office/powerpoint/2018/4/main" val="ftr"/>
              </p:ext>
            </p:extLst>
          </p:nvPr>
        </p:nvSpPr>
        <p:spPr>
          <a:xfrm>
            <a:off x="4320350" y="6687820"/>
            <a:ext cx="523875"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cs typeface="Calibri" panose="020F0502020204030204" pitchFamily="34" charset="0"/>
              </a:rPr>
              <a:t>In-Confidence</a:t>
            </a:r>
          </a:p>
        </p:txBody>
      </p:sp>
    </p:spTree>
    <p:extLst>
      <p:ext uri="{BB962C8B-B14F-4D97-AF65-F5344CB8AC3E}">
        <p14:creationId xmlns:p14="http://schemas.microsoft.com/office/powerpoint/2010/main" val="380653623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3" r:id="rId4"/>
    <p:sldLayoutId id="2147483724" r:id="rId5"/>
    <p:sldLayoutId id="2147483727" r:id="rId6"/>
  </p:sldLayoutIdLst>
  <p:hf hdr="0" ftr="0" dt="0"/>
  <p:txStyles>
    <p:titleStyle>
      <a:lvl1pPr algn="ctr" rtl="0" eaLnBrk="0" fontAlgn="base" hangingPunct="0">
        <a:spcBef>
          <a:spcPct val="0"/>
        </a:spcBef>
        <a:spcAft>
          <a:spcPct val="0"/>
        </a:spcAft>
        <a:defRPr sz="3600">
          <a:solidFill>
            <a:schemeClr val="accent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3600">
          <a:solidFill>
            <a:schemeClr val="bg1"/>
          </a:solidFill>
          <a:latin typeface="Palatino Linotype" pitchFamily="18" charset="0"/>
          <a:cs typeface="Arial" charset="0"/>
        </a:defRPr>
      </a:lvl2pPr>
      <a:lvl3pPr algn="ctr" rtl="0" eaLnBrk="0" fontAlgn="base" hangingPunct="0">
        <a:spcBef>
          <a:spcPct val="0"/>
        </a:spcBef>
        <a:spcAft>
          <a:spcPct val="0"/>
        </a:spcAft>
        <a:defRPr sz="3600">
          <a:solidFill>
            <a:schemeClr val="bg1"/>
          </a:solidFill>
          <a:latin typeface="Palatino Linotype" pitchFamily="18" charset="0"/>
          <a:cs typeface="Arial" charset="0"/>
        </a:defRPr>
      </a:lvl3pPr>
      <a:lvl4pPr algn="ctr" rtl="0" eaLnBrk="0" fontAlgn="base" hangingPunct="0">
        <a:spcBef>
          <a:spcPct val="0"/>
        </a:spcBef>
        <a:spcAft>
          <a:spcPct val="0"/>
        </a:spcAft>
        <a:defRPr sz="3600">
          <a:solidFill>
            <a:schemeClr val="bg1"/>
          </a:solidFill>
          <a:latin typeface="Palatino Linotype" pitchFamily="18" charset="0"/>
          <a:cs typeface="Arial" charset="0"/>
        </a:defRPr>
      </a:lvl4pPr>
      <a:lvl5pPr algn="ctr" rtl="0" eaLnBrk="0" fontAlgn="base" hangingPunct="0">
        <a:spcBef>
          <a:spcPct val="0"/>
        </a:spcBef>
        <a:spcAft>
          <a:spcPct val="0"/>
        </a:spcAft>
        <a:defRPr sz="3600">
          <a:solidFill>
            <a:schemeClr val="bg1"/>
          </a:solidFill>
          <a:latin typeface="Palatino Linotype" pitchFamily="18" charset="0"/>
          <a:cs typeface="Arial" charset="0"/>
        </a:defRPr>
      </a:lvl5pPr>
      <a:lvl6pPr marL="457200" algn="ctr" rtl="0" fontAlgn="base">
        <a:spcBef>
          <a:spcPct val="0"/>
        </a:spcBef>
        <a:spcAft>
          <a:spcPct val="0"/>
        </a:spcAft>
        <a:defRPr sz="3600">
          <a:solidFill>
            <a:schemeClr val="bg1"/>
          </a:solidFill>
          <a:latin typeface="Palatino Linotype" pitchFamily="18" charset="0"/>
          <a:cs typeface="Arial" charset="0"/>
        </a:defRPr>
      </a:lvl6pPr>
      <a:lvl7pPr marL="914400" algn="ctr" rtl="0" fontAlgn="base">
        <a:spcBef>
          <a:spcPct val="0"/>
        </a:spcBef>
        <a:spcAft>
          <a:spcPct val="0"/>
        </a:spcAft>
        <a:defRPr sz="3600">
          <a:solidFill>
            <a:schemeClr val="bg1"/>
          </a:solidFill>
          <a:latin typeface="Palatino Linotype" pitchFamily="18" charset="0"/>
          <a:cs typeface="Arial" charset="0"/>
        </a:defRPr>
      </a:lvl7pPr>
      <a:lvl8pPr marL="1371600" algn="ctr" rtl="0" fontAlgn="base">
        <a:spcBef>
          <a:spcPct val="0"/>
        </a:spcBef>
        <a:spcAft>
          <a:spcPct val="0"/>
        </a:spcAft>
        <a:defRPr sz="3600">
          <a:solidFill>
            <a:schemeClr val="bg1"/>
          </a:solidFill>
          <a:latin typeface="Palatino Linotype" pitchFamily="18" charset="0"/>
          <a:cs typeface="Arial" charset="0"/>
        </a:defRPr>
      </a:lvl8pPr>
      <a:lvl9pPr marL="1828800" algn="ctr" rtl="0" fontAlgn="base">
        <a:spcBef>
          <a:spcPct val="0"/>
        </a:spcBef>
        <a:spcAft>
          <a:spcPct val="0"/>
        </a:spcAft>
        <a:defRPr sz="3600">
          <a:solidFill>
            <a:schemeClr val="bg1"/>
          </a:solidFill>
          <a:latin typeface="Palatino Linotype" pitchFamily="18" charset="0"/>
          <a:cs typeface="Arial" charset="0"/>
        </a:defRPr>
      </a:lvl9pPr>
    </p:titleStyle>
    <p:bodyStyle>
      <a:lvl1pPr marL="342900" indent="-342900" algn="l" rtl="0" eaLnBrk="0" fontAlgn="base" hangingPunct="0">
        <a:spcBef>
          <a:spcPct val="20000"/>
        </a:spcBef>
        <a:spcAft>
          <a:spcPct val="0"/>
        </a:spcAft>
        <a:buClr>
          <a:schemeClr val="accent2"/>
        </a:buClr>
        <a:buFont typeface="Wingdings" pitchFamily="2" charset="2"/>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lr>
          <a:srgbClr val="00B050"/>
        </a:buClr>
        <a:buChar char="•"/>
        <a:defRPr sz="2800">
          <a:solidFill>
            <a:schemeClr val="tx1"/>
          </a:solidFill>
          <a:latin typeface="Arial" panose="020B0604020202020204" pitchFamily="34" charset="0"/>
          <a:cs typeface="Arial" panose="020B0604020202020204" pitchFamily="34" charset="0"/>
        </a:defRPr>
      </a:lvl2pPr>
      <a:lvl3pPr marL="1143000" indent="-228600" algn="l" rtl="0" eaLnBrk="0" fontAlgn="base" hangingPunct="0">
        <a:spcBef>
          <a:spcPct val="20000"/>
        </a:spcBef>
        <a:spcAft>
          <a:spcPct val="0"/>
        </a:spcAft>
        <a:buChar char="o"/>
        <a:defRPr sz="2000">
          <a:solidFill>
            <a:schemeClr val="tx1"/>
          </a:solidFill>
          <a:latin typeface="Arial" panose="020B0604020202020204" pitchFamily="34" charset="0"/>
          <a:cs typeface="Arial" panose="020B0604020202020204" pitchFamily="34" charset="0"/>
        </a:defRPr>
      </a:lvl3pPr>
      <a:lvl4pPr marL="16002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20574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5pPr>
      <a:lvl6pPr marL="2514600" indent="-228600" algn="l" rtl="0" fontAlgn="base">
        <a:spcBef>
          <a:spcPct val="20000"/>
        </a:spcBef>
        <a:spcAft>
          <a:spcPct val="0"/>
        </a:spcAft>
        <a:buChar char="»"/>
        <a:defRPr>
          <a:solidFill>
            <a:schemeClr val="tx1"/>
          </a:solidFill>
          <a:latin typeface="+mn-lt"/>
          <a:cs typeface="+mn-cs"/>
        </a:defRPr>
      </a:lvl6pPr>
      <a:lvl7pPr marL="2971800" indent="-228600" algn="l" rtl="0" fontAlgn="base">
        <a:spcBef>
          <a:spcPct val="20000"/>
        </a:spcBef>
        <a:spcAft>
          <a:spcPct val="0"/>
        </a:spcAft>
        <a:buChar char="»"/>
        <a:defRPr>
          <a:solidFill>
            <a:schemeClr val="tx1"/>
          </a:solidFill>
          <a:latin typeface="+mn-lt"/>
          <a:cs typeface="+mn-cs"/>
        </a:defRPr>
      </a:lvl7pPr>
      <a:lvl8pPr marL="3429000" indent="-228600" algn="l" rtl="0" fontAlgn="base">
        <a:spcBef>
          <a:spcPct val="20000"/>
        </a:spcBef>
        <a:spcAft>
          <a:spcPct val="0"/>
        </a:spcAft>
        <a:buChar char="»"/>
        <a:defRPr>
          <a:solidFill>
            <a:schemeClr val="tx1"/>
          </a:solidFill>
          <a:latin typeface="+mn-lt"/>
          <a:cs typeface="+mn-cs"/>
        </a:defRPr>
      </a:lvl8pPr>
      <a:lvl9pPr marL="3886200" indent="-228600" algn="l" rtl="0" fontAlgn="base">
        <a:spcBef>
          <a:spcPct val="20000"/>
        </a:spcBef>
        <a:spcAft>
          <a:spcPct val="0"/>
        </a:spcAft>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arry.wu@canterbury.ac.nz"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users.cs.northwestern.edu/~akuzma/classes/CS340-w05/lecture_notes.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3810000"/>
            <a:ext cx="7696200" cy="1752600"/>
          </a:xfrm>
        </p:spPr>
        <p:txBody>
          <a:bodyPr/>
          <a:lstStyle/>
          <a:p>
            <a:r>
              <a:rPr lang="en-US" sz="2400" dirty="0">
                <a:latin typeface="+mj-lt"/>
              </a:rPr>
              <a:t>Dr Barry Wu</a:t>
            </a:r>
          </a:p>
          <a:p>
            <a:endParaRPr lang="en-US" altLang="zh-CN" sz="1800" dirty="0">
              <a:latin typeface="+mj-lt"/>
            </a:endParaRPr>
          </a:p>
          <a:p>
            <a:r>
              <a:rPr lang="en-US" altLang="zh-CN" sz="1800" dirty="0">
                <a:latin typeface="+mj-lt"/>
              </a:rPr>
              <a:t>WRC</a:t>
            </a:r>
          </a:p>
          <a:p>
            <a:r>
              <a:rPr lang="en-US" altLang="zh-CN" sz="1800" dirty="0">
                <a:latin typeface="+mj-lt"/>
              </a:rPr>
              <a:t>University of Canterbury</a:t>
            </a:r>
          </a:p>
          <a:p>
            <a:r>
              <a:rPr lang="en-US" sz="1600" dirty="0">
                <a:latin typeface="+mj-lt"/>
                <a:hlinkClick r:id="rId3"/>
              </a:rPr>
              <a:t>Barry.wu@canterbury.ac.nz</a:t>
            </a:r>
            <a:endParaRPr lang="en-US" sz="1600" dirty="0">
              <a:latin typeface="+mj-lt"/>
            </a:endParaRPr>
          </a:p>
        </p:txBody>
      </p:sp>
      <p:sp>
        <p:nvSpPr>
          <p:cNvPr id="4" name="TextBox 3"/>
          <p:cNvSpPr txBox="1"/>
          <p:nvPr/>
        </p:nvSpPr>
        <p:spPr>
          <a:xfrm>
            <a:off x="838200" y="594578"/>
            <a:ext cx="7391400" cy="830997"/>
          </a:xfrm>
          <a:prstGeom prst="rect">
            <a:avLst/>
          </a:prstGeom>
          <a:noFill/>
        </p:spPr>
        <p:txBody>
          <a:bodyPr wrap="square" rtlCol="0">
            <a:spAutoFit/>
          </a:bodyPr>
          <a:lstStyle/>
          <a:p>
            <a:pPr algn="ctr"/>
            <a:r>
              <a:rPr lang="en-US" sz="2400" dirty="0">
                <a:latin typeface="+mj-lt"/>
              </a:rPr>
              <a:t>COSC264</a:t>
            </a:r>
          </a:p>
          <a:p>
            <a:pPr algn="ctr"/>
            <a:r>
              <a:rPr lang="en-NZ" sz="2400" dirty="0">
                <a:latin typeface="+mj-lt"/>
              </a:rPr>
              <a:t>Introduction to Computer Networks and the Internet</a:t>
            </a:r>
            <a:endParaRPr lang="en-US" sz="2400" dirty="0">
              <a:latin typeface="+mj-lt"/>
            </a:endParaRPr>
          </a:p>
        </p:txBody>
      </p:sp>
      <p:sp>
        <p:nvSpPr>
          <p:cNvPr id="5" name="Title 4"/>
          <p:cNvSpPr>
            <a:spLocks noGrp="1"/>
          </p:cNvSpPr>
          <p:nvPr>
            <p:ph type="ctrTitle"/>
          </p:nvPr>
        </p:nvSpPr>
        <p:spPr/>
        <p:txBody>
          <a:bodyPr/>
          <a:lstStyle/>
          <a:p>
            <a:r>
              <a:rPr lang="en-NZ" sz="3200" dirty="0"/>
              <a:t>Reliable Data Transfer: Error Detection and Correction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t>Learning Objectives</a:t>
            </a:r>
            <a:endParaRPr lang="ko-KR" altLang="en-US" dirty="0"/>
          </a:p>
        </p:txBody>
      </p:sp>
      <p:sp>
        <p:nvSpPr>
          <p:cNvPr id="3" name="Content Placeholder 2"/>
          <p:cNvSpPr>
            <a:spLocks noGrp="1"/>
          </p:cNvSpPr>
          <p:nvPr>
            <p:ph idx="1"/>
          </p:nvPr>
        </p:nvSpPr>
        <p:spPr/>
        <p:txBody>
          <a:bodyPr/>
          <a:lstStyle/>
          <a:p>
            <a:r>
              <a:rPr lang="en-US" altLang="ko-KR" dirty="0"/>
              <a:t>At the end of the lectures, you will be able to:</a:t>
            </a:r>
          </a:p>
          <a:p>
            <a:pPr lvl="1"/>
            <a:r>
              <a:rPr lang="en-NZ" altLang="en-US" dirty="0"/>
              <a:t>Explain the basic mechanism for the use of error-detecting codes</a:t>
            </a:r>
          </a:p>
          <a:p>
            <a:pPr lvl="1"/>
            <a:r>
              <a:rPr lang="en-NZ" altLang="en-US" dirty="0"/>
              <a:t>Present an overview of the Internet checksum</a:t>
            </a:r>
          </a:p>
          <a:p>
            <a:pPr lvl="1"/>
            <a:r>
              <a:rPr lang="en-NZ" altLang="en-US" dirty="0"/>
              <a:t>Understand the operation of the cyclic redundancy check</a:t>
            </a:r>
          </a:p>
          <a:p>
            <a:pPr lvl="1"/>
            <a:r>
              <a:rPr lang="en-NZ" altLang="en-US" dirty="0"/>
              <a:t>Define Hamming distance</a:t>
            </a:r>
          </a:p>
          <a:p>
            <a:pPr lvl="1"/>
            <a:r>
              <a:rPr lang="en-NZ" altLang="en-US" dirty="0"/>
              <a:t>Explain the basic principles for forward error correction using a block code</a:t>
            </a:r>
            <a:endParaRPr lang="ko-KR" altLang="en-US" dirty="0"/>
          </a:p>
        </p:txBody>
      </p:sp>
      <p:sp>
        <p:nvSpPr>
          <p:cNvPr id="4" name="Slide Number Placeholder 3"/>
          <p:cNvSpPr>
            <a:spLocks noGrp="1"/>
          </p:cNvSpPr>
          <p:nvPr>
            <p:ph type="sldNum" sz="quarter" idx="11"/>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2</a:t>
            </a:fld>
            <a:endParaRPr lang="en-US" dirty="0"/>
          </a:p>
        </p:txBody>
      </p:sp>
    </p:spTree>
    <p:extLst>
      <p:ext uri="{BB962C8B-B14F-4D97-AF65-F5344CB8AC3E}">
        <p14:creationId xmlns:p14="http://schemas.microsoft.com/office/powerpoint/2010/main" val="606395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457200" y="1447800"/>
            <a:ext cx="8229600" cy="4876800"/>
          </a:xfrm>
        </p:spPr>
        <p:txBody>
          <a:bodyPr/>
          <a:lstStyle/>
          <a:p>
            <a:pPr>
              <a:spcBef>
                <a:spcPts val="1200"/>
              </a:spcBef>
              <a:spcAft>
                <a:spcPts val="600"/>
              </a:spcAft>
            </a:pPr>
            <a:r>
              <a:rPr lang="en-US" sz="2800" dirty="0"/>
              <a:t>Error Detection</a:t>
            </a:r>
          </a:p>
          <a:p>
            <a:pPr lvl="1">
              <a:spcBef>
                <a:spcPts val="1200"/>
              </a:spcBef>
              <a:spcAft>
                <a:spcPts val="600"/>
              </a:spcAft>
            </a:pPr>
            <a:r>
              <a:rPr lang="en-US" sz="2000" dirty="0"/>
              <a:t>Parity check</a:t>
            </a:r>
          </a:p>
          <a:p>
            <a:pPr lvl="1">
              <a:spcBef>
                <a:spcPts val="1200"/>
              </a:spcBef>
              <a:spcAft>
                <a:spcPts val="600"/>
              </a:spcAft>
            </a:pPr>
            <a:r>
              <a:rPr lang="en-US" sz="2000" dirty="0"/>
              <a:t>Internet checksum</a:t>
            </a:r>
          </a:p>
          <a:p>
            <a:pPr lvl="1">
              <a:spcBef>
                <a:spcPts val="1200"/>
              </a:spcBef>
              <a:spcAft>
                <a:spcPts val="600"/>
              </a:spcAft>
            </a:pPr>
            <a:r>
              <a:rPr lang="en-US" sz="2000" dirty="0"/>
              <a:t>Cyclic Redundancy Check (CRC)</a:t>
            </a:r>
          </a:p>
          <a:p>
            <a:pPr>
              <a:spcBef>
                <a:spcPts val="1200"/>
              </a:spcBef>
              <a:spcAft>
                <a:spcPts val="600"/>
              </a:spcAft>
            </a:pPr>
            <a:r>
              <a:rPr lang="en-US" sz="2800" dirty="0"/>
              <a:t>Forward Error Correction</a:t>
            </a:r>
          </a:p>
          <a:p>
            <a:pPr lvl="1">
              <a:spcBef>
                <a:spcPts val="1200"/>
              </a:spcBef>
              <a:spcAft>
                <a:spcPts val="600"/>
              </a:spcAft>
            </a:pPr>
            <a:r>
              <a:rPr lang="en-US" sz="2000" dirty="0"/>
              <a:t>Block Code Principles</a:t>
            </a:r>
          </a:p>
        </p:txBody>
      </p:sp>
      <p:sp>
        <p:nvSpPr>
          <p:cNvPr id="5" name="Slide Number Placeholder 4"/>
          <p:cNvSpPr>
            <a:spLocks noGrp="1"/>
          </p:cNvSpPr>
          <p:nvPr>
            <p:ph type="sldNum" sz="quarter" idx="4"/>
          </p:nvPr>
        </p:nvSpPr>
        <p:spPr/>
        <p:txBody>
          <a:bodyPr/>
          <a:lstStyle/>
          <a:p>
            <a:pPr>
              <a:defRPr/>
            </a:pPr>
            <a:fld id="{DACE9E11-39C8-4E20-894F-A4A883CCF6EF}" type="slidenum">
              <a:rPr lang="en-US" smtClean="0"/>
              <a:pPr>
                <a:defRPr/>
              </a:pPr>
              <a:t>3</a:t>
            </a:fld>
            <a:endParaRPr lang="en-US" dirty="0"/>
          </a:p>
        </p:txBody>
      </p:sp>
    </p:spTree>
    <p:extLst>
      <p:ext uri="{BB962C8B-B14F-4D97-AF65-F5344CB8AC3E}">
        <p14:creationId xmlns:p14="http://schemas.microsoft.com/office/powerpoint/2010/main" val="1073999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5BFBD-25D0-4A5B-DE7F-5DF0E54A14C5}"/>
              </a:ext>
            </a:extLst>
          </p:cNvPr>
          <p:cNvSpPr>
            <a:spLocks noGrp="1"/>
          </p:cNvSpPr>
          <p:nvPr>
            <p:ph type="title"/>
          </p:nvPr>
        </p:nvSpPr>
        <p:spPr/>
        <p:txBody>
          <a:bodyPr/>
          <a:lstStyle/>
          <a:p>
            <a:r>
              <a:rPr lang="en-GB" altLang="zh-CN" dirty="0"/>
              <a:t>The Journey of a Packet</a:t>
            </a:r>
            <a:endParaRPr lang="en-AU" dirty="0"/>
          </a:p>
        </p:txBody>
      </p:sp>
      <p:sp>
        <p:nvSpPr>
          <p:cNvPr id="3" name="Content Placeholder 2">
            <a:extLst>
              <a:ext uri="{FF2B5EF4-FFF2-40B4-BE49-F238E27FC236}">
                <a16:creationId xmlns:a16="http://schemas.microsoft.com/office/drawing/2014/main" id="{8A4F41A9-AB70-1D1B-E1F8-204EBE996BEF}"/>
              </a:ext>
            </a:extLst>
          </p:cNvPr>
          <p:cNvSpPr>
            <a:spLocks noGrp="1"/>
          </p:cNvSpPr>
          <p:nvPr>
            <p:ph idx="1"/>
          </p:nvPr>
        </p:nvSpPr>
        <p:spPr>
          <a:xfrm>
            <a:off x="457200" y="990600"/>
            <a:ext cx="8229600" cy="1600200"/>
          </a:xfrm>
        </p:spPr>
        <p:txBody>
          <a:bodyPr/>
          <a:lstStyle/>
          <a:p>
            <a:r>
              <a:rPr lang="en-GB" sz="2800" dirty="0"/>
              <a:t>Regardless of the design of the transmission system, there will be errors, such as bit errors, lost packets, and out-of-order packets.</a:t>
            </a:r>
            <a:endParaRPr lang="en-AU" sz="2800" dirty="0"/>
          </a:p>
        </p:txBody>
      </p:sp>
      <p:sp>
        <p:nvSpPr>
          <p:cNvPr id="4" name="Slide Number Placeholder 3">
            <a:extLst>
              <a:ext uri="{FF2B5EF4-FFF2-40B4-BE49-F238E27FC236}">
                <a16:creationId xmlns:a16="http://schemas.microsoft.com/office/drawing/2014/main" id="{B7ED8218-D790-2D8B-F852-693A4A0A86C1}"/>
              </a:ext>
            </a:extLst>
          </p:cNvPr>
          <p:cNvSpPr>
            <a:spLocks noGrp="1"/>
          </p:cNvSpPr>
          <p:nvPr>
            <p:ph type="sldNum" sz="quarter" idx="4"/>
          </p:nvPr>
        </p:nvSpPr>
        <p:spPr/>
        <p:txBody>
          <a:bodyPr/>
          <a:lstStyle/>
          <a:p>
            <a:pPr>
              <a:defRPr/>
            </a:pPr>
            <a:fld id="{DACE9E11-39C8-4E20-894F-A4A883CCF6EF}" type="slidenum">
              <a:rPr lang="en-US" smtClean="0"/>
              <a:pPr>
                <a:defRPr/>
              </a:pPr>
              <a:t>4</a:t>
            </a:fld>
            <a:endParaRPr lang="en-US" dirty="0"/>
          </a:p>
        </p:txBody>
      </p:sp>
      <p:grpSp>
        <p:nvGrpSpPr>
          <p:cNvPr id="5" name="Group 4">
            <a:extLst>
              <a:ext uri="{FF2B5EF4-FFF2-40B4-BE49-F238E27FC236}">
                <a16:creationId xmlns:a16="http://schemas.microsoft.com/office/drawing/2014/main" id="{F42A1D1D-0087-4CD2-CEFA-2A473EEBFD7D}"/>
              </a:ext>
            </a:extLst>
          </p:cNvPr>
          <p:cNvGrpSpPr/>
          <p:nvPr/>
        </p:nvGrpSpPr>
        <p:grpSpPr>
          <a:xfrm>
            <a:off x="1104900" y="2971800"/>
            <a:ext cx="6934200" cy="2743200"/>
            <a:chOff x="1219200" y="3618053"/>
            <a:chExt cx="6934200" cy="2743200"/>
          </a:xfrm>
        </p:grpSpPr>
        <p:sp>
          <p:nvSpPr>
            <p:cNvPr id="7" name="Flowchart: Summing Junction 6">
              <a:extLst>
                <a:ext uri="{FF2B5EF4-FFF2-40B4-BE49-F238E27FC236}">
                  <a16:creationId xmlns:a16="http://schemas.microsoft.com/office/drawing/2014/main" id="{DA749512-9EB0-0F26-43FE-AD88EC3D95A1}"/>
                </a:ext>
              </a:extLst>
            </p:cNvPr>
            <p:cNvSpPr/>
            <p:nvPr/>
          </p:nvSpPr>
          <p:spPr>
            <a:xfrm>
              <a:off x="2743200" y="4532453"/>
              <a:ext cx="1066800" cy="304800"/>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 name="Flowchart: Summing Junction 8">
              <a:extLst>
                <a:ext uri="{FF2B5EF4-FFF2-40B4-BE49-F238E27FC236}">
                  <a16:creationId xmlns:a16="http://schemas.microsoft.com/office/drawing/2014/main" id="{A9C9DC8B-57C1-94FC-7CFE-663A3BE85B92}"/>
                </a:ext>
              </a:extLst>
            </p:cNvPr>
            <p:cNvSpPr/>
            <p:nvPr/>
          </p:nvSpPr>
          <p:spPr>
            <a:xfrm>
              <a:off x="3962400" y="3922853"/>
              <a:ext cx="1066800" cy="304800"/>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 name="Flowchart: Summing Junction 9">
              <a:extLst>
                <a:ext uri="{FF2B5EF4-FFF2-40B4-BE49-F238E27FC236}">
                  <a16:creationId xmlns:a16="http://schemas.microsoft.com/office/drawing/2014/main" id="{C130A0E5-3B05-83BB-E831-1AD4722A9B4B}"/>
                </a:ext>
              </a:extLst>
            </p:cNvPr>
            <p:cNvSpPr/>
            <p:nvPr/>
          </p:nvSpPr>
          <p:spPr>
            <a:xfrm>
              <a:off x="3982656" y="5523053"/>
              <a:ext cx="1066800" cy="304800"/>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 name="Flowchart: Summing Junction 10">
              <a:extLst>
                <a:ext uri="{FF2B5EF4-FFF2-40B4-BE49-F238E27FC236}">
                  <a16:creationId xmlns:a16="http://schemas.microsoft.com/office/drawing/2014/main" id="{BBD9D9D8-1B78-3B40-DCA1-17F1DDDFE7DC}"/>
                </a:ext>
              </a:extLst>
            </p:cNvPr>
            <p:cNvSpPr/>
            <p:nvPr/>
          </p:nvSpPr>
          <p:spPr>
            <a:xfrm>
              <a:off x="5562600" y="4630775"/>
              <a:ext cx="1066800" cy="304800"/>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grpSp>
          <p:nvGrpSpPr>
            <p:cNvPr id="12" name="Group 11">
              <a:extLst>
                <a:ext uri="{FF2B5EF4-FFF2-40B4-BE49-F238E27FC236}">
                  <a16:creationId xmlns:a16="http://schemas.microsoft.com/office/drawing/2014/main" id="{A6B54FD4-9B36-975A-F3CA-E13259889BB1}"/>
                </a:ext>
              </a:extLst>
            </p:cNvPr>
            <p:cNvGrpSpPr/>
            <p:nvPr/>
          </p:nvGrpSpPr>
          <p:grpSpPr>
            <a:xfrm>
              <a:off x="7467600" y="4532453"/>
              <a:ext cx="685800" cy="501444"/>
              <a:chOff x="6705600" y="4495800"/>
              <a:chExt cx="685800" cy="501444"/>
            </a:xfrm>
          </p:grpSpPr>
          <p:sp>
            <p:nvSpPr>
              <p:cNvPr id="19" name="Round Single Corner Rectangle 14">
                <a:extLst>
                  <a:ext uri="{FF2B5EF4-FFF2-40B4-BE49-F238E27FC236}">
                    <a16:creationId xmlns:a16="http://schemas.microsoft.com/office/drawing/2014/main" id="{AF0F5F78-33D5-584A-CABD-E93184196AFB}"/>
                  </a:ext>
                </a:extLst>
              </p:cNvPr>
              <p:cNvSpPr/>
              <p:nvPr/>
            </p:nvSpPr>
            <p:spPr>
              <a:xfrm>
                <a:off x="6858000" y="4495800"/>
                <a:ext cx="533400" cy="304800"/>
              </a:xfrm>
              <a:prstGeom prst="round1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0" name="Flowchart: Data 19">
                <a:extLst>
                  <a:ext uri="{FF2B5EF4-FFF2-40B4-BE49-F238E27FC236}">
                    <a16:creationId xmlns:a16="http://schemas.microsoft.com/office/drawing/2014/main" id="{ABEA3AE3-9A31-8CA9-5D3D-150A5D0C1208}"/>
                  </a:ext>
                </a:extLst>
              </p:cNvPr>
              <p:cNvSpPr/>
              <p:nvPr/>
            </p:nvSpPr>
            <p:spPr>
              <a:xfrm>
                <a:off x="6705600" y="4800600"/>
                <a:ext cx="685800" cy="196644"/>
              </a:xfrm>
              <a:prstGeom prst="flowChartInputOutpu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grpSp>
        <p:grpSp>
          <p:nvGrpSpPr>
            <p:cNvPr id="13" name="Group 12">
              <a:extLst>
                <a:ext uri="{FF2B5EF4-FFF2-40B4-BE49-F238E27FC236}">
                  <a16:creationId xmlns:a16="http://schemas.microsoft.com/office/drawing/2014/main" id="{11D3062E-C1C3-AEA1-09BD-B7709C2FD902}"/>
                </a:ext>
              </a:extLst>
            </p:cNvPr>
            <p:cNvGrpSpPr/>
            <p:nvPr/>
          </p:nvGrpSpPr>
          <p:grpSpPr>
            <a:xfrm>
              <a:off x="1219200" y="5119931"/>
              <a:ext cx="685800" cy="501444"/>
              <a:chOff x="457200" y="5083278"/>
              <a:chExt cx="685800" cy="501444"/>
            </a:xfrm>
          </p:grpSpPr>
          <p:sp>
            <p:nvSpPr>
              <p:cNvPr id="17" name="Round Single Corner Rectangle 16">
                <a:extLst>
                  <a:ext uri="{FF2B5EF4-FFF2-40B4-BE49-F238E27FC236}">
                    <a16:creationId xmlns:a16="http://schemas.microsoft.com/office/drawing/2014/main" id="{6CC5330F-1AA7-1A90-068A-053AC59386AE}"/>
                  </a:ext>
                </a:extLst>
              </p:cNvPr>
              <p:cNvSpPr/>
              <p:nvPr/>
            </p:nvSpPr>
            <p:spPr>
              <a:xfrm>
                <a:off x="609600" y="5083278"/>
                <a:ext cx="533400" cy="304800"/>
              </a:xfrm>
              <a:prstGeom prst="round1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8" name="Flowchart: Data 17">
                <a:extLst>
                  <a:ext uri="{FF2B5EF4-FFF2-40B4-BE49-F238E27FC236}">
                    <a16:creationId xmlns:a16="http://schemas.microsoft.com/office/drawing/2014/main" id="{FD06B3CA-E486-00A4-A2B2-56DA065F8344}"/>
                  </a:ext>
                </a:extLst>
              </p:cNvPr>
              <p:cNvSpPr/>
              <p:nvPr/>
            </p:nvSpPr>
            <p:spPr>
              <a:xfrm>
                <a:off x="457200" y="5388078"/>
                <a:ext cx="685800" cy="196644"/>
              </a:xfrm>
              <a:prstGeom prst="flowChartInputOutpu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grpSp>
        <p:sp>
          <p:nvSpPr>
            <p:cNvPr id="14" name="Cloud 13">
              <a:extLst>
                <a:ext uri="{FF2B5EF4-FFF2-40B4-BE49-F238E27FC236}">
                  <a16:creationId xmlns:a16="http://schemas.microsoft.com/office/drawing/2014/main" id="{E3002E66-94D0-383C-2E17-40B54BB523AA}"/>
                </a:ext>
              </a:extLst>
            </p:cNvPr>
            <p:cNvSpPr/>
            <p:nvPr/>
          </p:nvSpPr>
          <p:spPr>
            <a:xfrm>
              <a:off x="2209800" y="3618053"/>
              <a:ext cx="4648200" cy="2743200"/>
            </a:xfrm>
            <a:prstGeom prst="cloud">
              <a:avLst/>
            </a:prstGeom>
            <a:noFill/>
            <a:ln>
              <a:solidFill>
                <a:schemeClr val="accent3">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15" name="Curved Connector 18">
              <a:extLst>
                <a:ext uri="{FF2B5EF4-FFF2-40B4-BE49-F238E27FC236}">
                  <a16:creationId xmlns:a16="http://schemas.microsoft.com/office/drawing/2014/main" id="{0B11885F-BDEF-5C16-5ADF-758F0EBB00B9}"/>
                </a:ext>
              </a:extLst>
            </p:cNvPr>
            <p:cNvCxnSpPr>
              <a:stCxn id="7" idx="2"/>
              <a:endCxn id="17" idx="3"/>
            </p:cNvCxnSpPr>
            <p:nvPr/>
          </p:nvCxnSpPr>
          <p:spPr>
            <a:xfrm rot="10800000" flipV="1">
              <a:off x="1905000" y="4684853"/>
              <a:ext cx="838200" cy="587478"/>
            </a:xfrm>
            <a:prstGeom prst="curvedConnector3">
              <a:avLst/>
            </a:prstGeom>
          </p:spPr>
          <p:style>
            <a:lnRef idx="2">
              <a:schemeClr val="accent2"/>
            </a:lnRef>
            <a:fillRef idx="0">
              <a:schemeClr val="accent2"/>
            </a:fillRef>
            <a:effectRef idx="1">
              <a:schemeClr val="accent2"/>
            </a:effectRef>
            <a:fontRef idx="minor">
              <a:schemeClr val="tx1"/>
            </a:fontRef>
          </p:style>
        </p:cxnSp>
        <p:cxnSp>
          <p:nvCxnSpPr>
            <p:cNvPr id="16" name="Curved Connector 21">
              <a:extLst>
                <a:ext uri="{FF2B5EF4-FFF2-40B4-BE49-F238E27FC236}">
                  <a16:creationId xmlns:a16="http://schemas.microsoft.com/office/drawing/2014/main" id="{88E3D00C-89A3-1B18-FFD9-731FE932BE73}"/>
                </a:ext>
              </a:extLst>
            </p:cNvPr>
            <p:cNvCxnSpPr>
              <a:stCxn id="20" idx="2"/>
              <a:endCxn id="11" idx="6"/>
            </p:cNvCxnSpPr>
            <p:nvPr/>
          </p:nvCxnSpPr>
          <p:spPr>
            <a:xfrm rot="10800000">
              <a:off x="6629400" y="4783175"/>
              <a:ext cx="906780" cy="152400"/>
            </a:xfrm>
            <a:prstGeom prst="curvedConnector3">
              <a:avLst/>
            </a:prstGeom>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56397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5EF19-CB27-32DE-A3F2-3A3BBDE475F2}"/>
              </a:ext>
            </a:extLst>
          </p:cNvPr>
          <p:cNvSpPr>
            <a:spLocks noGrp="1"/>
          </p:cNvSpPr>
          <p:nvPr>
            <p:ph type="title"/>
          </p:nvPr>
        </p:nvSpPr>
        <p:spPr/>
        <p:txBody>
          <a:bodyPr/>
          <a:lstStyle/>
          <a:p>
            <a:r>
              <a:rPr lang="en-GB" dirty="0"/>
              <a:t>The Journal of a Packet (cont.)</a:t>
            </a:r>
            <a:endParaRPr lang="en-AU" dirty="0"/>
          </a:p>
        </p:txBody>
      </p:sp>
      <p:sp>
        <p:nvSpPr>
          <p:cNvPr id="4" name="Slide Number Placeholder 3">
            <a:extLst>
              <a:ext uri="{FF2B5EF4-FFF2-40B4-BE49-F238E27FC236}">
                <a16:creationId xmlns:a16="http://schemas.microsoft.com/office/drawing/2014/main" id="{98D97D4E-EC76-5E19-0F46-146A1AE3E4A5}"/>
              </a:ext>
            </a:extLst>
          </p:cNvPr>
          <p:cNvSpPr>
            <a:spLocks noGrp="1"/>
          </p:cNvSpPr>
          <p:nvPr>
            <p:ph type="sldNum" sz="quarter" idx="4"/>
          </p:nvPr>
        </p:nvSpPr>
        <p:spPr/>
        <p:txBody>
          <a:bodyPr/>
          <a:lstStyle/>
          <a:p>
            <a:pPr>
              <a:defRPr/>
            </a:pPr>
            <a:fld id="{DACE9E11-39C8-4E20-894F-A4A883CCF6EF}" type="slidenum">
              <a:rPr lang="en-US" smtClean="0"/>
              <a:pPr>
                <a:defRPr/>
              </a:pPr>
              <a:t>5</a:t>
            </a:fld>
            <a:endParaRPr lang="en-US" dirty="0"/>
          </a:p>
        </p:txBody>
      </p:sp>
      <p:graphicFrame>
        <p:nvGraphicFramePr>
          <p:cNvPr id="5" name="Table 4">
            <a:extLst>
              <a:ext uri="{FF2B5EF4-FFF2-40B4-BE49-F238E27FC236}">
                <a16:creationId xmlns:a16="http://schemas.microsoft.com/office/drawing/2014/main" id="{AF5DA05D-6250-0ABE-A7AD-0BE6C8633C5B}"/>
              </a:ext>
            </a:extLst>
          </p:cNvPr>
          <p:cNvGraphicFramePr>
            <a:graphicFrameLocks noGrp="1"/>
          </p:cNvGraphicFramePr>
          <p:nvPr>
            <p:extLst>
              <p:ext uri="{D42A27DB-BD31-4B8C-83A1-F6EECF244321}">
                <p14:modId xmlns:p14="http://schemas.microsoft.com/office/powerpoint/2010/main" val="2882592074"/>
              </p:ext>
            </p:extLst>
          </p:nvPr>
        </p:nvGraphicFramePr>
        <p:xfrm>
          <a:off x="647700" y="1956436"/>
          <a:ext cx="7848600" cy="2945127"/>
        </p:xfrm>
        <a:graphic>
          <a:graphicData uri="http://schemas.openxmlformats.org/drawingml/2006/table">
            <a:tbl>
              <a:tblPr/>
              <a:tblGrid>
                <a:gridCol w="3080759">
                  <a:extLst>
                    <a:ext uri="{9D8B030D-6E8A-4147-A177-3AD203B41FA5}">
                      <a16:colId xmlns:a16="http://schemas.microsoft.com/office/drawing/2014/main" val="3692790241"/>
                    </a:ext>
                  </a:extLst>
                </a:gridCol>
                <a:gridCol w="4767841">
                  <a:extLst>
                    <a:ext uri="{9D8B030D-6E8A-4147-A177-3AD203B41FA5}">
                      <a16:colId xmlns:a16="http://schemas.microsoft.com/office/drawing/2014/main" val="4160719528"/>
                    </a:ext>
                  </a:extLst>
                </a:gridCol>
              </a:tblGrid>
              <a:tr h="727709">
                <a:tc>
                  <a:txBody>
                    <a:bodyPr/>
                    <a:lstStyle/>
                    <a:p>
                      <a:pPr algn="l" fontAlgn="base"/>
                      <a:r>
                        <a:rPr lang="en-NZ" sz="2200" b="1" i="0" dirty="0">
                          <a:solidFill>
                            <a:srgbClr val="000000"/>
                          </a:solidFill>
                          <a:effectLst/>
                          <a:latin typeface="Palatino Linotype" panose="02040502050505030304" pitchFamily="18" charset="0"/>
                        </a:rPr>
                        <a:t>Problems</a:t>
                      </a:r>
                      <a:r>
                        <a:rPr lang="en-NZ" sz="2200" b="1" i="0" dirty="0">
                          <a:solidFill>
                            <a:srgbClr val="FFFFFF"/>
                          </a:solidFill>
                          <a:effectLst/>
                          <a:latin typeface="Palatino Linotype" panose="02040502050505030304" pitchFamily="18" charset="0"/>
                        </a:rPr>
                        <a:t>​</a:t>
                      </a:r>
                      <a:endParaRPr lang="en-NZ" sz="2200" b="1" i="0" dirty="0">
                        <a:solidFill>
                          <a:srgbClr val="FFFFFF"/>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20739" cap="flat" cmpd="sng" algn="ctr">
                      <a:solidFill>
                        <a:srgbClr val="FFFFFF"/>
                      </a:solidFill>
                      <a:prstDash val="solid"/>
                      <a:round/>
                      <a:headEnd type="none" w="med" len="med"/>
                      <a:tailEnd type="none" w="med" len="med"/>
                    </a:lnB>
                    <a:solidFill>
                      <a:srgbClr val="BBE0E3"/>
                    </a:solidFill>
                  </a:tcPr>
                </a:tc>
                <a:tc>
                  <a:txBody>
                    <a:bodyPr/>
                    <a:lstStyle/>
                    <a:p>
                      <a:pPr algn="l" fontAlgn="base"/>
                      <a:r>
                        <a:rPr lang="en-NZ" sz="2200" b="1" i="0" dirty="0">
                          <a:solidFill>
                            <a:srgbClr val="000000"/>
                          </a:solidFill>
                          <a:effectLst/>
                          <a:latin typeface="Palatino Linotype" panose="02040502050505030304" pitchFamily="18" charset="0"/>
                        </a:rPr>
                        <a:t>Approaches</a:t>
                      </a:r>
                      <a:r>
                        <a:rPr lang="en-NZ" sz="2200" b="1" i="0" dirty="0">
                          <a:solidFill>
                            <a:srgbClr val="FFFFFF"/>
                          </a:solidFill>
                          <a:effectLst/>
                          <a:latin typeface="Palatino Linotype" panose="02040502050505030304" pitchFamily="18" charset="0"/>
                        </a:rPr>
                        <a:t>​</a:t>
                      </a:r>
                      <a:endParaRPr lang="en-NZ" sz="2200" b="1" i="0" dirty="0">
                        <a:solidFill>
                          <a:srgbClr val="FFFFFF"/>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20739" cap="flat" cmpd="sng" algn="ctr">
                      <a:solidFill>
                        <a:srgbClr val="FFFFFF"/>
                      </a:solidFill>
                      <a:prstDash val="solid"/>
                      <a:round/>
                      <a:headEnd type="none" w="med" len="med"/>
                      <a:tailEnd type="none" w="med" len="med"/>
                    </a:lnB>
                    <a:solidFill>
                      <a:srgbClr val="BBE0E3"/>
                    </a:solidFill>
                  </a:tcPr>
                </a:tc>
                <a:extLst>
                  <a:ext uri="{0D108BD9-81ED-4DB2-BD59-A6C34878D82A}">
                    <a16:rowId xmlns:a16="http://schemas.microsoft.com/office/drawing/2014/main" val="225034864"/>
                  </a:ext>
                </a:extLst>
              </a:tr>
              <a:tr h="727709">
                <a:tc>
                  <a:txBody>
                    <a:bodyPr/>
                    <a:lstStyle/>
                    <a:p>
                      <a:pPr algn="l" fontAlgn="base"/>
                      <a:r>
                        <a:rPr lang="en-NZ" sz="2200" b="0" i="0" dirty="0">
                          <a:solidFill>
                            <a:srgbClr val="000000"/>
                          </a:solidFill>
                          <a:effectLst/>
                          <a:latin typeface="Palatino Linotype" panose="02040502050505030304" pitchFamily="18" charset="0"/>
                        </a:rPr>
                        <a:t>Bit errors​</a:t>
                      </a:r>
                      <a:endParaRPr lang="en-NZ" sz="2200" b="0" i="0" dirty="0">
                        <a:solidFill>
                          <a:srgbClr val="000000"/>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2073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l" fontAlgn="base"/>
                      <a:r>
                        <a:rPr lang="en-NZ" sz="2200" b="0" i="0" dirty="0">
                          <a:solidFill>
                            <a:srgbClr val="000000"/>
                          </a:solidFill>
                          <a:effectLst/>
                          <a:latin typeface="Palatino Linotype" panose="02040502050505030304" pitchFamily="18" charset="0"/>
                        </a:rPr>
                        <a:t>Error detection and correction​ techniques</a:t>
                      </a:r>
                      <a:endParaRPr lang="en-NZ" sz="2200" b="0" i="0" dirty="0">
                        <a:solidFill>
                          <a:srgbClr val="000000"/>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2073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extLst>
                  <a:ext uri="{0D108BD9-81ED-4DB2-BD59-A6C34878D82A}">
                    <a16:rowId xmlns:a16="http://schemas.microsoft.com/office/drawing/2014/main" val="2083510402"/>
                  </a:ext>
                </a:extLst>
              </a:tr>
              <a:tr h="727709">
                <a:tc>
                  <a:txBody>
                    <a:bodyPr/>
                    <a:lstStyle/>
                    <a:p>
                      <a:pPr algn="l" fontAlgn="base"/>
                      <a:r>
                        <a:rPr lang="en-NZ" sz="2200" b="0" i="0" dirty="0">
                          <a:solidFill>
                            <a:srgbClr val="000000"/>
                          </a:solidFill>
                          <a:effectLst/>
                          <a:latin typeface="Palatino Linotype" panose="02040502050505030304" pitchFamily="18" charset="0"/>
                        </a:rPr>
                        <a:t>Lost packet​s</a:t>
                      </a:r>
                      <a:endParaRPr lang="en-NZ" sz="2200" b="0" i="0" dirty="0">
                        <a:solidFill>
                          <a:srgbClr val="000000"/>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l" fontAlgn="base"/>
                      <a:r>
                        <a:rPr lang="en-NZ" sz="2200" b="0" i="0" dirty="0">
                          <a:solidFill>
                            <a:srgbClr val="000000"/>
                          </a:solidFill>
                          <a:effectLst/>
                          <a:latin typeface="Palatino Linotype" panose="02040502050505030304" pitchFamily="18" charset="0"/>
                        </a:rPr>
                        <a:t>ARQ protocols</a:t>
                      </a:r>
                      <a:endParaRPr lang="en-NZ" sz="2200" b="0" i="0" dirty="0">
                        <a:solidFill>
                          <a:srgbClr val="000000"/>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extLst>
                  <a:ext uri="{0D108BD9-81ED-4DB2-BD59-A6C34878D82A}">
                    <a16:rowId xmlns:a16="http://schemas.microsoft.com/office/drawing/2014/main" val="2046277705"/>
                  </a:ext>
                </a:extLst>
              </a:tr>
              <a:tr h="727709">
                <a:tc>
                  <a:txBody>
                    <a:bodyPr/>
                    <a:lstStyle/>
                    <a:p>
                      <a:pPr algn="l" fontAlgn="base"/>
                      <a:r>
                        <a:rPr lang="en-NZ" sz="2200" b="0" i="0" dirty="0">
                          <a:solidFill>
                            <a:srgbClr val="000000"/>
                          </a:solidFill>
                          <a:effectLst/>
                          <a:latin typeface="Palatino Linotype" panose="02040502050505030304" pitchFamily="18" charset="0"/>
                        </a:rPr>
                        <a:t>Out of order​ packets</a:t>
                      </a:r>
                      <a:endParaRPr lang="en-NZ" sz="2200" b="0" i="0" dirty="0">
                        <a:solidFill>
                          <a:srgbClr val="000000"/>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tc>
                  <a:txBody>
                    <a:bodyPr/>
                    <a:lstStyle/>
                    <a:p>
                      <a:pPr algn="l" fontAlgn="base"/>
                      <a:r>
                        <a:rPr lang="en-NZ" sz="2200" b="0" i="0" dirty="0">
                          <a:solidFill>
                            <a:srgbClr val="000000"/>
                          </a:solidFill>
                          <a:effectLst/>
                          <a:latin typeface="Palatino Linotype" panose="02040502050505030304" pitchFamily="18" charset="0"/>
                        </a:rPr>
                        <a:t>ARQ protocols</a:t>
                      </a:r>
                      <a:endParaRPr lang="en-NZ" sz="2200" b="0" i="0" dirty="0">
                        <a:solidFill>
                          <a:srgbClr val="000000"/>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extLst>
                  <a:ext uri="{0D108BD9-81ED-4DB2-BD59-A6C34878D82A}">
                    <a16:rowId xmlns:a16="http://schemas.microsoft.com/office/drawing/2014/main" val="3765586525"/>
                  </a:ext>
                </a:extLst>
              </a:tr>
            </a:tbl>
          </a:graphicData>
        </a:graphic>
      </p:graphicFrame>
      <p:sp>
        <p:nvSpPr>
          <p:cNvPr id="6" name="Rectangle 1">
            <a:extLst>
              <a:ext uri="{FF2B5EF4-FFF2-40B4-BE49-F238E27FC236}">
                <a16:creationId xmlns:a16="http://schemas.microsoft.com/office/drawing/2014/main" id="{C863CBC2-476F-7DA1-D2BB-665D471AEB6B}"/>
              </a:ext>
            </a:extLst>
          </p:cNvPr>
          <p:cNvSpPr>
            <a:spLocks noChangeArrowheads="1"/>
          </p:cNvSpPr>
          <p:nvPr/>
        </p:nvSpPr>
        <p:spPr bwMode="auto">
          <a:xfrm>
            <a:off x="1835150" y="1447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6926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Some Causes for Transmission Errors</a:t>
            </a:r>
          </a:p>
        </p:txBody>
      </p:sp>
      <p:sp>
        <p:nvSpPr>
          <p:cNvPr id="3" name="Content Placeholder 2"/>
          <p:cNvSpPr>
            <a:spLocks noGrp="1"/>
          </p:cNvSpPr>
          <p:nvPr>
            <p:ph idx="1"/>
          </p:nvPr>
        </p:nvSpPr>
        <p:spPr>
          <a:xfrm>
            <a:off x="457200" y="990600"/>
            <a:ext cx="8229600" cy="4038600"/>
          </a:xfrm>
        </p:spPr>
        <p:txBody>
          <a:bodyPr/>
          <a:lstStyle/>
          <a:p>
            <a:pPr>
              <a:spcBef>
                <a:spcPts val="600"/>
              </a:spcBef>
              <a:spcAft>
                <a:spcPts val="600"/>
              </a:spcAft>
            </a:pPr>
            <a:r>
              <a:rPr lang="en-US" sz="2400" dirty="0"/>
              <a:t>Thermal noise</a:t>
            </a:r>
          </a:p>
          <a:p>
            <a:pPr>
              <a:spcBef>
                <a:spcPts val="600"/>
              </a:spcBef>
              <a:spcAft>
                <a:spcPts val="600"/>
              </a:spcAft>
            </a:pPr>
            <a:r>
              <a:rPr lang="en-US" sz="2400" dirty="0"/>
              <a:t>Weak signal strength, interference, deliberate jamming, jitter, etc.</a:t>
            </a:r>
          </a:p>
          <a:p>
            <a:pPr>
              <a:spcBef>
                <a:spcPts val="600"/>
              </a:spcBef>
              <a:spcAft>
                <a:spcPts val="600"/>
              </a:spcAft>
            </a:pPr>
            <a:r>
              <a:rPr lang="en-US" sz="2400" dirty="0"/>
              <a:t>A crashing router / switch / station loses all packets currently in its memory</a:t>
            </a:r>
          </a:p>
          <a:p>
            <a:pPr>
              <a:spcBef>
                <a:spcPts val="600"/>
              </a:spcBef>
              <a:spcAft>
                <a:spcPts val="600"/>
              </a:spcAft>
            </a:pPr>
            <a:r>
              <a:rPr lang="en-US" sz="2400" dirty="0"/>
              <a:t>Packets </a:t>
            </a:r>
          </a:p>
          <a:p>
            <a:pPr lvl="1">
              <a:spcBef>
                <a:spcPts val="600"/>
              </a:spcBef>
              <a:spcAft>
                <a:spcPts val="600"/>
              </a:spcAft>
            </a:pPr>
            <a:r>
              <a:rPr lang="en-US" sz="1800" dirty="0"/>
              <a:t>are routed in the wrong direction</a:t>
            </a:r>
          </a:p>
          <a:p>
            <a:pPr lvl="1">
              <a:spcBef>
                <a:spcPts val="600"/>
              </a:spcBef>
              <a:spcAft>
                <a:spcPts val="600"/>
              </a:spcAft>
            </a:pPr>
            <a:r>
              <a:rPr lang="en-US" sz="1800" dirty="0"/>
              <a:t>are dropped because of congestion</a:t>
            </a:r>
          </a:p>
          <a:p>
            <a:pPr lvl="1">
              <a:spcBef>
                <a:spcPts val="600"/>
              </a:spcBef>
              <a:spcAft>
                <a:spcPts val="600"/>
              </a:spcAft>
            </a:pPr>
            <a:r>
              <a:rPr lang="en-US" sz="1800" dirty="0"/>
              <a:t>are dropped because of insufficient resources at the receiver</a:t>
            </a:r>
          </a:p>
        </p:txBody>
      </p:sp>
      <p:sp>
        <p:nvSpPr>
          <p:cNvPr id="6" name="Slide Number Placeholder 5"/>
          <p:cNvSpPr>
            <a:spLocks noGrp="1"/>
          </p:cNvSpPr>
          <p:nvPr>
            <p:ph type="sldNum" sz="quarter" idx="4"/>
          </p:nvPr>
        </p:nvSpPr>
        <p:spPr/>
        <p:txBody>
          <a:bodyPr/>
          <a:lstStyle/>
          <a:p>
            <a:pPr>
              <a:defRPr/>
            </a:pPr>
            <a:fld id="{DACE9E11-39C8-4E20-894F-A4A883CCF6EF}" type="slidenum">
              <a:rPr lang="en-US" smtClean="0"/>
              <a:pPr>
                <a:defRPr/>
              </a:pPr>
              <a:t>6</a:t>
            </a:fld>
            <a:endParaRPr lang="en-US" dirty="0"/>
          </a:p>
        </p:txBody>
      </p:sp>
      <p:sp>
        <p:nvSpPr>
          <p:cNvPr id="7" name="Wave 6"/>
          <p:cNvSpPr/>
          <p:nvPr/>
        </p:nvSpPr>
        <p:spPr>
          <a:xfrm>
            <a:off x="609600" y="5231959"/>
            <a:ext cx="8077200" cy="1092641"/>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000000"/>
                </a:solidFill>
                <a:latin typeface="Arial" panose="020B0604020202020204" pitchFamily="34" charset="0"/>
                <a:cs typeface="Arial" panose="020B0604020202020204" pitchFamily="34" charset="0"/>
              </a:rPr>
              <a:t>Transmission errors present a design challenge for a network and a distributed application.</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147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93766-D746-AA80-B63A-1A366D72C19F}"/>
              </a:ext>
            </a:extLst>
          </p:cNvPr>
          <p:cNvSpPr>
            <a:spLocks noGrp="1"/>
          </p:cNvSpPr>
          <p:nvPr>
            <p:ph type="title"/>
          </p:nvPr>
        </p:nvSpPr>
        <p:spPr/>
        <p:txBody>
          <a:bodyPr/>
          <a:lstStyle/>
          <a:p>
            <a:r>
              <a:rPr lang="en-AU" dirty="0"/>
              <a:t>Types of Bit Errors</a:t>
            </a:r>
          </a:p>
        </p:txBody>
      </p:sp>
      <p:sp>
        <p:nvSpPr>
          <p:cNvPr id="3" name="Content Placeholder 2">
            <a:extLst>
              <a:ext uri="{FF2B5EF4-FFF2-40B4-BE49-F238E27FC236}">
                <a16:creationId xmlns:a16="http://schemas.microsoft.com/office/drawing/2014/main" id="{E7EA67BB-B483-76DF-AEB6-DB7C11BC81CE}"/>
              </a:ext>
            </a:extLst>
          </p:cNvPr>
          <p:cNvSpPr>
            <a:spLocks noGrp="1"/>
          </p:cNvSpPr>
          <p:nvPr>
            <p:ph idx="1"/>
          </p:nvPr>
        </p:nvSpPr>
        <p:spPr>
          <a:xfrm>
            <a:off x="457200" y="990600"/>
            <a:ext cx="8229600" cy="1219200"/>
          </a:xfrm>
        </p:spPr>
        <p:txBody>
          <a:bodyPr/>
          <a:lstStyle/>
          <a:p>
            <a:r>
              <a:rPr lang="en-GB" sz="2800" dirty="0"/>
              <a:t>An error occurs when a bit is altered between transmission and reception.</a:t>
            </a:r>
          </a:p>
          <a:p>
            <a:endParaRPr lang="en-AU" sz="2800" dirty="0"/>
          </a:p>
        </p:txBody>
      </p:sp>
      <p:sp>
        <p:nvSpPr>
          <p:cNvPr id="4" name="Slide Number Placeholder 3">
            <a:extLst>
              <a:ext uri="{FF2B5EF4-FFF2-40B4-BE49-F238E27FC236}">
                <a16:creationId xmlns:a16="http://schemas.microsoft.com/office/drawing/2014/main" id="{A1192878-BF47-1958-0D45-B69560F4FBF8}"/>
              </a:ext>
            </a:extLst>
          </p:cNvPr>
          <p:cNvSpPr>
            <a:spLocks noGrp="1"/>
          </p:cNvSpPr>
          <p:nvPr>
            <p:ph type="sldNum" sz="quarter" idx="4"/>
          </p:nvPr>
        </p:nvSpPr>
        <p:spPr/>
        <p:txBody>
          <a:bodyPr/>
          <a:lstStyle/>
          <a:p>
            <a:pPr>
              <a:defRPr/>
            </a:pPr>
            <a:fld id="{DACE9E11-39C8-4E20-894F-A4A883CCF6EF}" type="slidenum">
              <a:rPr lang="en-US" smtClean="0"/>
              <a:pPr>
                <a:defRPr/>
              </a:pPr>
              <a:t>7</a:t>
            </a:fld>
            <a:endParaRPr lang="en-US" dirty="0"/>
          </a:p>
        </p:txBody>
      </p:sp>
      <p:pic>
        <p:nvPicPr>
          <p:cNvPr id="6" name="Picture 5">
            <a:extLst>
              <a:ext uri="{FF2B5EF4-FFF2-40B4-BE49-F238E27FC236}">
                <a16:creationId xmlns:a16="http://schemas.microsoft.com/office/drawing/2014/main" id="{92314DA3-072D-3568-ADD8-CEA84A890F8E}"/>
              </a:ext>
            </a:extLst>
          </p:cNvPr>
          <p:cNvPicPr>
            <a:picLocks noChangeAspect="1"/>
          </p:cNvPicPr>
          <p:nvPr/>
        </p:nvPicPr>
        <p:blipFill>
          <a:blip r:embed="rId3"/>
          <a:stretch>
            <a:fillRect/>
          </a:stretch>
        </p:blipFill>
        <p:spPr>
          <a:xfrm>
            <a:off x="540542" y="2751196"/>
            <a:ext cx="8062913" cy="2552835"/>
          </a:xfrm>
          <a:prstGeom prst="rect">
            <a:avLst/>
          </a:prstGeom>
        </p:spPr>
      </p:pic>
      <p:sp>
        <p:nvSpPr>
          <p:cNvPr id="7" name="TextBox 7">
            <a:extLst>
              <a:ext uri="{FF2B5EF4-FFF2-40B4-BE49-F238E27FC236}">
                <a16:creationId xmlns:a16="http://schemas.microsoft.com/office/drawing/2014/main" id="{DCF6BA98-64BA-3DF7-20AC-1FEABED0747B}"/>
              </a:ext>
            </a:extLst>
          </p:cNvPr>
          <p:cNvSpPr txBox="1"/>
          <p:nvPr/>
        </p:nvSpPr>
        <p:spPr>
          <a:xfrm>
            <a:off x="1562099" y="6540356"/>
            <a:ext cx="6019800" cy="2616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GB" sz="1100" dirty="0"/>
              <a:t>Source: William Stallings, Data and Computer Communications, 10</a:t>
            </a:r>
            <a:r>
              <a:rPr lang="en-GB" sz="1100" baseline="30000" dirty="0"/>
              <a:t>th</a:t>
            </a:r>
            <a:r>
              <a:rPr lang="en-GB" sz="1100" dirty="0"/>
              <a:t> edition, 2013, Figure 6.1.</a:t>
            </a:r>
            <a:endParaRPr lang="en-AU" sz="1100" dirty="0"/>
          </a:p>
        </p:txBody>
      </p:sp>
    </p:spTree>
    <p:extLst>
      <p:ext uri="{BB962C8B-B14F-4D97-AF65-F5344CB8AC3E}">
        <p14:creationId xmlns:p14="http://schemas.microsoft.com/office/powerpoint/2010/main" val="2663155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0CCA4-C485-66B5-D37E-3E67A1D6968E}"/>
              </a:ext>
            </a:extLst>
          </p:cNvPr>
          <p:cNvSpPr>
            <a:spLocks noGrp="1"/>
          </p:cNvSpPr>
          <p:nvPr>
            <p:ph type="ctrTitle"/>
          </p:nvPr>
        </p:nvSpPr>
        <p:spPr/>
        <p:txBody>
          <a:bodyPr/>
          <a:lstStyle/>
          <a:p>
            <a:r>
              <a:rPr lang="en-AU" dirty="0"/>
              <a:t>Error Detection</a:t>
            </a:r>
          </a:p>
        </p:txBody>
      </p:sp>
      <p:sp>
        <p:nvSpPr>
          <p:cNvPr id="5" name="Subtitle 4">
            <a:extLst>
              <a:ext uri="{FF2B5EF4-FFF2-40B4-BE49-F238E27FC236}">
                <a16:creationId xmlns:a16="http://schemas.microsoft.com/office/drawing/2014/main" id="{AD8C8028-B356-0253-649F-D279EEFCC8AD}"/>
              </a:ext>
            </a:extLst>
          </p:cNvPr>
          <p:cNvSpPr>
            <a:spLocks noGrp="1"/>
          </p:cNvSpPr>
          <p:nvPr>
            <p:ph type="subTitle" idx="1"/>
          </p:nvPr>
        </p:nvSpPr>
        <p:spPr/>
        <p:txBody>
          <a:bodyPr/>
          <a:lstStyle/>
          <a:p>
            <a:endParaRPr lang="en-AU"/>
          </a:p>
        </p:txBody>
      </p:sp>
      <p:sp>
        <p:nvSpPr>
          <p:cNvPr id="4" name="Slide Number Placeholder 3">
            <a:extLst>
              <a:ext uri="{FF2B5EF4-FFF2-40B4-BE49-F238E27FC236}">
                <a16:creationId xmlns:a16="http://schemas.microsoft.com/office/drawing/2014/main" id="{EF1B6B33-72A9-93B3-1889-7E37613F2D22}"/>
              </a:ext>
            </a:extLst>
          </p:cNvPr>
          <p:cNvSpPr>
            <a:spLocks noGrp="1"/>
          </p:cNvSpPr>
          <p:nvPr>
            <p:ph type="sldNum" sz="quarter" idx="4294967295"/>
          </p:nvPr>
        </p:nvSpPr>
        <p:spPr>
          <a:xfrm>
            <a:off x="7132638" y="6553200"/>
            <a:ext cx="2011362" cy="277813"/>
          </a:xfrm>
        </p:spPr>
        <p:txBody>
          <a:bodyPr/>
          <a:lstStyle/>
          <a:p>
            <a:pPr>
              <a:defRPr/>
            </a:pPr>
            <a:fld id="{DACE9E11-39C8-4E20-894F-A4A883CCF6EF}" type="slidenum">
              <a:rPr lang="en-US" smtClean="0"/>
              <a:pPr>
                <a:defRPr/>
              </a:pPr>
              <a:t>8</a:t>
            </a:fld>
            <a:endParaRPr lang="en-US" dirty="0"/>
          </a:p>
        </p:txBody>
      </p:sp>
    </p:spTree>
    <p:extLst>
      <p:ext uri="{BB962C8B-B14F-4D97-AF65-F5344CB8AC3E}">
        <p14:creationId xmlns:p14="http://schemas.microsoft.com/office/powerpoint/2010/main" val="414001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0EE36-81A8-6C18-19CD-2D08A0BC91AC}"/>
              </a:ext>
            </a:extLst>
          </p:cNvPr>
          <p:cNvSpPr>
            <a:spLocks noGrp="1"/>
          </p:cNvSpPr>
          <p:nvPr>
            <p:ph type="title"/>
          </p:nvPr>
        </p:nvSpPr>
        <p:spPr/>
        <p:txBody>
          <a:bodyPr/>
          <a:lstStyle/>
          <a:p>
            <a:r>
              <a:rPr lang="en-AU" dirty="0"/>
              <a:t>Error Detection Process</a:t>
            </a:r>
          </a:p>
        </p:txBody>
      </p:sp>
      <p:sp>
        <p:nvSpPr>
          <p:cNvPr id="3" name="Content Placeholder 2">
            <a:extLst>
              <a:ext uri="{FF2B5EF4-FFF2-40B4-BE49-F238E27FC236}">
                <a16:creationId xmlns:a16="http://schemas.microsoft.com/office/drawing/2014/main" id="{F7A23595-76B8-8190-1BC5-0F588A346FDA}"/>
              </a:ext>
            </a:extLst>
          </p:cNvPr>
          <p:cNvSpPr>
            <a:spLocks noGrp="1"/>
          </p:cNvSpPr>
          <p:nvPr>
            <p:ph idx="1"/>
          </p:nvPr>
        </p:nvSpPr>
        <p:spPr>
          <a:xfrm>
            <a:off x="457200" y="990600"/>
            <a:ext cx="8229600" cy="914400"/>
          </a:xfrm>
        </p:spPr>
        <p:txBody>
          <a:bodyPr/>
          <a:lstStyle/>
          <a:p>
            <a:r>
              <a:rPr lang="en-GB" sz="2600" dirty="0"/>
              <a:t>Additional bits that constitute </a:t>
            </a:r>
            <a:r>
              <a:rPr lang="en-GB" sz="2600" dirty="0">
                <a:solidFill>
                  <a:srgbClr val="FF0000"/>
                </a:solidFill>
              </a:rPr>
              <a:t>an error-detecting code</a:t>
            </a:r>
            <a:r>
              <a:rPr lang="en-GB" sz="2600" dirty="0"/>
              <a:t> are added by the transmitter.</a:t>
            </a:r>
            <a:endParaRPr lang="en-AU" sz="2600" dirty="0"/>
          </a:p>
        </p:txBody>
      </p:sp>
      <p:sp>
        <p:nvSpPr>
          <p:cNvPr id="4" name="Slide Number Placeholder 3">
            <a:extLst>
              <a:ext uri="{FF2B5EF4-FFF2-40B4-BE49-F238E27FC236}">
                <a16:creationId xmlns:a16="http://schemas.microsoft.com/office/drawing/2014/main" id="{A6D92DCA-309A-AAC1-D675-9D19FB593853}"/>
              </a:ext>
            </a:extLst>
          </p:cNvPr>
          <p:cNvSpPr>
            <a:spLocks noGrp="1"/>
          </p:cNvSpPr>
          <p:nvPr>
            <p:ph type="sldNum" sz="quarter" idx="4"/>
          </p:nvPr>
        </p:nvSpPr>
        <p:spPr/>
        <p:txBody>
          <a:bodyPr/>
          <a:lstStyle/>
          <a:p>
            <a:pPr>
              <a:defRPr/>
            </a:pPr>
            <a:fld id="{DACE9E11-39C8-4E20-894F-A4A883CCF6EF}" type="slidenum">
              <a:rPr lang="en-US" smtClean="0"/>
              <a:pPr>
                <a:defRPr/>
              </a:pPr>
              <a:t>9</a:t>
            </a:fld>
            <a:endParaRPr lang="en-US" dirty="0"/>
          </a:p>
        </p:txBody>
      </p:sp>
      <p:pic>
        <p:nvPicPr>
          <p:cNvPr id="6" name="Picture 5">
            <a:extLst>
              <a:ext uri="{FF2B5EF4-FFF2-40B4-BE49-F238E27FC236}">
                <a16:creationId xmlns:a16="http://schemas.microsoft.com/office/drawing/2014/main" id="{AC64BA00-E433-AA31-3DDF-856BB6E53B39}"/>
              </a:ext>
            </a:extLst>
          </p:cNvPr>
          <p:cNvPicPr>
            <a:picLocks noChangeAspect="1"/>
          </p:cNvPicPr>
          <p:nvPr/>
        </p:nvPicPr>
        <p:blipFill>
          <a:blip r:embed="rId3"/>
          <a:stretch>
            <a:fillRect/>
          </a:stretch>
        </p:blipFill>
        <p:spPr>
          <a:xfrm>
            <a:off x="990600" y="2429663"/>
            <a:ext cx="5687843" cy="3598873"/>
          </a:xfrm>
          <a:prstGeom prst="rect">
            <a:avLst/>
          </a:prstGeom>
        </p:spPr>
      </p:pic>
      <p:sp>
        <p:nvSpPr>
          <p:cNvPr id="7" name="TextBox 7">
            <a:extLst>
              <a:ext uri="{FF2B5EF4-FFF2-40B4-BE49-F238E27FC236}">
                <a16:creationId xmlns:a16="http://schemas.microsoft.com/office/drawing/2014/main" id="{D48D6176-9C9D-2507-CEA2-1FA437D57F51}"/>
              </a:ext>
            </a:extLst>
          </p:cNvPr>
          <p:cNvSpPr txBox="1"/>
          <p:nvPr/>
        </p:nvSpPr>
        <p:spPr>
          <a:xfrm>
            <a:off x="1562099" y="6540356"/>
            <a:ext cx="6019800" cy="2616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GB" sz="1100" dirty="0"/>
              <a:t>Source: William Stallings, Data and Computer Communications, 10</a:t>
            </a:r>
            <a:r>
              <a:rPr lang="en-GB" sz="1100" baseline="30000" dirty="0"/>
              <a:t>th</a:t>
            </a:r>
            <a:r>
              <a:rPr lang="en-GB" sz="1100" dirty="0"/>
              <a:t> edition, 2013, Figure 6.2.</a:t>
            </a:r>
            <a:endParaRPr lang="en-AU" sz="1100" dirty="0"/>
          </a:p>
        </p:txBody>
      </p:sp>
      <p:sp>
        <p:nvSpPr>
          <p:cNvPr id="8" name="Rectangular Callout 2">
            <a:extLst>
              <a:ext uri="{FF2B5EF4-FFF2-40B4-BE49-F238E27FC236}">
                <a16:creationId xmlns:a16="http://schemas.microsoft.com/office/drawing/2014/main" id="{D0A0FEFF-ACE0-344A-363C-0EAE17D4D830}"/>
              </a:ext>
            </a:extLst>
          </p:cNvPr>
          <p:cNvSpPr/>
          <p:nvPr/>
        </p:nvSpPr>
        <p:spPr>
          <a:xfrm>
            <a:off x="6707981" y="2514600"/>
            <a:ext cx="2275682" cy="1043601"/>
          </a:xfrm>
          <a:prstGeom prst="wedgeRectCallout">
            <a:avLst>
              <a:gd name="adj1" fmla="val -49070"/>
              <a:gd name="adj2" fmla="val 8808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Whether an error is </a:t>
            </a:r>
            <a:r>
              <a:rPr lang="en-US" sz="1600" i="1" dirty="0">
                <a:ln w="0"/>
                <a:solidFill>
                  <a:schemeClr val="tx1"/>
                </a:solidFill>
                <a:effectLst>
                  <a:outerShdw blurRad="38100" dist="19050" dir="2700000" algn="tl" rotWithShape="0">
                    <a:schemeClr val="dk1">
                      <a:alpha val="40000"/>
                    </a:schemeClr>
                  </a:outerShdw>
                </a:effectLst>
              </a:rPr>
              <a:t>detected</a:t>
            </a:r>
            <a:r>
              <a:rPr lang="en-US" sz="1600" dirty="0">
                <a:ln w="0"/>
                <a:solidFill>
                  <a:schemeClr val="tx1"/>
                </a:solidFill>
                <a:effectLst>
                  <a:outerShdw blurRad="38100" dist="19050" dir="2700000" algn="tl" rotWithShape="0">
                    <a:schemeClr val="dk1">
                      <a:alpha val="40000"/>
                    </a:schemeClr>
                  </a:outerShdw>
                </a:effectLst>
              </a:rPr>
              <a:t>, not whether an error has </a:t>
            </a:r>
            <a:r>
              <a:rPr lang="en-US" sz="1600" i="1" dirty="0">
                <a:ln w="0"/>
                <a:solidFill>
                  <a:schemeClr val="tx1"/>
                </a:solidFill>
                <a:effectLst>
                  <a:outerShdw blurRad="38100" dist="19050" dir="2700000" algn="tl" rotWithShape="0">
                    <a:schemeClr val="dk1">
                      <a:alpha val="40000"/>
                    </a:schemeClr>
                  </a:outerShdw>
                </a:effectLst>
              </a:rPr>
              <a:t>occurred</a:t>
            </a:r>
            <a:r>
              <a:rPr lang="en-US" sz="1600" dirty="0">
                <a:ln w="0"/>
                <a:solidFill>
                  <a:schemeClr val="tx1"/>
                </a:solidFill>
                <a:effectLst>
                  <a:outerShdw blurRad="38100" dist="19050" dir="2700000" algn="tl" rotWithShape="0">
                    <a:schemeClr val="dk1">
                      <a:alpha val="40000"/>
                    </a:schemeClr>
                  </a:outerShdw>
                </a:effectLst>
              </a:rPr>
              <a:t>!</a:t>
            </a:r>
            <a:endParaRPr lang="en-NZ" sz="16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6410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Parity Check</a:t>
            </a:r>
            <a:endParaRPr lang="en-US" dirty="0"/>
          </a:p>
        </p:txBody>
      </p:sp>
      <p:sp>
        <p:nvSpPr>
          <p:cNvPr id="7" name="Content Placeholder 6"/>
          <p:cNvSpPr>
            <a:spLocks noGrp="1"/>
          </p:cNvSpPr>
          <p:nvPr>
            <p:ph idx="1"/>
          </p:nvPr>
        </p:nvSpPr>
        <p:spPr/>
        <p:txBody>
          <a:bodyPr/>
          <a:lstStyle/>
          <a:p>
            <a:r>
              <a:rPr lang="en-US" sz="2400" dirty="0"/>
              <a:t>The simplest </a:t>
            </a:r>
            <a:r>
              <a:rPr lang="en-US" sz="2400" b="1" dirty="0"/>
              <a:t>error</a:t>
            </a:r>
            <a:r>
              <a:rPr lang="en-US" sz="2400" dirty="0"/>
              <a:t> </a:t>
            </a:r>
            <a:r>
              <a:rPr lang="en-US" sz="2400" b="1" dirty="0"/>
              <a:t>detecting</a:t>
            </a:r>
            <a:r>
              <a:rPr lang="en-US" sz="2400" dirty="0"/>
              <a:t> scheme is to append a parity bit to the end of a block of data</a:t>
            </a:r>
          </a:p>
          <a:p>
            <a:pPr lvl="1"/>
            <a:r>
              <a:rPr lang="en-US" sz="1900" dirty="0">
                <a:solidFill>
                  <a:srgbClr val="FF0000"/>
                </a:solidFill>
              </a:rPr>
              <a:t>Even parity </a:t>
            </a:r>
            <a:r>
              <a:rPr lang="en-US" sz="1900" dirty="0"/>
              <a:t>– use parity bit to make the number of 1’s (including the </a:t>
            </a:r>
          </a:p>
          <a:p>
            <a:pPr marL="457200" lvl="1" indent="0">
              <a:buNone/>
            </a:pPr>
            <a:r>
              <a:rPr lang="en-US" sz="1900" dirty="0"/>
              <a:t>parity bit) an even number.</a:t>
            </a:r>
          </a:p>
          <a:p>
            <a:pPr lvl="1"/>
            <a:endParaRPr lang="en-US" sz="1900" dirty="0"/>
          </a:p>
          <a:p>
            <a:pPr lvl="1"/>
            <a:endParaRPr lang="en-US" sz="1900" dirty="0"/>
          </a:p>
          <a:p>
            <a:pPr lvl="1"/>
            <a:endParaRPr lang="en-US" sz="1900" dirty="0"/>
          </a:p>
          <a:p>
            <a:pPr lvl="1"/>
            <a:endParaRPr lang="en-US" sz="1900" dirty="0"/>
          </a:p>
          <a:p>
            <a:pPr lvl="1"/>
            <a:endParaRPr lang="en-US" sz="1900" dirty="0"/>
          </a:p>
          <a:p>
            <a:pPr lvl="1"/>
            <a:r>
              <a:rPr lang="en-US" sz="1900" dirty="0">
                <a:solidFill>
                  <a:srgbClr val="FF0000"/>
                </a:solidFill>
              </a:rPr>
              <a:t>Odd parity </a:t>
            </a:r>
            <a:r>
              <a:rPr lang="en-US" sz="1900" dirty="0"/>
              <a:t>– use parity bit to make the number of 1’s (including the </a:t>
            </a:r>
          </a:p>
          <a:p>
            <a:pPr marL="457200" lvl="1" indent="0">
              <a:buNone/>
            </a:pPr>
            <a:r>
              <a:rPr lang="en-US" sz="1900" dirty="0"/>
              <a:t>parity bit) an odd number. </a:t>
            </a:r>
          </a:p>
          <a:p>
            <a:pPr lvl="1"/>
            <a:endParaRPr lang="en-US" sz="1900" dirty="0"/>
          </a:p>
          <a:p>
            <a:pPr lvl="1"/>
            <a:endParaRPr lang="en-US" sz="1900" dirty="0"/>
          </a:p>
          <a:p>
            <a:endParaRPr lang="en-US" sz="2400" dirty="0"/>
          </a:p>
          <a:p>
            <a:pPr lvl="2"/>
            <a:endParaRPr lang="en-US" sz="1600" dirty="0"/>
          </a:p>
          <a:p>
            <a:pPr lvl="2"/>
            <a:endParaRPr lang="en-US" sz="1600" dirty="0"/>
          </a:p>
          <a:p>
            <a:pPr lvl="2"/>
            <a:endParaRPr lang="en-US" sz="1600" dirty="0"/>
          </a:p>
          <a:p>
            <a:pPr lvl="2"/>
            <a:endParaRPr lang="en-US" sz="1600" dirty="0"/>
          </a:p>
          <a:p>
            <a:pPr lvl="2"/>
            <a:endParaRPr lang="en-US" sz="1600" dirty="0"/>
          </a:p>
          <a:p>
            <a:pPr lvl="2"/>
            <a:endParaRPr lang="en-US" sz="1600" dirty="0"/>
          </a:p>
          <a:p>
            <a:pPr lvl="2"/>
            <a:endParaRPr lang="en-US" sz="1600" dirty="0"/>
          </a:p>
          <a:p>
            <a:pPr lvl="2"/>
            <a:endParaRPr lang="en-US" sz="1600" dirty="0"/>
          </a:p>
          <a:p>
            <a:pPr lvl="2"/>
            <a:endParaRPr lang="en-US" sz="1600" dirty="0"/>
          </a:p>
          <a:p>
            <a:pPr lvl="2"/>
            <a:endParaRPr lang="en-US" sz="1600" dirty="0"/>
          </a:p>
          <a:p>
            <a:pPr lvl="2"/>
            <a:endParaRPr lang="en-US" sz="1600" dirty="0"/>
          </a:p>
          <a:p>
            <a:endParaRPr lang="en-US" sz="2400" dirty="0"/>
          </a:p>
        </p:txBody>
      </p:sp>
      <p:sp>
        <p:nvSpPr>
          <p:cNvPr id="4" name="Slide Number Placeholder 3"/>
          <p:cNvSpPr>
            <a:spLocks noGrp="1"/>
          </p:cNvSpPr>
          <p:nvPr>
            <p:ph type="sldNum" sz="quarter" idx="4"/>
          </p:nvPr>
        </p:nvSpPr>
        <p:spPr/>
        <p:txBody>
          <a:bodyPr/>
          <a:lstStyle/>
          <a:p>
            <a:fld id="{DACE9E11-39C8-4E20-894F-A4A883CCF6EF}" type="slidenum">
              <a:rPr lang="en-US" smtClean="0"/>
              <a:pPr/>
              <a:t>10</a:t>
            </a:fld>
            <a:endParaRPr lang="en-US" dirty="0"/>
          </a:p>
        </p:txBody>
      </p:sp>
      <p:grpSp>
        <p:nvGrpSpPr>
          <p:cNvPr id="22" name="Group 21"/>
          <p:cNvGrpSpPr/>
          <p:nvPr/>
        </p:nvGrpSpPr>
        <p:grpSpPr>
          <a:xfrm>
            <a:off x="3129946" y="2276705"/>
            <a:ext cx="2514600" cy="1157183"/>
            <a:chOff x="3129946" y="2276705"/>
            <a:chExt cx="2514600" cy="1157183"/>
          </a:xfrm>
        </p:grpSpPr>
        <p:sp>
          <p:nvSpPr>
            <p:cNvPr id="3" name="TextBox 2"/>
            <p:cNvSpPr txBox="1"/>
            <p:nvPr/>
          </p:nvSpPr>
          <p:spPr>
            <a:xfrm>
              <a:off x="3129946" y="3064556"/>
              <a:ext cx="1210588" cy="369332"/>
            </a:xfrm>
            <a:prstGeom prst="rect">
              <a:avLst/>
            </a:prstGeom>
            <a:noFill/>
          </p:spPr>
          <p:txBody>
            <a:bodyPr wrap="none" rtlCol="0">
              <a:spAutoFit/>
            </a:bodyPr>
            <a:lstStyle/>
            <a:p>
              <a:r>
                <a:rPr lang="en-NZ" dirty="0"/>
                <a:t>10000101</a:t>
              </a:r>
            </a:p>
          </p:txBody>
        </p:sp>
        <p:sp>
          <p:nvSpPr>
            <p:cNvPr id="9" name="TextBox 8"/>
            <p:cNvSpPr txBox="1"/>
            <p:nvPr/>
          </p:nvSpPr>
          <p:spPr>
            <a:xfrm>
              <a:off x="4249296" y="3064556"/>
              <a:ext cx="312906" cy="369332"/>
            </a:xfrm>
            <a:prstGeom prst="rect">
              <a:avLst/>
            </a:prstGeom>
            <a:solidFill>
              <a:srgbClr val="92D050"/>
            </a:solidFill>
          </p:spPr>
          <p:txBody>
            <a:bodyPr wrap="none" rtlCol="0">
              <a:spAutoFit/>
            </a:bodyPr>
            <a:lstStyle/>
            <a:p>
              <a:r>
                <a:rPr lang="en-NZ" dirty="0"/>
                <a:t>1</a:t>
              </a:r>
            </a:p>
          </p:txBody>
        </p:sp>
        <p:sp>
          <p:nvSpPr>
            <p:cNvPr id="6" name="Oval Callout 5"/>
            <p:cNvSpPr/>
            <p:nvPr/>
          </p:nvSpPr>
          <p:spPr>
            <a:xfrm>
              <a:off x="4133303" y="2276705"/>
              <a:ext cx="1511243" cy="609600"/>
            </a:xfrm>
            <a:prstGeom prst="wedgeEllipseCallout">
              <a:avLst>
                <a:gd name="adj1" fmla="val -30570"/>
                <a:gd name="adj2" fmla="val 7974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Parity bit</a:t>
              </a:r>
            </a:p>
          </p:txBody>
        </p:sp>
      </p:grpSp>
      <p:grpSp>
        <p:nvGrpSpPr>
          <p:cNvPr id="23" name="Group 22"/>
          <p:cNvGrpSpPr/>
          <p:nvPr/>
        </p:nvGrpSpPr>
        <p:grpSpPr>
          <a:xfrm>
            <a:off x="3129946" y="4704227"/>
            <a:ext cx="2514600" cy="1157183"/>
            <a:chOff x="3129946" y="4704227"/>
            <a:chExt cx="2514600" cy="1157183"/>
          </a:xfrm>
        </p:grpSpPr>
        <p:sp>
          <p:nvSpPr>
            <p:cNvPr id="10" name="TextBox 9"/>
            <p:cNvSpPr txBox="1"/>
            <p:nvPr/>
          </p:nvSpPr>
          <p:spPr>
            <a:xfrm>
              <a:off x="3129946" y="5492078"/>
              <a:ext cx="1210588" cy="369332"/>
            </a:xfrm>
            <a:prstGeom prst="rect">
              <a:avLst/>
            </a:prstGeom>
            <a:noFill/>
          </p:spPr>
          <p:txBody>
            <a:bodyPr wrap="none" rtlCol="0">
              <a:spAutoFit/>
            </a:bodyPr>
            <a:lstStyle/>
            <a:p>
              <a:r>
                <a:rPr lang="en-NZ" dirty="0"/>
                <a:t>10010101</a:t>
              </a:r>
            </a:p>
          </p:txBody>
        </p:sp>
        <p:sp>
          <p:nvSpPr>
            <p:cNvPr id="11" name="TextBox 10"/>
            <p:cNvSpPr txBox="1"/>
            <p:nvPr/>
          </p:nvSpPr>
          <p:spPr>
            <a:xfrm>
              <a:off x="4249296" y="5492078"/>
              <a:ext cx="312906" cy="369332"/>
            </a:xfrm>
            <a:prstGeom prst="rect">
              <a:avLst/>
            </a:prstGeom>
            <a:solidFill>
              <a:srgbClr val="92D050"/>
            </a:solidFill>
          </p:spPr>
          <p:txBody>
            <a:bodyPr wrap="none" rtlCol="0">
              <a:spAutoFit/>
            </a:bodyPr>
            <a:lstStyle/>
            <a:p>
              <a:r>
                <a:rPr lang="en-NZ" dirty="0"/>
                <a:t>1</a:t>
              </a:r>
            </a:p>
          </p:txBody>
        </p:sp>
        <p:sp>
          <p:nvSpPr>
            <p:cNvPr id="12" name="Oval Callout 11"/>
            <p:cNvSpPr/>
            <p:nvPr/>
          </p:nvSpPr>
          <p:spPr>
            <a:xfrm>
              <a:off x="4133303" y="4704227"/>
              <a:ext cx="1511243" cy="609600"/>
            </a:xfrm>
            <a:prstGeom prst="wedgeEllipseCallout">
              <a:avLst>
                <a:gd name="adj1" fmla="val -30570"/>
                <a:gd name="adj2" fmla="val 7974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Parity bit</a:t>
              </a:r>
            </a:p>
          </p:txBody>
        </p:sp>
      </p:grpSp>
      <p:grpSp>
        <p:nvGrpSpPr>
          <p:cNvPr id="5" name="Group 4">
            <a:extLst>
              <a:ext uri="{FF2B5EF4-FFF2-40B4-BE49-F238E27FC236}">
                <a16:creationId xmlns:a16="http://schemas.microsoft.com/office/drawing/2014/main" id="{C0D7093F-EA95-939A-B62A-436073C3C6AA}"/>
              </a:ext>
            </a:extLst>
          </p:cNvPr>
          <p:cNvGrpSpPr/>
          <p:nvPr/>
        </p:nvGrpSpPr>
        <p:grpSpPr>
          <a:xfrm>
            <a:off x="6586188" y="2238326"/>
            <a:ext cx="2466977" cy="1195562"/>
            <a:chOff x="6586188" y="2238326"/>
            <a:chExt cx="2466977" cy="1195562"/>
          </a:xfrm>
        </p:grpSpPr>
        <p:grpSp>
          <p:nvGrpSpPr>
            <p:cNvPr id="19" name="Group 18"/>
            <p:cNvGrpSpPr/>
            <p:nvPr/>
          </p:nvGrpSpPr>
          <p:grpSpPr>
            <a:xfrm>
              <a:off x="6586188" y="3064556"/>
              <a:ext cx="1432256" cy="369332"/>
              <a:chOff x="6586188" y="3064556"/>
              <a:chExt cx="1432256" cy="369332"/>
            </a:xfrm>
          </p:grpSpPr>
          <p:sp>
            <p:nvSpPr>
              <p:cNvPr id="15" name="TextBox 14"/>
              <p:cNvSpPr txBox="1"/>
              <p:nvPr/>
            </p:nvSpPr>
            <p:spPr>
              <a:xfrm>
                <a:off x="6586188" y="3064556"/>
                <a:ext cx="1210588" cy="369332"/>
              </a:xfrm>
              <a:prstGeom prst="rect">
                <a:avLst/>
              </a:prstGeom>
              <a:noFill/>
            </p:spPr>
            <p:txBody>
              <a:bodyPr wrap="none" rtlCol="0">
                <a:spAutoFit/>
              </a:bodyPr>
              <a:lstStyle/>
              <a:p>
                <a:r>
                  <a:rPr lang="en-NZ" dirty="0"/>
                  <a:t>100</a:t>
                </a:r>
                <a:r>
                  <a:rPr lang="en-NZ" dirty="0">
                    <a:solidFill>
                      <a:srgbClr val="FF0000"/>
                    </a:solidFill>
                  </a:rPr>
                  <a:t>1</a:t>
                </a:r>
                <a:r>
                  <a:rPr lang="en-NZ" dirty="0"/>
                  <a:t>0101</a:t>
                </a:r>
              </a:p>
            </p:txBody>
          </p:sp>
          <p:sp>
            <p:nvSpPr>
              <p:cNvPr id="16" name="TextBox 15"/>
              <p:cNvSpPr txBox="1"/>
              <p:nvPr/>
            </p:nvSpPr>
            <p:spPr>
              <a:xfrm>
                <a:off x="7705538" y="3064556"/>
                <a:ext cx="312906" cy="369332"/>
              </a:xfrm>
              <a:prstGeom prst="rect">
                <a:avLst/>
              </a:prstGeom>
              <a:solidFill>
                <a:srgbClr val="92D050"/>
              </a:solidFill>
            </p:spPr>
            <p:txBody>
              <a:bodyPr wrap="none" rtlCol="0">
                <a:spAutoFit/>
              </a:bodyPr>
              <a:lstStyle/>
              <a:p>
                <a:r>
                  <a:rPr lang="en-NZ" dirty="0"/>
                  <a:t>1</a:t>
                </a:r>
              </a:p>
            </p:txBody>
          </p:sp>
        </p:grpSp>
        <p:sp>
          <p:nvSpPr>
            <p:cNvPr id="25" name="Oval Callout 24"/>
            <p:cNvSpPr/>
            <p:nvPr/>
          </p:nvSpPr>
          <p:spPr>
            <a:xfrm>
              <a:off x="6614765" y="2238326"/>
              <a:ext cx="2438400" cy="609600"/>
            </a:xfrm>
            <a:prstGeom prst="wedgeEllipseCallout">
              <a:avLst>
                <a:gd name="adj1" fmla="val -23593"/>
                <a:gd name="adj2" fmla="val 989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Odd # of 1s --Error detected!</a:t>
              </a:r>
            </a:p>
          </p:txBody>
        </p:sp>
      </p:grpSp>
      <p:grpSp>
        <p:nvGrpSpPr>
          <p:cNvPr id="8" name="Group 7">
            <a:extLst>
              <a:ext uri="{FF2B5EF4-FFF2-40B4-BE49-F238E27FC236}">
                <a16:creationId xmlns:a16="http://schemas.microsoft.com/office/drawing/2014/main" id="{55AE4CF5-1F4C-7920-91E5-40BA75E43470}"/>
              </a:ext>
            </a:extLst>
          </p:cNvPr>
          <p:cNvGrpSpPr/>
          <p:nvPr/>
        </p:nvGrpSpPr>
        <p:grpSpPr>
          <a:xfrm>
            <a:off x="6486338" y="4588621"/>
            <a:ext cx="2438400" cy="1288555"/>
            <a:chOff x="6486338" y="4588621"/>
            <a:chExt cx="2438400" cy="1288555"/>
          </a:xfrm>
        </p:grpSpPr>
        <p:grpSp>
          <p:nvGrpSpPr>
            <p:cNvPr id="24" name="Group 23"/>
            <p:cNvGrpSpPr/>
            <p:nvPr/>
          </p:nvGrpSpPr>
          <p:grpSpPr>
            <a:xfrm>
              <a:off x="6628942" y="5507844"/>
              <a:ext cx="1432256" cy="369332"/>
              <a:chOff x="6628942" y="5507844"/>
              <a:chExt cx="1432256" cy="369332"/>
            </a:xfrm>
          </p:grpSpPr>
          <p:sp>
            <p:nvSpPr>
              <p:cNvPr id="20" name="TextBox 19"/>
              <p:cNvSpPr txBox="1"/>
              <p:nvPr/>
            </p:nvSpPr>
            <p:spPr>
              <a:xfrm>
                <a:off x="6628942" y="5507844"/>
                <a:ext cx="1210588" cy="369332"/>
              </a:xfrm>
              <a:prstGeom prst="rect">
                <a:avLst/>
              </a:prstGeom>
              <a:noFill/>
            </p:spPr>
            <p:txBody>
              <a:bodyPr wrap="none" rtlCol="0">
                <a:spAutoFit/>
              </a:bodyPr>
              <a:lstStyle/>
              <a:p>
                <a:r>
                  <a:rPr lang="en-NZ" dirty="0"/>
                  <a:t>100</a:t>
                </a:r>
                <a:r>
                  <a:rPr lang="en-NZ" dirty="0">
                    <a:solidFill>
                      <a:srgbClr val="FF0000"/>
                    </a:solidFill>
                  </a:rPr>
                  <a:t>0</a:t>
                </a:r>
                <a:r>
                  <a:rPr lang="en-NZ" dirty="0"/>
                  <a:t>0101</a:t>
                </a:r>
              </a:p>
            </p:txBody>
          </p:sp>
          <p:sp>
            <p:nvSpPr>
              <p:cNvPr id="21" name="TextBox 20"/>
              <p:cNvSpPr txBox="1"/>
              <p:nvPr/>
            </p:nvSpPr>
            <p:spPr>
              <a:xfrm>
                <a:off x="7748292" y="5507844"/>
                <a:ext cx="312906" cy="369332"/>
              </a:xfrm>
              <a:prstGeom prst="rect">
                <a:avLst/>
              </a:prstGeom>
              <a:solidFill>
                <a:srgbClr val="92D050"/>
              </a:solidFill>
            </p:spPr>
            <p:txBody>
              <a:bodyPr wrap="none" rtlCol="0">
                <a:spAutoFit/>
              </a:bodyPr>
              <a:lstStyle/>
              <a:p>
                <a:r>
                  <a:rPr lang="en-NZ" dirty="0"/>
                  <a:t>1</a:t>
                </a:r>
              </a:p>
            </p:txBody>
          </p:sp>
        </p:grpSp>
        <p:sp>
          <p:nvSpPr>
            <p:cNvPr id="26" name="Oval Callout 25"/>
            <p:cNvSpPr/>
            <p:nvPr/>
          </p:nvSpPr>
          <p:spPr>
            <a:xfrm>
              <a:off x="6486338" y="4588621"/>
              <a:ext cx="2438400" cy="609600"/>
            </a:xfrm>
            <a:prstGeom prst="wedgeEllipseCallout">
              <a:avLst>
                <a:gd name="adj1" fmla="val -23593"/>
                <a:gd name="adj2" fmla="val 989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Even # of 1s --Error detected!</a:t>
              </a:r>
            </a:p>
          </p:txBody>
        </p:sp>
      </p:grpSp>
    </p:spTree>
    <p:extLst>
      <p:ext uri="{BB962C8B-B14F-4D97-AF65-F5344CB8AC3E}">
        <p14:creationId xmlns:p14="http://schemas.microsoft.com/office/powerpoint/2010/main" val="205097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Parity Check (cont.)</a:t>
            </a:r>
          </a:p>
        </p:txBody>
      </p:sp>
      <p:sp>
        <p:nvSpPr>
          <p:cNvPr id="3" name="Content Placeholder 2"/>
          <p:cNvSpPr>
            <a:spLocks noGrp="1"/>
          </p:cNvSpPr>
          <p:nvPr>
            <p:ph idx="1"/>
          </p:nvPr>
        </p:nvSpPr>
        <p:spPr/>
        <p:txBody>
          <a:bodyPr/>
          <a:lstStyle/>
          <a:p>
            <a:r>
              <a:rPr lang="en-US" sz="3200" dirty="0"/>
              <a:t>If any even number of bits are flipped due to error, an undetected error occurs</a:t>
            </a:r>
          </a:p>
          <a:p>
            <a:endParaRPr lang="en-NZ"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11</a:t>
            </a:fld>
            <a:endParaRPr lang="en-US" dirty="0"/>
          </a:p>
        </p:txBody>
      </p:sp>
      <p:grpSp>
        <p:nvGrpSpPr>
          <p:cNvPr id="5" name="Group 4"/>
          <p:cNvGrpSpPr/>
          <p:nvPr/>
        </p:nvGrpSpPr>
        <p:grpSpPr>
          <a:xfrm>
            <a:off x="3048000" y="2362200"/>
            <a:ext cx="2514600" cy="1157183"/>
            <a:chOff x="3129946" y="2276705"/>
            <a:chExt cx="2514600" cy="1157183"/>
          </a:xfrm>
        </p:grpSpPr>
        <p:sp>
          <p:nvSpPr>
            <p:cNvPr id="6" name="TextBox 5"/>
            <p:cNvSpPr txBox="1"/>
            <p:nvPr/>
          </p:nvSpPr>
          <p:spPr>
            <a:xfrm>
              <a:off x="3129946" y="3064556"/>
              <a:ext cx="1210588" cy="369332"/>
            </a:xfrm>
            <a:prstGeom prst="rect">
              <a:avLst/>
            </a:prstGeom>
            <a:noFill/>
          </p:spPr>
          <p:txBody>
            <a:bodyPr wrap="none" rtlCol="0">
              <a:spAutoFit/>
            </a:bodyPr>
            <a:lstStyle/>
            <a:p>
              <a:r>
                <a:rPr lang="en-NZ" dirty="0"/>
                <a:t>10000101</a:t>
              </a:r>
            </a:p>
          </p:txBody>
        </p:sp>
        <p:sp>
          <p:nvSpPr>
            <p:cNvPr id="7" name="TextBox 6"/>
            <p:cNvSpPr txBox="1"/>
            <p:nvPr/>
          </p:nvSpPr>
          <p:spPr>
            <a:xfrm>
              <a:off x="4249296" y="3064556"/>
              <a:ext cx="312906" cy="369332"/>
            </a:xfrm>
            <a:prstGeom prst="rect">
              <a:avLst/>
            </a:prstGeom>
            <a:solidFill>
              <a:srgbClr val="92D050"/>
            </a:solidFill>
          </p:spPr>
          <p:txBody>
            <a:bodyPr wrap="none" rtlCol="0">
              <a:spAutoFit/>
            </a:bodyPr>
            <a:lstStyle/>
            <a:p>
              <a:r>
                <a:rPr lang="en-NZ" dirty="0"/>
                <a:t>1</a:t>
              </a:r>
            </a:p>
          </p:txBody>
        </p:sp>
        <p:sp>
          <p:nvSpPr>
            <p:cNvPr id="8" name="Oval Callout 7"/>
            <p:cNvSpPr/>
            <p:nvPr/>
          </p:nvSpPr>
          <p:spPr>
            <a:xfrm>
              <a:off x="4133303" y="2276705"/>
              <a:ext cx="1511243" cy="609600"/>
            </a:xfrm>
            <a:prstGeom prst="wedgeEllipseCallout">
              <a:avLst>
                <a:gd name="adj1" fmla="val -30570"/>
                <a:gd name="adj2" fmla="val 7974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Parity bit</a:t>
              </a:r>
            </a:p>
          </p:txBody>
        </p:sp>
      </p:grpSp>
      <p:grpSp>
        <p:nvGrpSpPr>
          <p:cNvPr id="9" name="Group 8"/>
          <p:cNvGrpSpPr/>
          <p:nvPr/>
        </p:nvGrpSpPr>
        <p:grpSpPr>
          <a:xfrm>
            <a:off x="3048000" y="4012168"/>
            <a:ext cx="1432256" cy="369332"/>
            <a:chOff x="6586188" y="3064556"/>
            <a:chExt cx="1432256" cy="369332"/>
          </a:xfrm>
        </p:grpSpPr>
        <p:sp>
          <p:nvSpPr>
            <p:cNvPr id="10" name="TextBox 9"/>
            <p:cNvSpPr txBox="1"/>
            <p:nvPr/>
          </p:nvSpPr>
          <p:spPr>
            <a:xfrm>
              <a:off x="6586188" y="3064556"/>
              <a:ext cx="1210588" cy="369332"/>
            </a:xfrm>
            <a:prstGeom prst="rect">
              <a:avLst/>
            </a:prstGeom>
            <a:noFill/>
          </p:spPr>
          <p:txBody>
            <a:bodyPr wrap="none" rtlCol="0">
              <a:spAutoFit/>
            </a:bodyPr>
            <a:lstStyle/>
            <a:p>
              <a:r>
                <a:rPr lang="en-NZ" dirty="0"/>
                <a:t>100</a:t>
              </a:r>
              <a:r>
                <a:rPr lang="en-NZ" dirty="0">
                  <a:solidFill>
                    <a:srgbClr val="FF0000"/>
                  </a:solidFill>
                </a:rPr>
                <a:t>1</a:t>
              </a:r>
              <a:r>
                <a:rPr lang="en-NZ" dirty="0"/>
                <a:t>0</a:t>
              </a:r>
              <a:r>
                <a:rPr lang="en-NZ" dirty="0">
                  <a:solidFill>
                    <a:srgbClr val="FF0000"/>
                  </a:solidFill>
                </a:rPr>
                <a:t>0</a:t>
              </a:r>
              <a:r>
                <a:rPr lang="en-NZ" dirty="0"/>
                <a:t>01</a:t>
              </a:r>
            </a:p>
          </p:txBody>
        </p:sp>
        <p:sp>
          <p:nvSpPr>
            <p:cNvPr id="11" name="TextBox 10"/>
            <p:cNvSpPr txBox="1"/>
            <p:nvPr/>
          </p:nvSpPr>
          <p:spPr>
            <a:xfrm>
              <a:off x="7705538" y="3064556"/>
              <a:ext cx="312906" cy="369332"/>
            </a:xfrm>
            <a:prstGeom prst="rect">
              <a:avLst/>
            </a:prstGeom>
            <a:solidFill>
              <a:srgbClr val="92D050"/>
            </a:solidFill>
          </p:spPr>
          <p:txBody>
            <a:bodyPr wrap="none" rtlCol="0">
              <a:spAutoFit/>
            </a:bodyPr>
            <a:lstStyle/>
            <a:p>
              <a:r>
                <a:rPr lang="en-NZ" dirty="0"/>
                <a:t>1</a:t>
              </a:r>
            </a:p>
          </p:txBody>
        </p:sp>
      </p:grpSp>
      <p:sp>
        <p:nvSpPr>
          <p:cNvPr id="12" name="Oval Callout 11"/>
          <p:cNvSpPr/>
          <p:nvPr/>
        </p:nvSpPr>
        <p:spPr>
          <a:xfrm>
            <a:off x="5181600" y="3694963"/>
            <a:ext cx="2819400" cy="609600"/>
          </a:xfrm>
          <a:prstGeom prst="wedgeEllipseCallout">
            <a:avLst>
              <a:gd name="adj1" fmla="val -74506"/>
              <a:gd name="adj2" fmla="val 396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Even # of 1s – No error detected!</a:t>
            </a:r>
            <a:endParaRPr lang="en-NZ" dirty="0">
              <a:ln w="0"/>
              <a:solidFill>
                <a:schemeClr val="tx1"/>
              </a:solidFill>
              <a:effectLst>
                <a:outerShdw blurRad="38100" dist="19050" dir="2700000" algn="tl" rotWithShape="0">
                  <a:schemeClr val="dk1">
                    <a:alpha val="40000"/>
                  </a:schemeClr>
                </a:outerShdw>
              </a:effectLst>
            </a:endParaRPr>
          </a:p>
        </p:txBody>
      </p:sp>
      <p:sp>
        <p:nvSpPr>
          <p:cNvPr id="13" name="Wave 12"/>
          <p:cNvSpPr/>
          <p:nvPr/>
        </p:nvSpPr>
        <p:spPr>
          <a:xfrm>
            <a:off x="1447800" y="5486399"/>
            <a:ext cx="6248400" cy="691207"/>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We need a more robust error-detection scheme!</a:t>
            </a:r>
            <a:endParaRPr lang="en-NZ" dirty="0"/>
          </a:p>
        </p:txBody>
      </p:sp>
    </p:spTree>
    <p:extLst>
      <p:ext uri="{BB962C8B-B14F-4D97-AF65-F5344CB8AC3E}">
        <p14:creationId xmlns:p14="http://schemas.microsoft.com/office/powerpoint/2010/main" val="76092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1278A-5EFF-9746-BDDF-4BF29B9EC72E}"/>
              </a:ext>
            </a:extLst>
          </p:cNvPr>
          <p:cNvSpPr>
            <a:spLocks noGrp="1"/>
          </p:cNvSpPr>
          <p:nvPr>
            <p:ph type="title"/>
          </p:nvPr>
        </p:nvSpPr>
        <p:spPr/>
        <p:txBody>
          <a:bodyPr/>
          <a:lstStyle/>
          <a:p>
            <a:r>
              <a:rPr lang="en-US" dirty="0"/>
              <a:t>2-Dimensional Parity Check</a:t>
            </a:r>
            <a:endParaRPr lang="en-AU" dirty="0"/>
          </a:p>
        </p:txBody>
      </p:sp>
      <p:sp>
        <p:nvSpPr>
          <p:cNvPr id="3" name="Content Placeholder 2">
            <a:extLst>
              <a:ext uri="{FF2B5EF4-FFF2-40B4-BE49-F238E27FC236}">
                <a16:creationId xmlns:a16="http://schemas.microsoft.com/office/drawing/2014/main" id="{2A7F5FE1-B2DC-B09E-70E8-1CA0864F49CF}"/>
              </a:ext>
            </a:extLst>
          </p:cNvPr>
          <p:cNvSpPr>
            <a:spLocks noGrp="1"/>
          </p:cNvSpPr>
          <p:nvPr>
            <p:ph idx="1"/>
          </p:nvPr>
        </p:nvSpPr>
        <p:spPr>
          <a:xfrm>
            <a:off x="457200" y="990600"/>
            <a:ext cx="8229600" cy="1371600"/>
          </a:xfrm>
        </p:spPr>
        <p:txBody>
          <a:bodyPr/>
          <a:lstStyle/>
          <a:p>
            <a:r>
              <a:rPr lang="en-GB" sz="2600" dirty="0"/>
              <a:t>A parity bit </a:t>
            </a:r>
            <a:r>
              <a:rPr lang="en-GB" sz="2600" i="1" dirty="0" err="1"/>
              <a:t>r</a:t>
            </a:r>
            <a:r>
              <a:rPr lang="en-GB" sz="2600" i="1" baseline="-25000" dirty="0" err="1"/>
              <a:t>i</a:t>
            </a:r>
            <a:r>
              <a:rPr lang="en-GB" sz="2600" dirty="0"/>
              <a:t> is appended to each row </a:t>
            </a:r>
            <a:r>
              <a:rPr lang="en-GB" sz="2600" i="1" dirty="0" err="1"/>
              <a:t>i</a:t>
            </a:r>
            <a:r>
              <a:rPr lang="en-GB" sz="2600" dirty="0"/>
              <a:t>.</a:t>
            </a:r>
          </a:p>
          <a:p>
            <a:r>
              <a:rPr lang="en-GB" sz="2600" dirty="0"/>
              <a:t>A parity bit </a:t>
            </a:r>
            <a:r>
              <a:rPr lang="en-GB" sz="2600" i="1" dirty="0" err="1"/>
              <a:t>c</a:t>
            </a:r>
            <a:r>
              <a:rPr lang="en-GB" sz="2600" i="1" baseline="-25000" dirty="0" err="1"/>
              <a:t>j</a:t>
            </a:r>
            <a:r>
              <a:rPr lang="en-GB" sz="2600" dirty="0"/>
              <a:t> is appended to each column </a:t>
            </a:r>
            <a:r>
              <a:rPr lang="en-GB" sz="2600" i="1" dirty="0"/>
              <a:t>j</a:t>
            </a:r>
            <a:r>
              <a:rPr lang="en-GB" sz="2600" dirty="0"/>
              <a:t>.</a:t>
            </a:r>
          </a:p>
          <a:p>
            <a:r>
              <a:rPr lang="en-GB" sz="2600" dirty="0"/>
              <a:t>An overall parity bit </a:t>
            </a:r>
            <a:r>
              <a:rPr lang="en-GB" sz="2600" i="1" dirty="0"/>
              <a:t>p</a:t>
            </a:r>
            <a:r>
              <a:rPr lang="en-GB" sz="2600" dirty="0"/>
              <a:t> completes the matrix.</a:t>
            </a:r>
            <a:endParaRPr lang="en-AU" sz="2600" dirty="0"/>
          </a:p>
        </p:txBody>
      </p:sp>
      <p:sp>
        <p:nvSpPr>
          <p:cNvPr id="4" name="Slide Number Placeholder 3">
            <a:extLst>
              <a:ext uri="{FF2B5EF4-FFF2-40B4-BE49-F238E27FC236}">
                <a16:creationId xmlns:a16="http://schemas.microsoft.com/office/drawing/2014/main" id="{1B6B410C-A0A3-E95A-7E31-39E336B685A2}"/>
              </a:ext>
            </a:extLst>
          </p:cNvPr>
          <p:cNvSpPr>
            <a:spLocks noGrp="1"/>
          </p:cNvSpPr>
          <p:nvPr>
            <p:ph type="sldNum" sz="quarter" idx="4"/>
          </p:nvPr>
        </p:nvSpPr>
        <p:spPr/>
        <p:txBody>
          <a:bodyPr/>
          <a:lstStyle/>
          <a:p>
            <a:pPr>
              <a:defRPr/>
            </a:pPr>
            <a:fld id="{DACE9E11-39C8-4E20-894F-A4A883CCF6EF}" type="slidenum">
              <a:rPr lang="en-US" smtClean="0"/>
              <a:pPr>
                <a:defRPr/>
              </a:pPr>
              <a:t>12</a:t>
            </a:fld>
            <a:endParaRPr lang="en-US" dirty="0"/>
          </a:p>
        </p:txBody>
      </p:sp>
      <p:pic>
        <p:nvPicPr>
          <p:cNvPr id="6" name="Picture 5">
            <a:extLst>
              <a:ext uri="{FF2B5EF4-FFF2-40B4-BE49-F238E27FC236}">
                <a16:creationId xmlns:a16="http://schemas.microsoft.com/office/drawing/2014/main" id="{38942045-BC6A-3C5D-46DA-6D5CD7D50A9C}"/>
              </a:ext>
            </a:extLst>
          </p:cNvPr>
          <p:cNvPicPr>
            <a:picLocks noChangeAspect="1"/>
          </p:cNvPicPr>
          <p:nvPr/>
        </p:nvPicPr>
        <p:blipFill>
          <a:blip r:embed="rId3"/>
          <a:stretch>
            <a:fillRect/>
          </a:stretch>
        </p:blipFill>
        <p:spPr>
          <a:xfrm>
            <a:off x="2438400" y="2726300"/>
            <a:ext cx="4267200" cy="2988700"/>
          </a:xfrm>
          <a:prstGeom prst="rect">
            <a:avLst/>
          </a:prstGeom>
        </p:spPr>
      </p:pic>
      <p:sp>
        <p:nvSpPr>
          <p:cNvPr id="7" name="TextBox 7">
            <a:extLst>
              <a:ext uri="{FF2B5EF4-FFF2-40B4-BE49-F238E27FC236}">
                <a16:creationId xmlns:a16="http://schemas.microsoft.com/office/drawing/2014/main" id="{89976E9E-5D58-BD8F-EC9F-C7254E3DB9A9}"/>
              </a:ext>
            </a:extLst>
          </p:cNvPr>
          <p:cNvSpPr txBox="1"/>
          <p:nvPr/>
        </p:nvSpPr>
        <p:spPr>
          <a:xfrm>
            <a:off x="1562099" y="6540356"/>
            <a:ext cx="6019800" cy="2616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GB" sz="1100" dirty="0"/>
              <a:t>Source: William Stallings, Data and Computer Communications, 10</a:t>
            </a:r>
            <a:r>
              <a:rPr lang="en-GB" sz="1100" baseline="30000" dirty="0"/>
              <a:t>th</a:t>
            </a:r>
            <a:r>
              <a:rPr lang="en-GB" sz="1100" dirty="0"/>
              <a:t> edition, 2013, Figure 6.3.</a:t>
            </a:r>
            <a:endParaRPr lang="en-AU" sz="1100" dirty="0"/>
          </a:p>
        </p:txBody>
      </p:sp>
    </p:spTree>
    <p:extLst>
      <p:ext uri="{BB962C8B-B14F-4D97-AF65-F5344CB8AC3E}">
        <p14:creationId xmlns:p14="http://schemas.microsoft.com/office/powerpoint/2010/main" val="2498149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2-Dimensional Even Parity Example</a:t>
            </a:r>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13</a:t>
            </a:fld>
            <a:endParaRPr lang="en-US" dirty="0"/>
          </a:p>
        </p:txBody>
      </p:sp>
      <p:sp>
        <p:nvSpPr>
          <p:cNvPr id="3" name="TextBox 7">
            <a:extLst>
              <a:ext uri="{FF2B5EF4-FFF2-40B4-BE49-F238E27FC236}">
                <a16:creationId xmlns:a16="http://schemas.microsoft.com/office/drawing/2014/main" id="{662468C5-F282-A80E-9F84-E610DAB6F5FD}"/>
              </a:ext>
            </a:extLst>
          </p:cNvPr>
          <p:cNvSpPr txBox="1"/>
          <p:nvPr/>
        </p:nvSpPr>
        <p:spPr>
          <a:xfrm>
            <a:off x="1562099" y="6540356"/>
            <a:ext cx="6019800" cy="2616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GB" sz="1100" dirty="0"/>
              <a:t>Source: William Stallings, Data and Computer Communications, 10</a:t>
            </a:r>
            <a:r>
              <a:rPr lang="en-GB" sz="1100" baseline="30000" dirty="0"/>
              <a:t>th</a:t>
            </a:r>
            <a:r>
              <a:rPr lang="en-GB" sz="1100" dirty="0"/>
              <a:t> edition, 2013, Figure 6.3.</a:t>
            </a:r>
            <a:endParaRPr lang="en-AU" sz="1100" dirty="0"/>
          </a:p>
        </p:txBody>
      </p:sp>
      <p:pic>
        <p:nvPicPr>
          <p:cNvPr id="6" name="Picture 5">
            <a:extLst>
              <a:ext uri="{FF2B5EF4-FFF2-40B4-BE49-F238E27FC236}">
                <a16:creationId xmlns:a16="http://schemas.microsoft.com/office/drawing/2014/main" id="{D364EC73-DDA6-8E2B-E1D4-A2D96F370214}"/>
              </a:ext>
            </a:extLst>
          </p:cNvPr>
          <p:cNvPicPr>
            <a:picLocks noChangeAspect="1"/>
          </p:cNvPicPr>
          <p:nvPr/>
        </p:nvPicPr>
        <p:blipFill>
          <a:blip r:embed="rId3"/>
          <a:stretch>
            <a:fillRect/>
          </a:stretch>
        </p:blipFill>
        <p:spPr>
          <a:xfrm>
            <a:off x="1223961" y="1602918"/>
            <a:ext cx="2162175" cy="1762125"/>
          </a:xfrm>
          <a:prstGeom prst="rect">
            <a:avLst/>
          </a:prstGeom>
        </p:spPr>
      </p:pic>
      <p:pic>
        <p:nvPicPr>
          <p:cNvPr id="12" name="Picture 11">
            <a:extLst>
              <a:ext uri="{FF2B5EF4-FFF2-40B4-BE49-F238E27FC236}">
                <a16:creationId xmlns:a16="http://schemas.microsoft.com/office/drawing/2014/main" id="{13533646-8EFD-DAD9-B1B3-5B13FDCC2215}"/>
              </a:ext>
            </a:extLst>
          </p:cNvPr>
          <p:cNvPicPr>
            <a:picLocks noChangeAspect="1"/>
          </p:cNvPicPr>
          <p:nvPr/>
        </p:nvPicPr>
        <p:blipFill>
          <a:blip r:embed="rId4"/>
          <a:stretch>
            <a:fillRect/>
          </a:stretch>
        </p:blipFill>
        <p:spPr>
          <a:xfrm>
            <a:off x="5197216" y="1507304"/>
            <a:ext cx="2864368" cy="1953351"/>
          </a:xfrm>
          <a:prstGeom prst="rect">
            <a:avLst/>
          </a:prstGeom>
        </p:spPr>
      </p:pic>
      <p:sp>
        <p:nvSpPr>
          <p:cNvPr id="13" name="Rectangle 12">
            <a:extLst>
              <a:ext uri="{FF2B5EF4-FFF2-40B4-BE49-F238E27FC236}">
                <a16:creationId xmlns:a16="http://schemas.microsoft.com/office/drawing/2014/main" id="{DB581AA0-B8EC-E5CE-9551-8250C30A8545}"/>
              </a:ext>
            </a:extLst>
          </p:cNvPr>
          <p:cNvSpPr/>
          <p:nvPr/>
        </p:nvSpPr>
        <p:spPr>
          <a:xfrm>
            <a:off x="1562099" y="1066800"/>
            <a:ext cx="1485901" cy="331381"/>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85000"/>
                    <a:lumOff val="15000"/>
                  </a:schemeClr>
                </a:solidFill>
              </a:rPr>
              <a:t>No errors</a:t>
            </a:r>
          </a:p>
        </p:txBody>
      </p:sp>
      <p:sp>
        <p:nvSpPr>
          <p:cNvPr id="14" name="Rectangle 13">
            <a:extLst>
              <a:ext uri="{FF2B5EF4-FFF2-40B4-BE49-F238E27FC236}">
                <a16:creationId xmlns:a16="http://schemas.microsoft.com/office/drawing/2014/main" id="{FB34950D-3FD1-A4D2-994D-F232BFA067C4}"/>
              </a:ext>
            </a:extLst>
          </p:cNvPr>
          <p:cNvSpPr/>
          <p:nvPr/>
        </p:nvSpPr>
        <p:spPr>
          <a:xfrm>
            <a:off x="5105400" y="1073579"/>
            <a:ext cx="3048000" cy="331381"/>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85000"/>
                    <a:lumOff val="15000"/>
                  </a:schemeClr>
                </a:solidFill>
              </a:rPr>
              <a:t>Correctable single-bit error</a:t>
            </a:r>
          </a:p>
        </p:txBody>
      </p:sp>
      <p:pic>
        <p:nvPicPr>
          <p:cNvPr id="16" name="Picture 15">
            <a:extLst>
              <a:ext uri="{FF2B5EF4-FFF2-40B4-BE49-F238E27FC236}">
                <a16:creationId xmlns:a16="http://schemas.microsoft.com/office/drawing/2014/main" id="{1F5DCC1A-7265-DA83-6939-3236CE4643F6}"/>
              </a:ext>
            </a:extLst>
          </p:cNvPr>
          <p:cNvPicPr>
            <a:picLocks noChangeAspect="1"/>
          </p:cNvPicPr>
          <p:nvPr/>
        </p:nvPicPr>
        <p:blipFill>
          <a:blip r:embed="rId5"/>
          <a:stretch>
            <a:fillRect/>
          </a:stretch>
        </p:blipFill>
        <p:spPr>
          <a:xfrm>
            <a:off x="2971800" y="4269617"/>
            <a:ext cx="2895600" cy="1914525"/>
          </a:xfrm>
          <a:prstGeom prst="rect">
            <a:avLst/>
          </a:prstGeom>
        </p:spPr>
      </p:pic>
      <p:sp>
        <p:nvSpPr>
          <p:cNvPr id="19" name="Rectangle 18">
            <a:extLst>
              <a:ext uri="{FF2B5EF4-FFF2-40B4-BE49-F238E27FC236}">
                <a16:creationId xmlns:a16="http://schemas.microsoft.com/office/drawing/2014/main" id="{611FD687-E25E-707F-A748-61519AD9DF91}"/>
              </a:ext>
            </a:extLst>
          </p:cNvPr>
          <p:cNvSpPr/>
          <p:nvPr/>
        </p:nvSpPr>
        <p:spPr>
          <a:xfrm>
            <a:off x="2895600" y="3778910"/>
            <a:ext cx="3048000" cy="331381"/>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85000"/>
                    <a:lumOff val="15000"/>
                  </a:schemeClr>
                </a:solidFill>
              </a:rPr>
              <a:t>Undetectable error pattern</a:t>
            </a:r>
          </a:p>
        </p:txBody>
      </p:sp>
    </p:spTree>
    <p:extLst>
      <p:ext uri="{BB962C8B-B14F-4D97-AF65-F5344CB8AC3E}">
        <p14:creationId xmlns:p14="http://schemas.microsoft.com/office/powerpoint/2010/main" val="3459144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Internet Checksum</a:t>
            </a:r>
          </a:p>
        </p:txBody>
      </p:sp>
      <p:sp>
        <p:nvSpPr>
          <p:cNvPr id="3" name="Content Placeholder 2"/>
          <p:cNvSpPr>
            <a:spLocks noGrp="1"/>
          </p:cNvSpPr>
          <p:nvPr>
            <p:ph idx="1"/>
          </p:nvPr>
        </p:nvSpPr>
        <p:spPr>
          <a:xfrm>
            <a:off x="457200" y="990599"/>
            <a:ext cx="8229600" cy="1861739"/>
          </a:xfrm>
        </p:spPr>
        <p:txBody>
          <a:bodyPr/>
          <a:lstStyle/>
          <a:p>
            <a:r>
              <a:rPr lang="en-GB" sz="2800" dirty="0"/>
              <a:t>An error-detecting code </a:t>
            </a:r>
          </a:p>
          <a:p>
            <a:r>
              <a:rPr lang="en-GB" sz="2800" dirty="0"/>
              <a:t>Used in many Internet standard protocols, including IP, TCP, and UDP</a:t>
            </a:r>
            <a:endParaRPr lang="en-US" altLang="en-US" sz="2800" dirty="0"/>
          </a:p>
          <a:p>
            <a:endParaRPr lang="en-US" sz="28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14</a:t>
            </a:fld>
            <a:endParaRPr lang="en-US" dirty="0"/>
          </a:p>
        </p:txBody>
      </p:sp>
      <p:sp>
        <p:nvSpPr>
          <p:cNvPr id="9" name="TextBox 7">
            <a:extLst>
              <a:ext uri="{FF2B5EF4-FFF2-40B4-BE49-F238E27FC236}">
                <a16:creationId xmlns:a16="http://schemas.microsoft.com/office/drawing/2014/main" id="{70728FFB-B8A0-22FD-8E4F-915AF35294BA}"/>
              </a:ext>
            </a:extLst>
          </p:cNvPr>
          <p:cNvSpPr txBox="1"/>
          <p:nvPr/>
        </p:nvSpPr>
        <p:spPr>
          <a:xfrm>
            <a:off x="990600" y="6526334"/>
            <a:ext cx="7162800" cy="2616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GB" sz="1100" dirty="0"/>
              <a:t>Source: Andrew S. Tanenbaum &amp; David J. Wetherall, Computer Networks, 5th edition, 2010, Figure 5-46 &amp; 6-63. </a:t>
            </a:r>
            <a:endParaRPr lang="en-AU" sz="1100" dirty="0"/>
          </a:p>
        </p:txBody>
      </p:sp>
      <p:grpSp>
        <p:nvGrpSpPr>
          <p:cNvPr id="13" name="Group 12">
            <a:extLst>
              <a:ext uri="{FF2B5EF4-FFF2-40B4-BE49-F238E27FC236}">
                <a16:creationId xmlns:a16="http://schemas.microsoft.com/office/drawing/2014/main" id="{84C017D1-DFD3-7DF9-F1F8-B539CAEEEF3D}"/>
              </a:ext>
            </a:extLst>
          </p:cNvPr>
          <p:cNvGrpSpPr/>
          <p:nvPr/>
        </p:nvGrpSpPr>
        <p:grpSpPr>
          <a:xfrm>
            <a:off x="343786" y="4114800"/>
            <a:ext cx="4191000" cy="1861739"/>
            <a:chOff x="343786" y="4114800"/>
            <a:chExt cx="4191000" cy="1861739"/>
          </a:xfrm>
        </p:grpSpPr>
        <p:pic>
          <p:nvPicPr>
            <p:cNvPr id="6" name="Picture 5">
              <a:extLst>
                <a:ext uri="{FF2B5EF4-FFF2-40B4-BE49-F238E27FC236}">
                  <a16:creationId xmlns:a16="http://schemas.microsoft.com/office/drawing/2014/main" id="{C44F9049-AE54-DD02-F7BB-7D46600A6F12}"/>
                </a:ext>
              </a:extLst>
            </p:cNvPr>
            <p:cNvPicPr>
              <a:picLocks noChangeAspect="1"/>
            </p:cNvPicPr>
            <p:nvPr/>
          </p:nvPicPr>
          <p:blipFill>
            <a:blip r:embed="rId3"/>
            <a:stretch>
              <a:fillRect/>
            </a:stretch>
          </p:blipFill>
          <p:spPr>
            <a:xfrm>
              <a:off x="343786" y="4114800"/>
              <a:ext cx="4191000" cy="1861739"/>
            </a:xfrm>
            <a:prstGeom prst="rect">
              <a:avLst/>
            </a:prstGeom>
          </p:spPr>
        </p:pic>
        <p:sp>
          <p:nvSpPr>
            <p:cNvPr id="10" name="Rectangle 9">
              <a:extLst>
                <a:ext uri="{FF2B5EF4-FFF2-40B4-BE49-F238E27FC236}">
                  <a16:creationId xmlns:a16="http://schemas.microsoft.com/office/drawing/2014/main" id="{70FDC2BA-1257-C87B-4988-4833317FE018}"/>
                </a:ext>
              </a:extLst>
            </p:cNvPr>
            <p:cNvSpPr/>
            <p:nvPr/>
          </p:nvSpPr>
          <p:spPr>
            <a:xfrm>
              <a:off x="2934586" y="4831246"/>
              <a:ext cx="1371600" cy="228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5" name="Group 14">
            <a:extLst>
              <a:ext uri="{FF2B5EF4-FFF2-40B4-BE49-F238E27FC236}">
                <a16:creationId xmlns:a16="http://schemas.microsoft.com/office/drawing/2014/main" id="{5818CEC2-313E-4DAC-892D-58681E5C1D1F}"/>
              </a:ext>
            </a:extLst>
          </p:cNvPr>
          <p:cNvGrpSpPr/>
          <p:nvPr/>
        </p:nvGrpSpPr>
        <p:grpSpPr>
          <a:xfrm>
            <a:off x="5020808" y="4005663"/>
            <a:ext cx="3664220" cy="2327681"/>
            <a:chOff x="5479779" y="4005662"/>
            <a:chExt cx="3664220" cy="2327681"/>
          </a:xfrm>
        </p:grpSpPr>
        <p:pic>
          <p:nvPicPr>
            <p:cNvPr id="12" name="Picture 11">
              <a:extLst>
                <a:ext uri="{FF2B5EF4-FFF2-40B4-BE49-F238E27FC236}">
                  <a16:creationId xmlns:a16="http://schemas.microsoft.com/office/drawing/2014/main" id="{E0ECD5AE-F9AC-292E-35F6-C935883C9B69}"/>
                </a:ext>
              </a:extLst>
            </p:cNvPr>
            <p:cNvPicPr>
              <a:picLocks noChangeAspect="1"/>
            </p:cNvPicPr>
            <p:nvPr/>
          </p:nvPicPr>
          <p:blipFill>
            <a:blip r:embed="rId4"/>
            <a:stretch>
              <a:fillRect/>
            </a:stretch>
          </p:blipFill>
          <p:spPr>
            <a:xfrm>
              <a:off x="5479779" y="4005662"/>
              <a:ext cx="3664220" cy="2327681"/>
            </a:xfrm>
            <a:prstGeom prst="rect">
              <a:avLst/>
            </a:prstGeom>
          </p:spPr>
        </p:pic>
        <p:sp>
          <p:nvSpPr>
            <p:cNvPr id="14" name="Rectangle 13">
              <a:extLst>
                <a:ext uri="{FF2B5EF4-FFF2-40B4-BE49-F238E27FC236}">
                  <a16:creationId xmlns:a16="http://schemas.microsoft.com/office/drawing/2014/main" id="{A2932D00-93A5-D24E-0D69-19B1E567B405}"/>
                </a:ext>
              </a:extLst>
            </p:cNvPr>
            <p:cNvSpPr/>
            <p:nvPr/>
          </p:nvSpPr>
          <p:spPr>
            <a:xfrm>
              <a:off x="5715000" y="5410200"/>
              <a:ext cx="1371600" cy="228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6" name="Rectangle 15">
            <a:extLst>
              <a:ext uri="{FF2B5EF4-FFF2-40B4-BE49-F238E27FC236}">
                <a16:creationId xmlns:a16="http://schemas.microsoft.com/office/drawing/2014/main" id="{9DF2B138-7B38-5762-05AA-E5E9207A7EA5}"/>
              </a:ext>
            </a:extLst>
          </p:cNvPr>
          <p:cNvSpPr/>
          <p:nvPr/>
        </p:nvSpPr>
        <p:spPr>
          <a:xfrm>
            <a:off x="1524000" y="3582546"/>
            <a:ext cx="1524000" cy="348063"/>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dirty="0">
                <a:solidFill>
                  <a:schemeClr val="tx1">
                    <a:lumMod val="85000"/>
                    <a:lumOff val="15000"/>
                  </a:schemeClr>
                </a:solidFill>
              </a:rPr>
              <a:t>IPv4 header</a:t>
            </a:r>
          </a:p>
        </p:txBody>
      </p:sp>
      <p:sp>
        <p:nvSpPr>
          <p:cNvPr id="17" name="Rectangle 16">
            <a:extLst>
              <a:ext uri="{FF2B5EF4-FFF2-40B4-BE49-F238E27FC236}">
                <a16:creationId xmlns:a16="http://schemas.microsoft.com/office/drawing/2014/main" id="{AB5621A2-81E4-AB80-F627-382EF3CC5593}"/>
              </a:ext>
            </a:extLst>
          </p:cNvPr>
          <p:cNvSpPr/>
          <p:nvPr/>
        </p:nvSpPr>
        <p:spPr>
          <a:xfrm>
            <a:off x="6096002" y="3582546"/>
            <a:ext cx="1524000" cy="348063"/>
          </a:xfrm>
          <a:prstGeom prst="rect">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dirty="0">
                <a:solidFill>
                  <a:schemeClr val="tx1">
                    <a:lumMod val="85000"/>
                    <a:lumOff val="15000"/>
                  </a:schemeClr>
                </a:solidFill>
              </a:rPr>
              <a:t>TCP header</a:t>
            </a:r>
          </a:p>
        </p:txBody>
      </p:sp>
    </p:spTree>
    <p:extLst>
      <p:ext uri="{BB962C8B-B14F-4D97-AF65-F5344CB8AC3E}">
        <p14:creationId xmlns:p14="http://schemas.microsoft.com/office/powerpoint/2010/main" val="383206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74A6A-C3AA-9B9A-93F0-713F3F886BB3}"/>
              </a:ext>
            </a:extLst>
          </p:cNvPr>
          <p:cNvSpPr>
            <a:spLocks noGrp="1"/>
          </p:cNvSpPr>
          <p:nvPr>
            <p:ph type="title"/>
          </p:nvPr>
        </p:nvSpPr>
        <p:spPr>
          <a:xfrm>
            <a:off x="0" y="70056"/>
            <a:ext cx="9144000" cy="723900"/>
          </a:xfrm>
        </p:spPr>
        <p:txBody>
          <a:bodyPr/>
          <a:lstStyle/>
          <a:p>
            <a:r>
              <a:rPr lang="en-GB" sz="3000" dirty="0"/>
              <a:t>Why do we need checksums at IP and TCP/UDP?​</a:t>
            </a:r>
            <a:endParaRPr lang="en-AU" sz="3000" dirty="0"/>
          </a:p>
        </p:txBody>
      </p:sp>
      <p:sp>
        <p:nvSpPr>
          <p:cNvPr id="3" name="Content Placeholder 2">
            <a:extLst>
              <a:ext uri="{FF2B5EF4-FFF2-40B4-BE49-F238E27FC236}">
                <a16:creationId xmlns:a16="http://schemas.microsoft.com/office/drawing/2014/main" id="{4FB55F4E-929A-022F-4B69-6E3E3803DBA1}"/>
              </a:ext>
            </a:extLst>
          </p:cNvPr>
          <p:cNvSpPr>
            <a:spLocks noGrp="1"/>
          </p:cNvSpPr>
          <p:nvPr>
            <p:ph idx="1"/>
          </p:nvPr>
        </p:nvSpPr>
        <p:spPr>
          <a:xfrm>
            <a:off x="457200" y="1143000"/>
            <a:ext cx="8229600" cy="5181600"/>
          </a:xfrm>
        </p:spPr>
        <p:txBody>
          <a:bodyPr/>
          <a:lstStyle/>
          <a:p>
            <a:pPr>
              <a:spcBef>
                <a:spcPts val="600"/>
              </a:spcBef>
              <a:spcAft>
                <a:spcPts val="600"/>
              </a:spcAft>
            </a:pPr>
            <a:r>
              <a:rPr lang="en-GB" sz="2600" dirty="0"/>
              <a:t>IPv4 checksum is computed over the IP header while TCP/UDP checksum is computed over the entire segment.</a:t>
            </a:r>
          </a:p>
          <a:p>
            <a:pPr>
              <a:spcBef>
                <a:spcPts val="600"/>
              </a:spcBef>
              <a:spcAft>
                <a:spcPts val="600"/>
              </a:spcAft>
            </a:pPr>
            <a:endParaRPr lang="en-GB" sz="2600" dirty="0"/>
          </a:p>
          <a:p>
            <a:pPr>
              <a:spcBef>
                <a:spcPts val="600"/>
              </a:spcBef>
              <a:spcAft>
                <a:spcPts val="600"/>
              </a:spcAft>
            </a:pPr>
            <a:r>
              <a:rPr lang="en-GB" sz="2600" dirty="0"/>
              <a:t>TCP/UDP and IP can belong to different protocol stacks.​ ​</a:t>
            </a:r>
          </a:p>
          <a:p>
            <a:pPr lvl="1">
              <a:spcBef>
                <a:spcPts val="600"/>
              </a:spcBef>
              <a:spcAft>
                <a:spcPts val="600"/>
              </a:spcAft>
            </a:pPr>
            <a:r>
              <a:rPr lang="en-GB" sz="2300" dirty="0"/>
              <a:t>TCP can run over a different protocol.</a:t>
            </a:r>
          </a:p>
          <a:p>
            <a:pPr lvl="1">
              <a:spcBef>
                <a:spcPts val="600"/>
              </a:spcBef>
              <a:spcAft>
                <a:spcPts val="600"/>
              </a:spcAft>
            </a:pPr>
            <a:r>
              <a:rPr lang="en-GB" sz="2300" dirty="0"/>
              <a:t>IP can carry data that will not be passed to TCP/UDP.</a:t>
            </a:r>
          </a:p>
          <a:p>
            <a:pPr>
              <a:spcBef>
                <a:spcPts val="600"/>
              </a:spcBef>
              <a:spcAft>
                <a:spcPts val="600"/>
              </a:spcAft>
            </a:pPr>
            <a:endParaRPr lang="en-GB" sz="2800" dirty="0"/>
          </a:p>
          <a:p>
            <a:pPr>
              <a:spcBef>
                <a:spcPts val="600"/>
              </a:spcBef>
              <a:spcAft>
                <a:spcPts val="600"/>
              </a:spcAft>
            </a:pPr>
            <a:r>
              <a:rPr lang="en-GB" sz="2600" dirty="0"/>
              <a:t>TCP/UDP error detection is on an end-to-end basis. ​</a:t>
            </a:r>
            <a:endParaRPr lang="en-AU" sz="2600" dirty="0"/>
          </a:p>
        </p:txBody>
      </p:sp>
      <p:sp>
        <p:nvSpPr>
          <p:cNvPr id="4" name="Slide Number Placeholder 3">
            <a:extLst>
              <a:ext uri="{FF2B5EF4-FFF2-40B4-BE49-F238E27FC236}">
                <a16:creationId xmlns:a16="http://schemas.microsoft.com/office/drawing/2014/main" id="{69D159EE-480B-6046-1F15-662923CA7717}"/>
              </a:ext>
            </a:extLst>
          </p:cNvPr>
          <p:cNvSpPr>
            <a:spLocks noGrp="1"/>
          </p:cNvSpPr>
          <p:nvPr>
            <p:ph type="sldNum" sz="quarter" idx="4"/>
          </p:nvPr>
        </p:nvSpPr>
        <p:spPr/>
        <p:txBody>
          <a:bodyPr/>
          <a:lstStyle/>
          <a:p>
            <a:pPr>
              <a:defRPr/>
            </a:pPr>
            <a:fld id="{DACE9E11-39C8-4E20-894F-A4A883CCF6EF}" type="slidenum">
              <a:rPr lang="en-US" smtClean="0"/>
              <a:pPr>
                <a:defRPr/>
              </a:pPr>
              <a:t>15</a:t>
            </a:fld>
            <a:endParaRPr lang="en-US" dirty="0"/>
          </a:p>
        </p:txBody>
      </p:sp>
    </p:spTree>
    <p:extLst>
      <p:ext uri="{BB962C8B-B14F-4D97-AF65-F5344CB8AC3E}">
        <p14:creationId xmlns:p14="http://schemas.microsoft.com/office/powerpoint/2010/main" val="28423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24035-14FB-0D3C-FDCF-D4A2E18F21EF}"/>
              </a:ext>
            </a:extLst>
          </p:cNvPr>
          <p:cNvSpPr>
            <a:spLocks noGrp="1"/>
          </p:cNvSpPr>
          <p:nvPr>
            <p:ph type="title"/>
          </p:nvPr>
        </p:nvSpPr>
        <p:spPr/>
        <p:txBody>
          <a:bodyPr/>
          <a:lstStyle/>
          <a:p>
            <a:r>
              <a:rPr lang="en-US" dirty="0"/>
              <a:t>Internet Checksum (cont.)</a:t>
            </a:r>
            <a:endParaRPr lang="en-AU" dirty="0"/>
          </a:p>
        </p:txBody>
      </p:sp>
      <p:sp>
        <p:nvSpPr>
          <p:cNvPr id="3" name="Content Placeholder 2">
            <a:extLst>
              <a:ext uri="{FF2B5EF4-FFF2-40B4-BE49-F238E27FC236}">
                <a16:creationId xmlns:a16="http://schemas.microsoft.com/office/drawing/2014/main" id="{62239BDA-5219-2F28-C9D1-8BBDEB0F5326}"/>
              </a:ext>
            </a:extLst>
          </p:cNvPr>
          <p:cNvSpPr>
            <a:spLocks noGrp="1"/>
          </p:cNvSpPr>
          <p:nvPr>
            <p:ph idx="1"/>
          </p:nvPr>
        </p:nvSpPr>
        <p:spPr/>
        <p:txBody>
          <a:bodyPr/>
          <a:lstStyle/>
          <a:p>
            <a:r>
              <a:rPr lang="en-US" sz="2400" dirty="0"/>
              <a:t>The calculation makes use of:</a:t>
            </a:r>
          </a:p>
          <a:p>
            <a:pPr lvl="1"/>
            <a:r>
              <a:rPr lang="en-US" sz="2000" dirty="0">
                <a:solidFill>
                  <a:srgbClr val="FF0000"/>
                </a:solidFill>
              </a:rPr>
              <a:t>One’s complement arithmetic (addition)</a:t>
            </a:r>
            <a:r>
              <a:rPr lang="en-US" sz="2000" dirty="0"/>
              <a:t>	</a:t>
            </a:r>
          </a:p>
          <a:p>
            <a:pPr marL="1314450" lvl="2" indent="-457200">
              <a:buFont typeface="+mj-lt"/>
              <a:buAutoNum type="arabicPeriod"/>
            </a:pPr>
            <a:r>
              <a:rPr lang="en-US" sz="1800" dirty="0"/>
              <a:t>The two numbers are treated as unsigned binary integers and added</a:t>
            </a:r>
          </a:p>
          <a:p>
            <a:pPr marL="1314450" lvl="2" indent="-457200">
              <a:buFont typeface="+mj-lt"/>
              <a:buAutoNum type="arabicPeriod"/>
            </a:pPr>
            <a:r>
              <a:rPr lang="en-US" sz="1800" dirty="0"/>
              <a:t>If there is a carry out of the leftmost bit, add 1 to the sum (</a:t>
            </a:r>
            <a:r>
              <a:rPr lang="en-US" sz="1800" i="1" dirty="0"/>
              <a:t>end-around carry</a:t>
            </a:r>
            <a:r>
              <a:rPr lang="en-US" sz="1800" dirty="0"/>
              <a:t>)</a:t>
            </a:r>
          </a:p>
          <a:p>
            <a:pPr marL="1314450" lvl="2" indent="-457200">
              <a:buFont typeface="+mj-lt"/>
              <a:buAutoNum type="arabicPeriod"/>
            </a:pPr>
            <a:endParaRPr lang="en-US" sz="1800" dirty="0"/>
          </a:p>
          <a:p>
            <a:pPr marL="1314450" lvl="2" indent="-457200">
              <a:buFont typeface="+mj-lt"/>
              <a:buAutoNum type="arabicPeriod"/>
            </a:pPr>
            <a:endParaRPr lang="en-US" sz="1800" dirty="0"/>
          </a:p>
          <a:p>
            <a:pPr marL="1314450" lvl="2" indent="-457200">
              <a:buFont typeface="+mj-lt"/>
              <a:buAutoNum type="arabicPeriod"/>
            </a:pPr>
            <a:endParaRPr lang="en-US" sz="1800" dirty="0"/>
          </a:p>
          <a:p>
            <a:pPr marL="1314450" lvl="2" indent="-457200">
              <a:buFont typeface="+mj-lt"/>
              <a:buAutoNum type="arabicPeriod"/>
            </a:pPr>
            <a:endParaRPr lang="en-US" sz="1800" dirty="0"/>
          </a:p>
          <a:p>
            <a:pPr marL="1314450" lvl="2" indent="-457200">
              <a:buFont typeface="+mj-lt"/>
              <a:buAutoNum type="arabicPeriod"/>
            </a:pPr>
            <a:endParaRPr lang="en-US" sz="1800" dirty="0"/>
          </a:p>
          <a:p>
            <a:pPr marL="1314450" lvl="2" indent="-457200">
              <a:buFont typeface="+mj-lt"/>
              <a:buAutoNum type="arabicPeriod"/>
            </a:pPr>
            <a:endParaRPr lang="en-US" sz="1800" dirty="0"/>
          </a:p>
          <a:p>
            <a:pPr marL="1314450" lvl="2" indent="-457200">
              <a:buFont typeface="+mj-lt"/>
              <a:buAutoNum type="arabicPeriod"/>
            </a:pPr>
            <a:endParaRPr lang="en-US" sz="1800" dirty="0"/>
          </a:p>
          <a:p>
            <a:pPr marL="1314450" lvl="2" indent="-457200">
              <a:buFont typeface="+mj-lt"/>
              <a:buAutoNum type="arabicPeriod"/>
            </a:pPr>
            <a:endParaRPr lang="en-US" sz="1800" dirty="0"/>
          </a:p>
          <a:p>
            <a:pPr lvl="1"/>
            <a:r>
              <a:rPr lang="en-US" sz="2000" dirty="0">
                <a:solidFill>
                  <a:srgbClr val="FF0000"/>
                </a:solidFill>
              </a:rPr>
              <a:t>One’s complement operation </a:t>
            </a:r>
            <a:r>
              <a:rPr lang="en-US" sz="2000" dirty="0"/>
              <a:t>on a set of binary digits</a:t>
            </a:r>
          </a:p>
          <a:p>
            <a:pPr lvl="2"/>
            <a:r>
              <a:rPr lang="en-US" sz="1800" dirty="0"/>
              <a:t>Replace 0 digits with 1 digits and 1 digits with 0 digits</a:t>
            </a:r>
            <a:endParaRPr lang="en-US" sz="2400" dirty="0"/>
          </a:p>
          <a:p>
            <a:endParaRPr lang="en-AU" dirty="0"/>
          </a:p>
        </p:txBody>
      </p:sp>
      <p:sp>
        <p:nvSpPr>
          <p:cNvPr id="4" name="Slide Number Placeholder 3">
            <a:extLst>
              <a:ext uri="{FF2B5EF4-FFF2-40B4-BE49-F238E27FC236}">
                <a16:creationId xmlns:a16="http://schemas.microsoft.com/office/drawing/2014/main" id="{457B2B70-6553-2D63-27F1-1CBC96F07B4D}"/>
              </a:ext>
            </a:extLst>
          </p:cNvPr>
          <p:cNvSpPr>
            <a:spLocks noGrp="1"/>
          </p:cNvSpPr>
          <p:nvPr>
            <p:ph type="sldNum" sz="quarter" idx="4"/>
          </p:nvPr>
        </p:nvSpPr>
        <p:spPr/>
        <p:txBody>
          <a:bodyPr/>
          <a:lstStyle/>
          <a:p>
            <a:pPr>
              <a:defRPr/>
            </a:pPr>
            <a:fld id="{DACE9E11-39C8-4E20-894F-A4A883CCF6EF}" type="slidenum">
              <a:rPr lang="en-US" smtClean="0"/>
              <a:pPr>
                <a:defRPr/>
              </a:pPr>
              <a:t>16</a:t>
            </a:fld>
            <a:endParaRPr lang="en-US" dirty="0"/>
          </a:p>
        </p:txBody>
      </p:sp>
      <p:sp>
        <p:nvSpPr>
          <p:cNvPr id="5" name="Rectangle 4">
            <a:extLst>
              <a:ext uri="{FF2B5EF4-FFF2-40B4-BE49-F238E27FC236}">
                <a16:creationId xmlns:a16="http://schemas.microsoft.com/office/drawing/2014/main" id="{0F8EAC45-3DDB-9075-6154-D69E313C7E6F}"/>
              </a:ext>
            </a:extLst>
          </p:cNvPr>
          <p:cNvSpPr/>
          <p:nvPr/>
        </p:nvSpPr>
        <p:spPr>
          <a:xfrm>
            <a:off x="1371600" y="3581400"/>
            <a:ext cx="2743200" cy="1828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dirty="0">
                <a:solidFill>
                  <a:schemeClr val="tx1"/>
                </a:solidFill>
              </a:rPr>
              <a:t>ex1.</a:t>
            </a:r>
          </a:p>
          <a:p>
            <a:pPr algn="ctr"/>
            <a:endParaRPr lang="en-US" dirty="0">
              <a:solidFill>
                <a:schemeClr val="tx1"/>
              </a:solidFill>
            </a:endParaRPr>
          </a:p>
          <a:p>
            <a:pPr algn="ctr"/>
            <a:r>
              <a:rPr lang="en-US" dirty="0">
                <a:solidFill>
                  <a:schemeClr val="tx1"/>
                </a:solidFill>
              </a:rPr>
              <a:t>  0011</a:t>
            </a:r>
          </a:p>
          <a:p>
            <a:pPr algn="ctr"/>
            <a:r>
              <a:rPr lang="en-US" dirty="0">
                <a:solidFill>
                  <a:schemeClr val="tx1"/>
                </a:solidFill>
              </a:rPr>
              <a:t>+1100</a:t>
            </a:r>
          </a:p>
          <a:p>
            <a:pPr algn="ctr"/>
            <a:r>
              <a:rPr lang="en-US" dirty="0">
                <a:solidFill>
                  <a:schemeClr val="tx1"/>
                </a:solidFill>
              </a:rPr>
              <a:t>---------</a:t>
            </a:r>
          </a:p>
          <a:p>
            <a:pPr algn="ctr"/>
            <a:r>
              <a:rPr lang="en-US" dirty="0">
                <a:solidFill>
                  <a:schemeClr val="tx1"/>
                </a:solidFill>
              </a:rPr>
              <a:t>  1111</a:t>
            </a:r>
          </a:p>
        </p:txBody>
      </p:sp>
      <p:sp>
        <p:nvSpPr>
          <p:cNvPr id="6" name="Rectangle 5">
            <a:extLst>
              <a:ext uri="{FF2B5EF4-FFF2-40B4-BE49-F238E27FC236}">
                <a16:creationId xmlns:a16="http://schemas.microsoft.com/office/drawing/2014/main" id="{5382E558-E873-0036-8BBA-A8092B824E91}"/>
              </a:ext>
            </a:extLst>
          </p:cNvPr>
          <p:cNvSpPr/>
          <p:nvPr/>
        </p:nvSpPr>
        <p:spPr>
          <a:xfrm>
            <a:off x="4724400" y="3200400"/>
            <a:ext cx="2743200" cy="2209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dirty="0">
                <a:solidFill>
                  <a:schemeClr val="tx1"/>
                </a:solidFill>
              </a:rPr>
              <a:t>ex2.</a:t>
            </a:r>
          </a:p>
          <a:p>
            <a:pPr algn="ctr"/>
            <a:r>
              <a:rPr lang="en-US" dirty="0">
                <a:solidFill>
                  <a:schemeClr val="tx1"/>
                </a:solidFill>
              </a:rPr>
              <a:t>   1101</a:t>
            </a:r>
          </a:p>
          <a:p>
            <a:pPr algn="ctr"/>
            <a:r>
              <a:rPr lang="en-US" dirty="0">
                <a:solidFill>
                  <a:schemeClr val="tx1"/>
                </a:solidFill>
              </a:rPr>
              <a:t>+ 1011</a:t>
            </a:r>
          </a:p>
          <a:p>
            <a:pPr algn="ctr"/>
            <a:r>
              <a:rPr lang="en-US" dirty="0">
                <a:solidFill>
                  <a:schemeClr val="tx1"/>
                </a:solidFill>
              </a:rPr>
              <a:t>---------</a:t>
            </a:r>
          </a:p>
          <a:p>
            <a:pPr algn="ctr"/>
            <a:r>
              <a:rPr lang="en-US" dirty="0">
                <a:solidFill>
                  <a:schemeClr val="tx1"/>
                </a:solidFill>
              </a:rPr>
              <a:t>  </a:t>
            </a:r>
            <a:r>
              <a:rPr lang="en-US" b="1" dirty="0">
                <a:solidFill>
                  <a:srgbClr val="FF0000"/>
                </a:solidFill>
              </a:rPr>
              <a:t>1</a:t>
            </a:r>
            <a:r>
              <a:rPr lang="en-US" dirty="0">
                <a:solidFill>
                  <a:schemeClr val="tx1"/>
                </a:solidFill>
              </a:rPr>
              <a:t>1000</a:t>
            </a:r>
          </a:p>
          <a:p>
            <a:pPr algn="ctr"/>
            <a:r>
              <a:rPr lang="en-US" dirty="0">
                <a:solidFill>
                  <a:schemeClr val="tx1"/>
                </a:solidFill>
              </a:rPr>
              <a:t>+        1</a:t>
            </a:r>
            <a:br>
              <a:rPr lang="en-US" dirty="0">
                <a:solidFill>
                  <a:schemeClr val="tx1"/>
                </a:solidFill>
              </a:rPr>
            </a:br>
            <a:r>
              <a:rPr lang="en-US" dirty="0">
                <a:solidFill>
                  <a:schemeClr val="tx1"/>
                </a:solidFill>
              </a:rPr>
              <a:t>-------------</a:t>
            </a:r>
          </a:p>
          <a:p>
            <a:pPr algn="ctr"/>
            <a:r>
              <a:rPr lang="en-US" dirty="0">
                <a:solidFill>
                  <a:schemeClr val="tx1"/>
                </a:solidFill>
              </a:rPr>
              <a:t>    1001</a:t>
            </a:r>
          </a:p>
        </p:txBody>
      </p:sp>
    </p:spTree>
    <p:extLst>
      <p:ext uri="{BB962C8B-B14F-4D97-AF65-F5344CB8AC3E}">
        <p14:creationId xmlns:p14="http://schemas.microsoft.com/office/powerpoint/2010/main" val="201673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96BC92-986F-0173-8FCD-D0C81D8C3D69}"/>
              </a:ext>
            </a:extLst>
          </p:cNvPr>
          <p:cNvSpPr>
            <a:spLocks noGrp="1"/>
          </p:cNvSpPr>
          <p:nvPr>
            <p:ph type="title"/>
          </p:nvPr>
        </p:nvSpPr>
        <p:spPr/>
        <p:txBody>
          <a:bodyPr/>
          <a:lstStyle/>
          <a:p>
            <a:r>
              <a:rPr lang="en-AU" dirty="0"/>
              <a:t>Internet Checksum (cont.)</a:t>
            </a:r>
          </a:p>
        </p:txBody>
      </p:sp>
      <p:graphicFrame>
        <p:nvGraphicFramePr>
          <p:cNvPr id="9" name="Content Placeholder 8">
            <a:extLst>
              <a:ext uri="{FF2B5EF4-FFF2-40B4-BE49-F238E27FC236}">
                <a16:creationId xmlns:a16="http://schemas.microsoft.com/office/drawing/2014/main" id="{FDE4D431-904C-9115-9AE3-7B37B823091C}"/>
              </a:ext>
            </a:extLst>
          </p:cNvPr>
          <p:cNvGraphicFramePr>
            <a:graphicFrameLocks noGrp="1"/>
          </p:cNvGraphicFramePr>
          <p:nvPr>
            <p:ph idx="1"/>
            <p:extLst>
              <p:ext uri="{D42A27DB-BD31-4B8C-83A1-F6EECF244321}">
                <p14:modId xmlns:p14="http://schemas.microsoft.com/office/powerpoint/2010/main" val="1436630113"/>
              </p:ext>
            </p:extLst>
          </p:nvPr>
        </p:nvGraphicFramePr>
        <p:xfrm>
          <a:off x="457200" y="1600200"/>
          <a:ext cx="82296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B3DFD3B2-3F83-6695-954F-938B39B78E57}"/>
              </a:ext>
            </a:extLst>
          </p:cNvPr>
          <p:cNvSpPr>
            <a:spLocks noGrp="1"/>
          </p:cNvSpPr>
          <p:nvPr>
            <p:ph type="sldNum" sz="quarter" idx="4"/>
          </p:nvPr>
        </p:nvSpPr>
        <p:spPr/>
        <p:txBody>
          <a:bodyPr/>
          <a:lstStyle/>
          <a:p>
            <a:pPr>
              <a:defRPr/>
            </a:pPr>
            <a:fld id="{DACE9E11-39C8-4E20-894F-A4A883CCF6EF}" type="slidenum">
              <a:rPr lang="en-US" smtClean="0"/>
              <a:pPr>
                <a:defRPr/>
              </a:pPr>
              <a:t>17</a:t>
            </a:fld>
            <a:endParaRPr lang="en-US" dirty="0"/>
          </a:p>
        </p:txBody>
      </p:sp>
      <p:sp>
        <p:nvSpPr>
          <p:cNvPr id="2" name="Rectangle 1">
            <a:extLst>
              <a:ext uri="{FF2B5EF4-FFF2-40B4-BE49-F238E27FC236}">
                <a16:creationId xmlns:a16="http://schemas.microsoft.com/office/drawing/2014/main" id="{8031E511-D97B-82A8-9307-F0DAFB123D76}"/>
              </a:ext>
            </a:extLst>
          </p:cNvPr>
          <p:cNvSpPr>
            <a:spLocks noChangeArrowheads="1"/>
          </p:cNvSpPr>
          <p:nvPr/>
        </p:nvSpPr>
        <p:spPr bwMode="auto">
          <a:xfrm>
            <a:off x="457200" y="1176337"/>
            <a:ext cx="79248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buFont typeface="ZapfDingbats" pitchFamily="82" charset="2"/>
              <a:buNone/>
            </a:pPr>
            <a:r>
              <a:rPr lang="en-US" altLang="en-US" sz="2200" u="sng" dirty="0">
                <a:solidFill>
                  <a:srgbClr val="FF0000"/>
                </a:solidFill>
                <a:latin typeface="Arial" panose="020B0604020202020204" pitchFamily="34" charset="0"/>
                <a:cs typeface="Arial" panose="020B0604020202020204" pitchFamily="34" charset="0"/>
              </a:rPr>
              <a:t>Goal:</a:t>
            </a:r>
            <a:r>
              <a:rPr lang="en-US" altLang="en-US" sz="2200" dirty="0">
                <a:latin typeface="Arial" panose="020B0604020202020204" pitchFamily="34" charset="0"/>
                <a:cs typeface="Arial" panose="020B0604020202020204" pitchFamily="34" charset="0"/>
              </a:rPr>
              <a:t> detect errors (e.g., flipped bits) in the IP packet header</a:t>
            </a:r>
          </a:p>
        </p:txBody>
      </p:sp>
    </p:spTree>
    <p:extLst>
      <p:ext uri="{BB962C8B-B14F-4D97-AF65-F5344CB8AC3E}">
        <p14:creationId xmlns:p14="http://schemas.microsoft.com/office/powerpoint/2010/main" val="171415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FFA6E-563A-77DC-BAAE-DA617E0210F1}"/>
              </a:ext>
            </a:extLst>
          </p:cNvPr>
          <p:cNvSpPr>
            <a:spLocks noGrp="1"/>
          </p:cNvSpPr>
          <p:nvPr>
            <p:ph type="title"/>
          </p:nvPr>
        </p:nvSpPr>
        <p:spPr/>
        <p:txBody>
          <a:bodyPr/>
          <a:lstStyle/>
          <a:p>
            <a:r>
              <a:rPr lang="en-AU" dirty="0"/>
              <a:t>Internet Checksum (cont.)</a:t>
            </a:r>
          </a:p>
        </p:txBody>
      </p:sp>
      <p:sp>
        <p:nvSpPr>
          <p:cNvPr id="3" name="Content Placeholder 2">
            <a:extLst>
              <a:ext uri="{FF2B5EF4-FFF2-40B4-BE49-F238E27FC236}">
                <a16:creationId xmlns:a16="http://schemas.microsoft.com/office/drawing/2014/main" id="{1696E5D1-BF84-ED72-F4BA-816CA5F1709A}"/>
              </a:ext>
            </a:extLst>
          </p:cNvPr>
          <p:cNvSpPr>
            <a:spLocks noGrp="1"/>
          </p:cNvSpPr>
          <p:nvPr>
            <p:ph idx="1"/>
          </p:nvPr>
        </p:nvSpPr>
        <p:spPr>
          <a:xfrm>
            <a:off x="457200" y="990600"/>
            <a:ext cx="8229600" cy="1143000"/>
          </a:xfrm>
        </p:spPr>
        <p:txBody>
          <a:bodyPr/>
          <a:lstStyle/>
          <a:p>
            <a:r>
              <a:rPr lang="en-GB" sz="2800" dirty="0"/>
              <a:t>Consider a header that consists of 10 octets.</a:t>
            </a:r>
          </a:p>
          <a:p>
            <a:pPr lvl="1"/>
            <a:r>
              <a:rPr lang="en-AU" sz="2300" dirty="0"/>
              <a:t>00 01 F2 03 F4 F5 F6 F7 </a:t>
            </a:r>
            <a:r>
              <a:rPr lang="en-AU" sz="2300" dirty="0">
                <a:solidFill>
                  <a:srgbClr val="FF0000"/>
                </a:solidFill>
              </a:rPr>
              <a:t>00 00</a:t>
            </a:r>
          </a:p>
        </p:txBody>
      </p:sp>
      <p:sp>
        <p:nvSpPr>
          <p:cNvPr id="4" name="Slide Number Placeholder 3">
            <a:extLst>
              <a:ext uri="{FF2B5EF4-FFF2-40B4-BE49-F238E27FC236}">
                <a16:creationId xmlns:a16="http://schemas.microsoft.com/office/drawing/2014/main" id="{AE317680-E6EA-EFEA-2134-664FE57409B5}"/>
              </a:ext>
            </a:extLst>
          </p:cNvPr>
          <p:cNvSpPr>
            <a:spLocks noGrp="1"/>
          </p:cNvSpPr>
          <p:nvPr>
            <p:ph type="sldNum" sz="quarter" idx="4"/>
          </p:nvPr>
        </p:nvSpPr>
        <p:spPr/>
        <p:txBody>
          <a:bodyPr/>
          <a:lstStyle/>
          <a:p>
            <a:pPr>
              <a:defRPr/>
            </a:pPr>
            <a:fld id="{DACE9E11-39C8-4E20-894F-A4A883CCF6EF}" type="slidenum">
              <a:rPr lang="en-US" smtClean="0"/>
              <a:pPr>
                <a:defRPr/>
              </a:pPr>
              <a:t>18</a:t>
            </a:fld>
            <a:endParaRPr lang="en-US" dirty="0"/>
          </a:p>
        </p:txBody>
      </p:sp>
      <p:pic>
        <p:nvPicPr>
          <p:cNvPr id="6" name="Picture 5">
            <a:extLst>
              <a:ext uri="{FF2B5EF4-FFF2-40B4-BE49-F238E27FC236}">
                <a16:creationId xmlns:a16="http://schemas.microsoft.com/office/drawing/2014/main" id="{81D377C4-A3D2-8D8E-5FD7-B9E27EA146EF}"/>
              </a:ext>
            </a:extLst>
          </p:cNvPr>
          <p:cNvPicPr>
            <a:picLocks noChangeAspect="1"/>
          </p:cNvPicPr>
          <p:nvPr/>
        </p:nvPicPr>
        <p:blipFill>
          <a:blip r:embed="rId3"/>
          <a:stretch>
            <a:fillRect/>
          </a:stretch>
        </p:blipFill>
        <p:spPr>
          <a:xfrm>
            <a:off x="762000" y="2133600"/>
            <a:ext cx="3467518" cy="4025336"/>
          </a:xfrm>
          <a:prstGeom prst="rect">
            <a:avLst/>
          </a:prstGeom>
        </p:spPr>
      </p:pic>
      <p:sp>
        <p:nvSpPr>
          <p:cNvPr id="9" name="TextBox 7">
            <a:extLst>
              <a:ext uri="{FF2B5EF4-FFF2-40B4-BE49-F238E27FC236}">
                <a16:creationId xmlns:a16="http://schemas.microsoft.com/office/drawing/2014/main" id="{85CC94B8-3B7B-9C29-04A3-965A65F77506}"/>
              </a:ext>
            </a:extLst>
          </p:cNvPr>
          <p:cNvSpPr txBox="1"/>
          <p:nvPr/>
        </p:nvSpPr>
        <p:spPr>
          <a:xfrm>
            <a:off x="1562099" y="6540356"/>
            <a:ext cx="6019800" cy="2616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GB" sz="1100" dirty="0"/>
              <a:t>Source: William Stallings, Data and Computer Communications, 10</a:t>
            </a:r>
            <a:r>
              <a:rPr lang="en-GB" sz="1100" baseline="30000" dirty="0"/>
              <a:t>th</a:t>
            </a:r>
            <a:r>
              <a:rPr lang="en-GB" sz="1100" dirty="0"/>
              <a:t> edition, 2013, Figure 6.4.</a:t>
            </a:r>
            <a:endParaRPr lang="en-AU" sz="1100" dirty="0"/>
          </a:p>
        </p:txBody>
      </p:sp>
      <p:sp>
        <p:nvSpPr>
          <p:cNvPr id="5" name="Text Box 7">
            <a:extLst>
              <a:ext uri="{FF2B5EF4-FFF2-40B4-BE49-F238E27FC236}">
                <a16:creationId xmlns:a16="http://schemas.microsoft.com/office/drawing/2014/main" id="{53B9774A-8082-4DFB-03DD-D7480B04B59C}"/>
              </a:ext>
            </a:extLst>
          </p:cNvPr>
          <p:cNvSpPr txBox="1">
            <a:spLocks noChangeArrowheads="1"/>
          </p:cNvSpPr>
          <p:nvPr/>
        </p:nvSpPr>
        <p:spPr bwMode="auto">
          <a:xfrm>
            <a:off x="4534318" y="2055422"/>
            <a:ext cx="3809999" cy="22467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r>
              <a:rPr lang="en-US" altLang="en-US" sz="2000" b="1" dirty="0"/>
              <a:t>hexadecimal: binary (decimal)</a:t>
            </a:r>
          </a:p>
          <a:p>
            <a:pPr algn="l"/>
            <a:r>
              <a:rPr lang="en-US" altLang="en-US" sz="2000" dirty="0"/>
              <a:t>A:1010 (10)</a:t>
            </a:r>
          </a:p>
          <a:p>
            <a:pPr algn="l"/>
            <a:r>
              <a:rPr lang="en-US" altLang="en-US" sz="2000" dirty="0"/>
              <a:t>B:1011 (11)</a:t>
            </a:r>
          </a:p>
          <a:p>
            <a:pPr algn="l"/>
            <a:r>
              <a:rPr lang="en-US" altLang="en-US" sz="2000" dirty="0"/>
              <a:t>C:1100 (12)</a:t>
            </a:r>
          </a:p>
          <a:p>
            <a:pPr algn="l"/>
            <a:r>
              <a:rPr lang="en-US" altLang="en-US" sz="2000" dirty="0"/>
              <a:t>D:1101 (13)</a:t>
            </a:r>
          </a:p>
          <a:p>
            <a:pPr algn="l"/>
            <a:r>
              <a:rPr lang="en-US" altLang="en-US" sz="2000" dirty="0"/>
              <a:t>E:1110 (14)</a:t>
            </a:r>
          </a:p>
          <a:p>
            <a:pPr algn="l"/>
            <a:r>
              <a:rPr lang="en-US" altLang="en-US" sz="2000" dirty="0"/>
              <a:t>F:1111 (15)</a:t>
            </a:r>
          </a:p>
        </p:txBody>
      </p:sp>
      <p:sp>
        <p:nvSpPr>
          <p:cNvPr id="7" name="Text Box 7">
            <a:extLst>
              <a:ext uri="{FF2B5EF4-FFF2-40B4-BE49-F238E27FC236}">
                <a16:creationId xmlns:a16="http://schemas.microsoft.com/office/drawing/2014/main" id="{7C13F967-20D8-D209-29B2-4015A6004525}"/>
              </a:ext>
            </a:extLst>
          </p:cNvPr>
          <p:cNvSpPr txBox="1">
            <a:spLocks noChangeArrowheads="1"/>
          </p:cNvSpPr>
          <p:nvPr/>
        </p:nvSpPr>
        <p:spPr bwMode="auto">
          <a:xfrm>
            <a:off x="6553200" y="3370257"/>
            <a:ext cx="2569535" cy="31700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r>
              <a:rPr lang="en-US" altLang="en-US" sz="2000" b="1" dirty="0"/>
              <a:t>One’s complement in hexadecimal:</a:t>
            </a:r>
          </a:p>
          <a:p>
            <a:pPr algn="l"/>
            <a:r>
              <a:rPr lang="en-US" altLang="en-US" sz="2000" dirty="0"/>
              <a:t>F</a:t>
            </a:r>
            <a:r>
              <a:rPr lang="en-US" altLang="en-US" sz="2000" dirty="0">
                <a:sym typeface="Wingdings" panose="05000000000000000000" pitchFamily="2" charset="2"/>
              </a:rPr>
              <a:t>0</a:t>
            </a:r>
          </a:p>
          <a:p>
            <a:pPr algn="l"/>
            <a:r>
              <a:rPr lang="en-US" altLang="en-US" sz="2000" dirty="0">
                <a:sym typeface="Wingdings" panose="05000000000000000000" pitchFamily="2" charset="2"/>
              </a:rPr>
              <a:t>E1</a:t>
            </a:r>
          </a:p>
          <a:p>
            <a:pPr algn="l"/>
            <a:r>
              <a:rPr lang="en-US" altLang="en-US" sz="2000" dirty="0">
                <a:sym typeface="Wingdings" panose="05000000000000000000" pitchFamily="2" charset="2"/>
              </a:rPr>
              <a:t>D2</a:t>
            </a:r>
          </a:p>
          <a:p>
            <a:pPr algn="l"/>
            <a:r>
              <a:rPr lang="en-US" altLang="en-US" sz="2000" dirty="0">
                <a:sym typeface="Wingdings" panose="05000000000000000000" pitchFamily="2" charset="2"/>
              </a:rPr>
              <a:t>C3</a:t>
            </a:r>
          </a:p>
          <a:p>
            <a:pPr algn="l"/>
            <a:r>
              <a:rPr lang="en-US" altLang="en-US" sz="2000" dirty="0">
                <a:sym typeface="Wingdings" panose="05000000000000000000" pitchFamily="2" charset="2"/>
              </a:rPr>
              <a:t>B4</a:t>
            </a:r>
          </a:p>
          <a:p>
            <a:pPr algn="l"/>
            <a:r>
              <a:rPr lang="en-US" altLang="en-US" sz="2000" dirty="0">
                <a:sym typeface="Wingdings" panose="05000000000000000000" pitchFamily="2" charset="2"/>
              </a:rPr>
              <a:t>A5</a:t>
            </a:r>
          </a:p>
          <a:p>
            <a:pPr algn="l"/>
            <a:r>
              <a:rPr lang="en-US" altLang="en-US" sz="2000" dirty="0">
                <a:sym typeface="Wingdings" panose="05000000000000000000" pitchFamily="2" charset="2"/>
              </a:rPr>
              <a:t>96</a:t>
            </a:r>
          </a:p>
          <a:p>
            <a:pPr algn="l"/>
            <a:r>
              <a:rPr lang="en-US" altLang="en-US" sz="2000" dirty="0">
                <a:sym typeface="Wingdings" panose="05000000000000000000" pitchFamily="2" charset="2"/>
              </a:rPr>
              <a:t>87</a:t>
            </a:r>
            <a:endParaRPr lang="en-US" altLang="en-US" sz="2000" dirty="0"/>
          </a:p>
        </p:txBody>
      </p:sp>
    </p:spTree>
    <p:extLst>
      <p:ext uri="{BB962C8B-B14F-4D97-AF65-F5344CB8AC3E}">
        <p14:creationId xmlns:p14="http://schemas.microsoft.com/office/powerpoint/2010/main" val="4033648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FFA6E-563A-77DC-BAAE-DA617E0210F1}"/>
              </a:ext>
            </a:extLst>
          </p:cNvPr>
          <p:cNvSpPr>
            <a:spLocks noGrp="1"/>
          </p:cNvSpPr>
          <p:nvPr>
            <p:ph type="title"/>
          </p:nvPr>
        </p:nvSpPr>
        <p:spPr/>
        <p:txBody>
          <a:bodyPr/>
          <a:lstStyle/>
          <a:p>
            <a:r>
              <a:rPr lang="en-AU" dirty="0"/>
              <a:t>Internet Checksum (cont.)</a:t>
            </a:r>
          </a:p>
        </p:txBody>
      </p:sp>
      <p:sp>
        <p:nvSpPr>
          <p:cNvPr id="3" name="Content Placeholder 2">
            <a:extLst>
              <a:ext uri="{FF2B5EF4-FFF2-40B4-BE49-F238E27FC236}">
                <a16:creationId xmlns:a16="http://schemas.microsoft.com/office/drawing/2014/main" id="{1696E5D1-BF84-ED72-F4BA-816CA5F1709A}"/>
              </a:ext>
            </a:extLst>
          </p:cNvPr>
          <p:cNvSpPr>
            <a:spLocks noGrp="1"/>
          </p:cNvSpPr>
          <p:nvPr>
            <p:ph idx="1"/>
          </p:nvPr>
        </p:nvSpPr>
        <p:spPr>
          <a:xfrm>
            <a:off x="457200" y="990600"/>
            <a:ext cx="8229600" cy="1143000"/>
          </a:xfrm>
        </p:spPr>
        <p:txBody>
          <a:bodyPr/>
          <a:lstStyle/>
          <a:p>
            <a:r>
              <a:rPr lang="en-GB" sz="2800" dirty="0"/>
              <a:t>Consider a header that consists of 10 octets.</a:t>
            </a:r>
          </a:p>
          <a:p>
            <a:pPr lvl="1"/>
            <a:r>
              <a:rPr lang="en-AU" sz="2300" dirty="0"/>
              <a:t>00 01 F2 03 F4 F5 F6 F7 </a:t>
            </a:r>
            <a:r>
              <a:rPr lang="en-AU" sz="2300" dirty="0">
                <a:solidFill>
                  <a:srgbClr val="FF0000"/>
                </a:solidFill>
              </a:rPr>
              <a:t>22 0D</a:t>
            </a:r>
          </a:p>
        </p:txBody>
      </p:sp>
      <p:sp>
        <p:nvSpPr>
          <p:cNvPr id="4" name="Slide Number Placeholder 3">
            <a:extLst>
              <a:ext uri="{FF2B5EF4-FFF2-40B4-BE49-F238E27FC236}">
                <a16:creationId xmlns:a16="http://schemas.microsoft.com/office/drawing/2014/main" id="{AE317680-E6EA-EFEA-2134-664FE57409B5}"/>
              </a:ext>
            </a:extLst>
          </p:cNvPr>
          <p:cNvSpPr>
            <a:spLocks noGrp="1"/>
          </p:cNvSpPr>
          <p:nvPr>
            <p:ph type="sldNum" sz="quarter" idx="4"/>
          </p:nvPr>
        </p:nvSpPr>
        <p:spPr/>
        <p:txBody>
          <a:bodyPr/>
          <a:lstStyle/>
          <a:p>
            <a:pPr>
              <a:defRPr/>
            </a:pPr>
            <a:fld id="{DACE9E11-39C8-4E20-894F-A4A883CCF6EF}" type="slidenum">
              <a:rPr lang="en-US" smtClean="0"/>
              <a:pPr>
                <a:defRPr/>
              </a:pPr>
              <a:t>19</a:t>
            </a:fld>
            <a:endParaRPr lang="en-US" dirty="0"/>
          </a:p>
        </p:txBody>
      </p:sp>
      <p:pic>
        <p:nvPicPr>
          <p:cNvPr id="8" name="Picture 7">
            <a:extLst>
              <a:ext uri="{FF2B5EF4-FFF2-40B4-BE49-F238E27FC236}">
                <a16:creationId xmlns:a16="http://schemas.microsoft.com/office/drawing/2014/main" id="{364D36D4-D707-7F29-88FC-C20CC5D14A21}"/>
              </a:ext>
            </a:extLst>
          </p:cNvPr>
          <p:cNvPicPr>
            <a:picLocks noChangeAspect="1"/>
          </p:cNvPicPr>
          <p:nvPr/>
        </p:nvPicPr>
        <p:blipFill>
          <a:blip r:embed="rId3"/>
          <a:stretch>
            <a:fillRect/>
          </a:stretch>
        </p:blipFill>
        <p:spPr>
          <a:xfrm>
            <a:off x="838200" y="2133600"/>
            <a:ext cx="3289397" cy="4030456"/>
          </a:xfrm>
          <a:prstGeom prst="rect">
            <a:avLst/>
          </a:prstGeom>
        </p:spPr>
      </p:pic>
      <p:sp>
        <p:nvSpPr>
          <p:cNvPr id="9" name="TextBox 7">
            <a:extLst>
              <a:ext uri="{FF2B5EF4-FFF2-40B4-BE49-F238E27FC236}">
                <a16:creationId xmlns:a16="http://schemas.microsoft.com/office/drawing/2014/main" id="{85CC94B8-3B7B-9C29-04A3-965A65F77506}"/>
              </a:ext>
            </a:extLst>
          </p:cNvPr>
          <p:cNvSpPr txBox="1"/>
          <p:nvPr/>
        </p:nvSpPr>
        <p:spPr>
          <a:xfrm>
            <a:off x="1562099" y="6540356"/>
            <a:ext cx="6019800" cy="2616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GB" sz="1100" dirty="0"/>
              <a:t>Source: William Stallings, Data and Computer Communications, 10</a:t>
            </a:r>
            <a:r>
              <a:rPr lang="en-GB" sz="1100" baseline="30000" dirty="0"/>
              <a:t>th</a:t>
            </a:r>
            <a:r>
              <a:rPr lang="en-GB" sz="1100" dirty="0"/>
              <a:t> edition, 2013, Figure 6.4.</a:t>
            </a:r>
            <a:endParaRPr lang="en-AU" sz="1100" dirty="0"/>
          </a:p>
        </p:txBody>
      </p:sp>
      <p:sp>
        <p:nvSpPr>
          <p:cNvPr id="5" name="Text Box 7">
            <a:extLst>
              <a:ext uri="{FF2B5EF4-FFF2-40B4-BE49-F238E27FC236}">
                <a16:creationId xmlns:a16="http://schemas.microsoft.com/office/drawing/2014/main" id="{BFC4358D-BA3A-51CE-F97A-8A7962318A42}"/>
              </a:ext>
            </a:extLst>
          </p:cNvPr>
          <p:cNvSpPr txBox="1">
            <a:spLocks noChangeArrowheads="1"/>
          </p:cNvSpPr>
          <p:nvPr/>
        </p:nvSpPr>
        <p:spPr bwMode="auto">
          <a:xfrm>
            <a:off x="4419600" y="2030613"/>
            <a:ext cx="3809999" cy="22467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r>
              <a:rPr lang="en-US" altLang="en-US" sz="2000" b="1" dirty="0"/>
              <a:t>hexadecimal: binary (decimal)</a:t>
            </a:r>
          </a:p>
          <a:p>
            <a:pPr algn="l"/>
            <a:r>
              <a:rPr lang="en-US" altLang="en-US" sz="2000" dirty="0"/>
              <a:t>A:1010 (10)</a:t>
            </a:r>
          </a:p>
          <a:p>
            <a:pPr algn="l"/>
            <a:r>
              <a:rPr lang="en-US" altLang="en-US" sz="2000" dirty="0"/>
              <a:t>B:1011 (11)</a:t>
            </a:r>
          </a:p>
          <a:p>
            <a:pPr algn="l"/>
            <a:r>
              <a:rPr lang="en-US" altLang="en-US" sz="2000" dirty="0"/>
              <a:t>C:1100 (12)</a:t>
            </a:r>
          </a:p>
          <a:p>
            <a:pPr algn="l"/>
            <a:r>
              <a:rPr lang="en-US" altLang="en-US" sz="2000" dirty="0"/>
              <a:t>D:1101 (13)</a:t>
            </a:r>
          </a:p>
          <a:p>
            <a:pPr algn="l"/>
            <a:r>
              <a:rPr lang="en-US" altLang="en-US" sz="2000" dirty="0"/>
              <a:t>E:1110 (14)</a:t>
            </a:r>
          </a:p>
          <a:p>
            <a:pPr algn="l"/>
            <a:r>
              <a:rPr lang="en-US" altLang="en-US" sz="2000" dirty="0"/>
              <a:t>F:1111 (15)</a:t>
            </a:r>
          </a:p>
        </p:txBody>
      </p:sp>
      <p:sp>
        <p:nvSpPr>
          <p:cNvPr id="6" name="Text Box 7">
            <a:extLst>
              <a:ext uri="{FF2B5EF4-FFF2-40B4-BE49-F238E27FC236}">
                <a16:creationId xmlns:a16="http://schemas.microsoft.com/office/drawing/2014/main" id="{F2F70F64-0D2F-3A95-012C-D135DF125ABB}"/>
              </a:ext>
            </a:extLst>
          </p:cNvPr>
          <p:cNvSpPr txBox="1">
            <a:spLocks noChangeArrowheads="1"/>
          </p:cNvSpPr>
          <p:nvPr/>
        </p:nvSpPr>
        <p:spPr bwMode="auto">
          <a:xfrm>
            <a:off x="6525732" y="3396838"/>
            <a:ext cx="2569535" cy="31700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r>
              <a:rPr lang="en-US" altLang="en-US" sz="2000" b="1" dirty="0"/>
              <a:t>One’s complement in hexadecimal:</a:t>
            </a:r>
          </a:p>
          <a:p>
            <a:pPr algn="l"/>
            <a:r>
              <a:rPr lang="en-US" altLang="en-US" sz="2000" dirty="0"/>
              <a:t>F</a:t>
            </a:r>
            <a:r>
              <a:rPr lang="en-US" altLang="en-US" sz="2000" dirty="0">
                <a:sym typeface="Wingdings" panose="05000000000000000000" pitchFamily="2" charset="2"/>
              </a:rPr>
              <a:t>0</a:t>
            </a:r>
          </a:p>
          <a:p>
            <a:pPr algn="l"/>
            <a:r>
              <a:rPr lang="en-US" altLang="en-US" sz="2000" dirty="0">
                <a:sym typeface="Wingdings" panose="05000000000000000000" pitchFamily="2" charset="2"/>
              </a:rPr>
              <a:t>E1</a:t>
            </a:r>
          </a:p>
          <a:p>
            <a:pPr algn="l"/>
            <a:r>
              <a:rPr lang="en-US" altLang="en-US" sz="2000" dirty="0">
                <a:sym typeface="Wingdings" panose="05000000000000000000" pitchFamily="2" charset="2"/>
              </a:rPr>
              <a:t>D2</a:t>
            </a:r>
          </a:p>
          <a:p>
            <a:pPr algn="l"/>
            <a:r>
              <a:rPr lang="en-US" altLang="en-US" sz="2000" dirty="0">
                <a:sym typeface="Wingdings" panose="05000000000000000000" pitchFamily="2" charset="2"/>
              </a:rPr>
              <a:t>C3</a:t>
            </a:r>
          </a:p>
          <a:p>
            <a:pPr algn="l"/>
            <a:r>
              <a:rPr lang="en-US" altLang="en-US" sz="2000" dirty="0">
                <a:sym typeface="Wingdings" panose="05000000000000000000" pitchFamily="2" charset="2"/>
              </a:rPr>
              <a:t>B4</a:t>
            </a:r>
          </a:p>
          <a:p>
            <a:pPr algn="l"/>
            <a:r>
              <a:rPr lang="en-US" altLang="en-US" sz="2000" dirty="0">
                <a:sym typeface="Wingdings" panose="05000000000000000000" pitchFamily="2" charset="2"/>
              </a:rPr>
              <a:t>A5</a:t>
            </a:r>
          </a:p>
          <a:p>
            <a:pPr algn="l"/>
            <a:r>
              <a:rPr lang="en-US" altLang="en-US" sz="2000" dirty="0">
                <a:sym typeface="Wingdings" panose="05000000000000000000" pitchFamily="2" charset="2"/>
              </a:rPr>
              <a:t>96</a:t>
            </a:r>
          </a:p>
          <a:p>
            <a:pPr algn="l"/>
            <a:r>
              <a:rPr lang="en-US" altLang="en-US" sz="2000" dirty="0">
                <a:sym typeface="Wingdings" panose="05000000000000000000" pitchFamily="2" charset="2"/>
              </a:rPr>
              <a:t>87</a:t>
            </a:r>
            <a:endParaRPr lang="en-US" altLang="en-US" sz="2000" dirty="0"/>
          </a:p>
        </p:txBody>
      </p:sp>
    </p:spTree>
    <p:extLst>
      <p:ext uri="{BB962C8B-B14F-4D97-AF65-F5344CB8AC3E}">
        <p14:creationId xmlns:p14="http://schemas.microsoft.com/office/powerpoint/2010/main" val="253045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Internet Checksum (cont.)</a:t>
            </a:r>
          </a:p>
        </p:txBody>
      </p:sp>
      <p:sp>
        <p:nvSpPr>
          <p:cNvPr id="3" name="Content Placeholder 2"/>
          <p:cNvSpPr>
            <a:spLocks noGrp="1"/>
          </p:cNvSpPr>
          <p:nvPr>
            <p:ph idx="1"/>
          </p:nvPr>
        </p:nvSpPr>
        <p:spPr/>
        <p:txBody>
          <a:bodyPr/>
          <a:lstStyle/>
          <a:p>
            <a:pPr>
              <a:spcBef>
                <a:spcPts val="600"/>
              </a:spcBef>
              <a:spcAft>
                <a:spcPts val="600"/>
              </a:spcAft>
            </a:pPr>
            <a:r>
              <a:rPr lang="en-US" sz="2400" dirty="0"/>
              <a:t>The primary reason for its adoption in Internet protocols is </a:t>
            </a:r>
            <a:r>
              <a:rPr lang="en-US" sz="2400" b="1" i="1" dirty="0"/>
              <a:t>efficiency</a:t>
            </a:r>
            <a:r>
              <a:rPr lang="en-US" sz="2400" dirty="0"/>
              <a:t>. </a:t>
            </a:r>
          </a:p>
          <a:p>
            <a:pPr lvl="1">
              <a:spcBef>
                <a:spcPts val="600"/>
              </a:spcBef>
              <a:spcAft>
                <a:spcPts val="600"/>
              </a:spcAft>
            </a:pPr>
            <a:r>
              <a:rPr lang="en-US" sz="2000" dirty="0"/>
              <a:t>Most of these protocols are implemented in software </a:t>
            </a:r>
          </a:p>
          <a:p>
            <a:pPr lvl="1">
              <a:spcBef>
                <a:spcPts val="600"/>
              </a:spcBef>
              <a:spcAft>
                <a:spcPts val="600"/>
              </a:spcAft>
            </a:pPr>
            <a:r>
              <a:rPr lang="en-US" sz="2000" dirty="0"/>
              <a:t>The Internet checksum, involving simple operations, causes very little overhead. </a:t>
            </a:r>
          </a:p>
          <a:p>
            <a:pPr>
              <a:spcBef>
                <a:spcPts val="600"/>
              </a:spcBef>
              <a:spcAft>
                <a:spcPts val="600"/>
              </a:spcAft>
            </a:pPr>
            <a:r>
              <a:rPr lang="en-US" sz="2400" dirty="0"/>
              <a:t>It is assumed that </a:t>
            </a:r>
          </a:p>
          <a:p>
            <a:pPr lvl="1">
              <a:spcBef>
                <a:spcPts val="600"/>
              </a:spcBef>
              <a:spcAft>
                <a:spcPts val="600"/>
              </a:spcAft>
            </a:pPr>
            <a:r>
              <a:rPr lang="en-US" sz="2000" dirty="0"/>
              <a:t>At the lower link level, a strong error-detection code such as CRC is used.</a:t>
            </a:r>
          </a:p>
          <a:p>
            <a:pPr lvl="1">
              <a:spcBef>
                <a:spcPts val="600"/>
              </a:spcBef>
              <a:spcAft>
                <a:spcPts val="600"/>
              </a:spcAft>
            </a:pPr>
            <a:r>
              <a:rPr lang="en-US" sz="2000" dirty="0"/>
              <a:t>The Internet checksum</a:t>
            </a:r>
            <a:r>
              <a:rPr lang="en-US" sz="2000" dirty="0">
                <a:solidFill>
                  <a:srgbClr val="FF0000"/>
                </a:solidFill>
              </a:rPr>
              <a:t> </a:t>
            </a:r>
            <a:r>
              <a:rPr lang="en-US" sz="2000" dirty="0"/>
              <a:t>is an additional check for errors.</a:t>
            </a:r>
          </a:p>
          <a:p>
            <a:pPr>
              <a:spcBef>
                <a:spcPts val="600"/>
              </a:spcBef>
              <a:spcAft>
                <a:spcPts val="600"/>
              </a:spcAft>
            </a:pPr>
            <a:r>
              <a:rPr lang="en-US" sz="2800" dirty="0"/>
              <a:t>It is considerably </a:t>
            </a:r>
            <a:r>
              <a:rPr lang="en-US" sz="2800" i="1" dirty="0"/>
              <a:t>less</a:t>
            </a:r>
            <a:r>
              <a:rPr lang="en-US" sz="2800" dirty="0"/>
              <a:t> effective than the </a:t>
            </a:r>
            <a:r>
              <a:rPr lang="en-US" sz="2800" dirty="0">
                <a:solidFill>
                  <a:srgbClr val="FF0000"/>
                </a:solidFill>
              </a:rPr>
              <a:t>cyclic redundancy check (CRC)</a:t>
            </a:r>
            <a:r>
              <a:rPr lang="en-US" sz="2800" dirty="0"/>
              <a:t>. </a:t>
            </a:r>
          </a:p>
          <a:p>
            <a:pPr>
              <a:spcBef>
                <a:spcPts val="600"/>
              </a:spcBef>
              <a:spcAft>
                <a:spcPts val="600"/>
              </a:spcAft>
            </a:pPr>
            <a:endParaRPr lang="en-US" sz="2500" dirty="0"/>
          </a:p>
          <a:p>
            <a:pPr>
              <a:spcBef>
                <a:spcPts val="600"/>
              </a:spcBef>
              <a:spcAft>
                <a:spcPts val="600"/>
              </a:spcAft>
            </a:pPr>
            <a:endParaRPr lang="en-US" sz="2400" dirty="0"/>
          </a:p>
        </p:txBody>
      </p:sp>
      <p:sp>
        <p:nvSpPr>
          <p:cNvPr id="4" name="Slide Number Placeholder 3"/>
          <p:cNvSpPr>
            <a:spLocks noGrp="1"/>
          </p:cNvSpPr>
          <p:nvPr>
            <p:ph type="sldNum" sz="quarter" idx="4"/>
          </p:nvPr>
        </p:nvSpPr>
        <p:spPr/>
        <p:txBody>
          <a:bodyPr/>
          <a:lstStyle/>
          <a:p>
            <a:fld id="{DACE9E11-39C8-4E20-894F-A4A883CCF6EF}" type="slidenum">
              <a:rPr lang="en-US" smtClean="0"/>
              <a:pPr/>
              <a:t>20</a:t>
            </a:fld>
            <a:endParaRPr lang="en-US" dirty="0"/>
          </a:p>
        </p:txBody>
      </p:sp>
    </p:spTree>
    <p:extLst>
      <p:ext uri="{BB962C8B-B14F-4D97-AF65-F5344CB8AC3E}">
        <p14:creationId xmlns:p14="http://schemas.microsoft.com/office/powerpoint/2010/main" val="24327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Cyclic Redundancy Check (CRC)</a:t>
            </a:r>
          </a:p>
        </p:txBody>
      </p:sp>
      <p:sp>
        <p:nvSpPr>
          <p:cNvPr id="3" name="Content Placeholder 2"/>
          <p:cNvSpPr>
            <a:spLocks noGrp="1"/>
          </p:cNvSpPr>
          <p:nvPr>
            <p:ph idx="1"/>
          </p:nvPr>
        </p:nvSpPr>
        <p:spPr>
          <a:xfrm>
            <a:off x="457200" y="990600"/>
            <a:ext cx="8229600" cy="2438400"/>
          </a:xfrm>
        </p:spPr>
        <p:txBody>
          <a:bodyPr/>
          <a:lstStyle/>
          <a:p>
            <a:pPr eaLnBrk="1" hangingPunct="1">
              <a:spcBef>
                <a:spcPts val="600"/>
              </a:spcBef>
              <a:spcAft>
                <a:spcPts val="600"/>
              </a:spcAft>
            </a:pPr>
            <a:r>
              <a:rPr kumimoji="1" lang="en-GB" sz="2400" dirty="0"/>
              <a:t>One of the most common and powerful error-detecting codes</a:t>
            </a:r>
          </a:p>
          <a:p>
            <a:pPr eaLnBrk="1" hangingPunct="1">
              <a:spcBef>
                <a:spcPts val="600"/>
              </a:spcBef>
              <a:spcAft>
                <a:spcPts val="600"/>
              </a:spcAft>
            </a:pPr>
            <a:r>
              <a:rPr kumimoji="1" lang="en-GB" sz="2400" dirty="0"/>
              <a:t>Typically used in the data link layer</a:t>
            </a:r>
          </a:p>
          <a:p>
            <a:pPr eaLnBrk="1" hangingPunct="1">
              <a:spcBef>
                <a:spcPts val="600"/>
              </a:spcBef>
              <a:spcAft>
                <a:spcPts val="600"/>
              </a:spcAft>
            </a:pPr>
            <a:endParaRPr kumimoji="1" lang="en-GB" sz="2600" dirty="0"/>
          </a:p>
          <a:p>
            <a:pPr eaLnBrk="1" hangingPunct="1">
              <a:spcBef>
                <a:spcPts val="600"/>
              </a:spcBef>
              <a:spcAft>
                <a:spcPts val="600"/>
              </a:spcAft>
            </a:pPr>
            <a:r>
              <a:rPr kumimoji="1" lang="en-GB" sz="2400" dirty="0"/>
              <a:t>Given a k-bit block of bits, or message</a:t>
            </a:r>
          </a:p>
        </p:txBody>
      </p:sp>
      <p:sp>
        <p:nvSpPr>
          <p:cNvPr id="4" name="Slide Number Placeholder 3"/>
          <p:cNvSpPr>
            <a:spLocks noGrp="1"/>
          </p:cNvSpPr>
          <p:nvPr>
            <p:ph type="sldNum" sz="quarter" idx="4"/>
          </p:nvPr>
        </p:nvSpPr>
        <p:spPr/>
        <p:txBody>
          <a:bodyPr/>
          <a:lstStyle/>
          <a:p>
            <a:fld id="{DACE9E11-39C8-4E20-894F-A4A883CCF6EF}" type="slidenum">
              <a:rPr lang="en-US" smtClean="0"/>
              <a:pPr/>
              <a:t>21</a:t>
            </a:fld>
            <a:endParaRPr lang="en-US" dirty="0"/>
          </a:p>
        </p:txBody>
      </p:sp>
      <p:graphicFrame>
        <p:nvGraphicFramePr>
          <p:cNvPr id="8" name="Diagram 7">
            <a:extLst>
              <a:ext uri="{FF2B5EF4-FFF2-40B4-BE49-F238E27FC236}">
                <a16:creationId xmlns:a16="http://schemas.microsoft.com/office/drawing/2014/main" id="{6BE67E4D-1391-618F-DD27-2E1376AF0598}"/>
              </a:ext>
            </a:extLst>
          </p:cNvPr>
          <p:cNvGraphicFramePr/>
          <p:nvPr>
            <p:extLst>
              <p:ext uri="{D42A27DB-BD31-4B8C-83A1-F6EECF244321}">
                <p14:modId xmlns:p14="http://schemas.microsoft.com/office/powerpoint/2010/main" val="3286318925"/>
              </p:ext>
            </p:extLst>
          </p:nvPr>
        </p:nvGraphicFramePr>
        <p:xfrm>
          <a:off x="1128508" y="3662087"/>
          <a:ext cx="6886983" cy="28348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348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8"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CRC – Notations</a:t>
            </a:r>
          </a:p>
        </p:txBody>
      </p:sp>
      <p:sp>
        <p:nvSpPr>
          <p:cNvPr id="3" name="Content Placeholder 2"/>
          <p:cNvSpPr>
            <a:spLocks noGrp="1"/>
          </p:cNvSpPr>
          <p:nvPr>
            <p:ph idx="1"/>
          </p:nvPr>
        </p:nvSpPr>
        <p:spPr>
          <a:xfrm>
            <a:off x="457200" y="990600"/>
            <a:ext cx="8382000" cy="5562600"/>
          </a:xfrm>
        </p:spPr>
        <p:txBody>
          <a:bodyPr/>
          <a:lstStyle/>
          <a:p>
            <a:pPr>
              <a:spcAft>
                <a:spcPts val="600"/>
              </a:spcAft>
            </a:pPr>
            <a:r>
              <a:rPr lang="en-US" sz="2200" dirty="0"/>
              <a:t>Define</a:t>
            </a:r>
          </a:p>
          <a:p>
            <a:pPr lvl="1">
              <a:spcAft>
                <a:spcPts val="600"/>
              </a:spcAft>
            </a:pPr>
            <a:r>
              <a:rPr lang="en-US" sz="1800" i="1" dirty="0"/>
              <a:t>D </a:t>
            </a:r>
            <a:r>
              <a:rPr lang="en-US" sz="1800" dirty="0"/>
              <a:t>= </a:t>
            </a:r>
            <a:r>
              <a:rPr lang="en-US" sz="1800" i="1" dirty="0"/>
              <a:t>k</a:t>
            </a:r>
            <a:r>
              <a:rPr lang="en-US" sz="1800" dirty="0"/>
              <a:t>-bit block of data</a:t>
            </a:r>
            <a:endParaRPr lang="en-US" sz="1800" i="1" dirty="0"/>
          </a:p>
          <a:p>
            <a:pPr lvl="1">
              <a:spcAft>
                <a:spcPts val="600"/>
              </a:spcAft>
            </a:pPr>
            <a:r>
              <a:rPr lang="en-US" sz="1800" i="1" dirty="0"/>
              <a:t>F </a:t>
            </a:r>
            <a:r>
              <a:rPr lang="en-US" sz="1800" dirty="0"/>
              <a:t>= (</a:t>
            </a:r>
            <a:r>
              <a:rPr lang="en-US" sz="1800" i="1" dirty="0"/>
              <a:t>n-k)-</a:t>
            </a:r>
            <a:r>
              <a:rPr lang="en-US" sz="1800" dirty="0"/>
              <a:t>bit</a:t>
            </a:r>
            <a:r>
              <a:rPr lang="en-US" sz="1800" i="1" dirty="0"/>
              <a:t> </a:t>
            </a:r>
            <a:r>
              <a:rPr lang="en-US" sz="1800" dirty="0"/>
              <a:t>FCS</a:t>
            </a:r>
            <a:endParaRPr lang="en-US" sz="1800" i="1" dirty="0"/>
          </a:p>
          <a:p>
            <a:pPr lvl="1">
              <a:spcAft>
                <a:spcPts val="600"/>
              </a:spcAft>
            </a:pPr>
            <a:r>
              <a:rPr lang="en-US" sz="1800" i="1" dirty="0"/>
              <a:t>P </a:t>
            </a:r>
            <a:r>
              <a:rPr lang="en-US" sz="1800" dirty="0"/>
              <a:t>= pattern of </a:t>
            </a:r>
            <a:r>
              <a:rPr lang="en-US" sz="1800" i="1" dirty="0"/>
              <a:t>n-k+1 </a:t>
            </a:r>
            <a:r>
              <a:rPr lang="en-US" sz="1800" dirty="0"/>
              <a:t>bits (the predetermined divisor)</a:t>
            </a:r>
          </a:p>
          <a:p>
            <a:pPr lvl="1">
              <a:spcAft>
                <a:spcPts val="600"/>
              </a:spcAft>
            </a:pPr>
            <a:r>
              <a:rPr lang="en-US" sz="1800" i="1" dirty="0"/>
              <a:t>T</a:t>
            </a:r>
            <a:r>
              <a:rPr lang="en-US" sz="1800" dirty="0"/>
              <a:t> = </a:t>
            </a:r>
            <a:r>
              <a:rPr lang="en-US" sz="1800" i="1" dirty="0"/>
              <a:t>n</a:t>
            </a:r>
            <a:r>
              <a:rPr lang="en-US" sz="1800" dirty="0"/>
              <a:t>-bit frame to be transmitted</a:t>
            </a:r>
          </a:p>
          <a:p>
            <a:pPr lvl="1">
              <a:spcAft>
                <a:spcPts val="600"/>
              </a:spcAft>
            </a:pPr>
            <a:endParaRPr lang="en-US" sz="2000" dirty="0"/>
          </a:p>
          <a:p>
            <a:pPr lvl="1">
              <a:spcAft>
                <a:spcPts val="600"/>
              </a:spcAft>
            </a:pPr>
            <a:endParaRPr lang="en-US" sz="2000" dirty="0"/>
          </a:p>
          <a:p>
            <a:pPr lvl="1">
              <a:spcAft>
                <a:spcPts val="600"/>
              </a:spcAft>
            </a:pPr>
            <a:endParaRPr lang="en-US" sz="2000" dirty="0"/>
          </a:p>
          <a:p>
            <a:pPr lvl="1">
              <a:spcAft>
                <a:spcPts val="600"/>
              </a:spcAft>
            </a:pPr>
            <a:endParaRPr lang="en-US" sz="2000" dirty="0"/>
          </a:p>
          <a:p>
            <a:pPr marL="457200" lvl="1" indent="0">
              <a:spcAft>
                <a:spcPts val="600"/>
              </a:spcAft>
              <a:buNone/>
            </a:pPr>
            <a:endParaRPr lang="en-US" sz="2000" dirty="0"/>
          </a:p>
          <a:p>
            <a:pPr>
              <a:spcAft>
                <a:spcPts val="600"/>
              </a:spcAft>
            </a:pPr>
            <a:r>
              <a:rPr lang="en-US" sz="2200" dirty="0"/>
              <a:t>We would like T to be divisible by P (using </a:t>
            </a:r>
            <a:r>
              <a:rPr lang="en-US" sz="2200" i="1" dirty="0"/>
              <a:t>modulo-2 arithmetic</a:t>
            </a:r>
            <a:r>
              <a:rPr lang="en-US" sz="2200" dirty="0"/>
              <a:t>). </a:t>
            </a:r>
          </a:p>
          <a:p>
            <a:pPr lvl="1">
              <a:spcAft>
                <a:spcPts val="600"/>
              </a:spcAft>
            </a:pPr>
            <a:r>
              <a:rPr lang="en-NZ" sz="1800" i="1" dirty="0"/>
              <a:t>F</a:t>
            </a:r>
            <a:r>
              <a:rPr lang="en-NZ" sz="1800" dirty="0"/>
              <a:t> = remainder of (</a:t>
            </a:r>
            <a:r>
              <a:rPr lang="en-US" sz="1800" i="1" dirty="0"/>
              <a:t>D*2</a:t>
            </a:r>
            <a:r>
              <a:rPr lang="en-US" sz="1800" i="1" baseline="30000" dirty="0"/>
              <a:t>n-k</a:t>
            </a:r>
            <a:r>
              <a:rPr lang="en-US" sz="1800" i="1" dirty="0"/>
              <a:t> </a:t>
            </a:r>
            <a:r>
              <a:rPr lang="en-NZ" sz="1800" dirty="0"/>
              <a:t>)/</a:t>
            </a:r>
            <a:r>
              <a:rPr lang="en-NZ" sz="1800" i="1" dirty="0"/>
              <a:t>P</a:t>
            </a:r>
            <a:endParaRPr lang="en-US" sz="18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22</a:t>
            </a:fld>
            <a:endParaRPr lang="en-US" dirty="0"/>
          </a:p>
        </p:txBody>
      </p:sp>
      <p:grpSp>
        <p:nvGrpSpPr>
          <p:cNvPr id="6" name="Group 5">
            <a:extLst>
              <a:ext uri="{FF2B5EF4-FFF2-40B4-BE49-F238E27FC236}">
                <a16:creationId xmlns:a16="http://schemas.microsoft.com/office/drawing/2014/main" id="{F6DE05EB-825A-AB3B-5B3E-781CF63E43C3}"/>
              </a:ext>
            </a:extLst>
          </p:cNvPr>
          <p:cNvGrpSpPr/>
          <p:nvPr/>
        </p:nvGrpSpPr>
        <p:grpSpPr>
          <a:xfrm>
            <a:off x="1805467" y="3084861"/>
            <a:ext cx="4823933" cy="2172939"/>
            <a:chOff x="1805467" y="2932461"/>
            <a:chExt cx="4823933" cy="2172939"/>
          </a:xfrm>
        </p:grpSpPr>
        <p:sp>
          <p:nvSpPr>
            <p:cNvPr id="5" name="Rectangle 4"/>
            <p:cNvSpPr/>
            <p:nvPr/>
          </p:nvSpPr>
          <p:spPr>
            <a:xfrm>
              <a:off x="1824517" y="3744229"/>
              <a:ext cx="3200400" cy="4953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D</a:t>
              </a:r>
            </a:p>
          </p:txBody>
        </p:sp>
        <p:sp>
          <p:nvSpPr>
            <p:cNvPr id="7" name="Left Brace 6"/>
            <p:cNvSpPr>
              <a:spLocks/>
            </p:cNvSpPr>
            <p:nvPr/>
          </p:nvSpPr>
          <p:spPr>
            <a:xfrm rot="16200000">
              <a:off x="3920017" y="2208562"/>
              <a:ext cx="495300" cy="4686300"/>
            </a:xfrm>
            <a:prstGeom prst="lef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p:cNvSpPr/>
            <p:nvPr/>
          </p:nvSpPr>
          <p:spPr>
            <a:xfrm>
              <a:off x="5024917" y="3744229"/>
              <a:ext cx="1485900" cy="4953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F</a:t>
              </a:r>
            </a:p>
          </p:txBody>
        </p:sp>
        <p:sp>
          <p:nvSpPr>
            <p:cNvPr id="9" name="TextBox 8"/>
            <p:cNvSpPr txBox="1"/>
            <p:nvPr/>
          </p:nvSpPr>
          <p:spPr>
            <a:xfrm>
              <a:off x="3234217" y="4736068"/>
              <a:ext cx="1809750" cy="369332"/>
            </a:xfrm>
            <a:prstGeom prst="rect">
              <a:avLst/>
            </a:prstGeom>
            <a:noFill/>
          </p:spPr>
          <p:txBody>
            <a:bodyPr wrap="square" rtlCol="0">
              <a:spAutoFit/>
            </a:bodyPr>
            <a:lstStyle/>
            <a:p>
              <a:pPr algn="ctr"/>
              <a:r>
                <a:rPr lang="en-US" dirty="0"/>
                <a:t>T: </a:t>
              </a:r>
              <a:r>
                <a:rPr lang="en-US" i="1" dirty="0"/>
                <a:t>n</a:t>
              </a:r>
              <a:r>
                <a:rPr lang="en-US" dirty="0"/>
                <a:t>-bit</a:t>
              </a:r>
            </a:p>
          </p:txBody>
        </p:sp>
        <p:sp>
          <p:nvSpPr>
            <p:cNvPr id="10" name="Left Brace 9"/>
            <p:cNvSpPr>
              <a:spLocks/>
            </p:cNvSpPr>
            <p:nvPr/>
          </p:nvSpPr>
          <p:spPr>
            <a:xfrm rot="16200000" flipH="1">
              <a:off x="3199392" y="1907870"/>
              <a:ext cx="431602" cy="3219452"/>
            </a:xfrm>
            <a:prstGeom prst="leftBrace">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3043717" y="2932461"/>
              <a:ext cx="762000" cy="369332"/>
            </a:xfrm>
            <a:prstGeom prst="rect">
              <a:avLst/>
            </a:prstGeom>
            <a:noFill/>
          </p:spPr>
          <p:txBody>
            <a:bodyPr wrap="square" rtlCol="0">
              <a:spAutoFit/>
            </a:bodyPr>
            <a:lstStyle/>
            <a:p>
              <a:pPr algn="ctr"/>
              <a:r>
                <a:rPr lang="en-US" i="1" dirty="0"/>
                <a:t>k</a:t>
              </a:r>
              <a:r>
                <a:rPr lang="en-US" dirty="0"/>
                <a:t>-bit</a:t>
              </a:r>
            </a:p>
          </p:txBody>
        </p:sp>
        <p:sp>
          <p:nvSpPr>
            <p:cNvPr id="12" name="Left Brace 11"/>
            <p:cNvSpPr>
              <a:spLocks/>
            </p:cNvSpPr>
            <p:nvPr/>
          </p:nvSpPr>
          <p:spPr>
            <a:xfrm rot="16200000" flipH="1">
              <a:off x="5571116" y="2774646"/>
              <a:ext cx="412552" cy="1466850"/>
            </a:xfrm>
            <a:prstGeom prst="leftBrace">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043967" y="2932461"/>
              <a:ext cx="1585433" cy="369332"/>
            </a:xfrm>
            <a:prstGeom prst="rect">
              <a:avLst/>
            </a:prstGeom>
            <a:noFill/>
          </p:spPr>
          <p:txBody>
            <a:bodyPr wrap="square" rtlCol="0">
              <a:spAutoFit/>
            </a:bodyPr>
            <a:lstStyle/>
            <a:p>
              <a:pPr algn="ctr"/>
              <a:r>
                <a:rPr lang="en-US" i="1" dirty="0"/>
                <a:t>n-k</a:t>
              </a:r>
              <a:r>
                <a:rPr lang="en-US" dirty="0"/>
                <a:t> bit</a:t>
              </a:r>
            </a:p>
          </p:txBody>
        </p:sp>
      </p:grpSp>
    </p:spTree>
    <p:extLst>
      <p:ext uri="{BB962C8B-B14F-4D97-AF65-F5344CB8AC3E}">
        <p14:creationId xmlns:p14="http://schemas.microsoft.com/office/powerpoint/2010/main" val="77495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14E05-1A9D-3C74-FA6C-52FDDB8272C5}"/>
              </a:ext>
            </a:extLst>
          </p:cNvPr>
          <p:cNvSpPr>
            <a:spLocks noGrp="1"/>
          </p:cNvSpPr>
          <p:nvPr>
            <p:ph type="title"/>
          </p:nvPr>
        </p:nvSpPr>
        <p:spPr/>
        <p:txBody>
          <a:bodyPr/>
          <a:lstStyle/>
          <a:p>
            <a:r>
              <a:rPr lang="en-AU" dirty="0"/>
              <a:t>CRC – Notations (cont.)</a:t>
            </a:r>
          </a:p>
        </p:txBody>
      </p:sp>
      <p:sp>
        <p:nvSpPr>
          <p:cNvPr id="3" name="Content Placeholder 2">
            <a:extLst>
              <a:ext uri="{FF2B5EF4-FFF2-40B4-BE49-F238E27FC236}">
                <a16:creationId xmlns:a16="http://schemas.microsoft.com/office/drawing/2014/main" id="{81382169-EEE2-2471-3B1C-0FF81234BC5B}"/>
              </a:ext>
            </a:extLst>
          </p:cNvPr>
          <p:cNvSpPr>
            <a:spLocks noGrp="1"/>
          </p:cNvSpPr>
          <p:nvPr>
            <p:ph idx="1"/>
          </p:nvPr>
        </p:nvSpPr>
        <p:spPr/>
        <p:txBody>
          <a:bodyPr/>
          <a:lstStyle/>
          <a:p>
            <a:pPr marL="0" indent="0">
              <a:lnSpc>
                <a:spcPct val="150000"/>
              </a:lnSpc>
              <a:spcBef>
                <a:spcPts val="1200"/>
              </a:spcBef>
              <a:spcAft>
                <a:spcPts val="600"/>
              </a:spcAft>
              <a:buNone/>
            </a:pPr>
            <a:r>
              <a:rPr lang="en-GB" sz="3000" dirty="0"/>
              <a:t>How to choose the pattern P?</a:t>
            </a:r>
            <a:endParaRPr lang="en-GB" sz="2800" dirty="0"/>
          </a:p>
          <a:p>
            <a:pPr>
              <a:spcBef>
                <a:spcPts val="1200"/>
              </a:spcBef>
              <a:spcAft>
                <a:spcPts val="600"/>
              </a:spcAft>
            </a:pPr>
            <a:r>
              <a:rPr lang="en-GB" sz="2800" dirty="0"/>
              <a:t>The pattern P is chosen to be one bit longer than the desired FCS. </a:t>
            </a:r>
          </a:p>
          <a:p>
            <a:pPr>
              <a:spcBef>
                <a:spcPts val="1200"/>
              </a:spcBef>
              <a:spcAft>
                <a:spcPts val="600"/>
              </a:spcAft>
            </a:pPr>
            <a:r>
              <a:rPr lang="en-GB" sz="2800" dirty="0"/>
              <a:t>The exact bit pattern chosen depends on the type of errors expected. </a:t>
            </a:r>
          </a:p>
          <a:p>
            <a:pPr>
              <a:spcBef>
                <a:spcPts val="1200"/>
              </a:spcBef>
              <a:spcAft>
                <a:spcPts val="600"/>
              </a:spcAft>
            </a:pPr>
            <a:r>
              <a:rPr lang="en-GB" sz="2800" dirty="0"/>
              <a:t>It is </a:t>
            </a:r>
            <a:r>
              <a:rPr lang="en-GB" sz="2800" i="1" dirty="0"/>
              <a:t>required</a:t>
            </a:r>
            <a:r>
              <a:rPr lang="en-GB" sz="2800" dirty="0"/>
              <a:t> that the highest-order bit = 1;</a:t>
            </a:r>
          </a:p>
          <a:p>
            <a:pPr>
              <a:spcBef>
                <a:spcPts val="1200"/>
              </a:spcBef>
              <a:spcAft>
                <a:spcPts val="600"/>
              </a:spcAft>
            </a:pPr>
            <a:r>
              <a:rPr lang="en-GB" sz="2800" dirty="0"/>
              <a:t>It is </a:t>
            </a:r>
            <a:r>
              <a:rPr lang="en-GB" sz="2800" i="1" dirty="0"/>
              <a:t>optional but common</a:t>
            </a:r>
            <a:r>
              <a:rPr lang="en-GB" sz="2800" dirty="0"/>
              <a:t> that the lowest-order bit = 1.</a:t>
            </a:r>
            <a:endParaRPr lang="en-AU" sz="2800" dirty="0"/>
          </a:p>
        </p:txBody>
      </p:sp>
      <p:sp>
        <p:nvSpPr>
          <p:cNvPr id="4" name="Slide Number Placeholder 3">
            <a:extLst>
              <a:ext uri="{FF2B5EF4-FFF2-40B4-BE49-F238E27FC236}">
                <a16:creationId xmlns:a16="http://schemas.microsoft.com/office/drawing/2014/main" id="{DCD910A0-2497-3CEB-8B8B-5F54469C8DBB}"/>
              </a:ext>
            </a:extLst>
          </p:cNvPr>
          <p:cNvSpPr>
            <a:spLocks noGrp="1"/>
          </p:cNvSpPr>
          <p:nvPr>
            <p:ph type="sldNum" sz="quarter" idx="4"/>
          </p:nvPr>
        </p:nvSpPr>
        <p:spPr/>
        <p:txBody>
          <a:bodyPr/>
          <a:lstStyle/>
          <a:p>
            <a:pPr>
              <a:defRPr/>
            </a:pPr>
            <a:fld id="{DACE9E11-39C8-4E20-894F-A4A883CCF6EF}" type="slidenum">
              <a:rPr lang="en-US" smtClean="0"/>
              <a:pPr>
                <a:defRPr/>
              </a:pPr>
              <a:t>23</a:t>
            </a:fld>
            <a:endParaRPr lang="en-US" dirty="0"/>
          </a:p>
        </p:txBody>
      </p:sp>
    </p:spTree>
    <p:extLst>
      <p:ext uri="{BB962C8B-B14F-4D97-AF65-F5344CB8AC3E}">
        <p14:creationId xmlns:p14="http://schemas.microsoft.com/office/powerpoint/2010/main" val="3059838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CRC – Modulo-2 Arithmetic</a:t>
            </a:r>
          </a:p>
        </p:txBody>
      </p:sp>
      <p:sp>
        <p:nvSpPr>
          <p:cNvPr id="3" name="Content Placeholder 2"/>
          <p:cNvSpPr>
            <a:spLocks noGrp="1"/>
          </p:cNvSpPr>
          <p:nvPr>
            <p:ph idx="1"/>
          </p:nvPr>
        </p:nvSpPr>
        <p:spPr>
          <a:xfrm>
            <a:off x="457200" y="990600"/>
            <a:ext cx="8229600" cy="3200400"/>
          </a:xfrm>
        </p:spPr>
        <p:txBody>
          <a:bodyPr/>
          <a:lstStyle/>
          <a:p>
            <a:pPr>
              <a:spcBef>
                <a:spcPts val="600"/>
              </a:spcBef>
              <a:spcAft>
                <a:spcPts val="600"/>
              </a:spcAft>
            </a:pPr>
            <a:r>
              <a:rPr lang="en-US" dirty="0"/>
              <a:t>To calculate FCS is like doing long division in regular arithmetic, but with differences.</a:t>
            </a:r>
          </a:p>
          <a:p>
            <a:pPr>
              <a:spcBef>
                <a:spcPts val="600"/>
              </a:spcBef>
              <a:spcAft>
                <a:spcPts val="600"/>
              </a:spcAft>
            </a:pPr>
            <a:r>
              <a:rPr lang="en-US" dirty="0"/>
              <a:t>Modulo-2 arithmetic</a:t>
            </a:r>
          </a:p>
          <a:p>
            <a:pPr lvl="1">
              <a:spcBef>
                <a:spcPts val="600"/>
              </a:spcBef>
              <a:spcAft>
                <a:spcPts val="600"/>
              </a:spcAft>
            </a:pPr>
            <a:r>
              <a:rPr lang="en-US" dirty="0"/>
              <a:t>Addition and subtraction: use binary addition with no </a:t>
            </a:r>
            <a:r>
              <a:rPr lang="en-US" i="1" dirty="0"/>
              <a:t>carries, just XOR</a:t>
            </a:r>
            <a:endParaRPr lang="en-US" dirty="0"/>
          </a:p>
          <a:p>
            <a:pPr lvl="1">
              <a:spcBef>
                <a:spcPts val="600"/>
              </a:spcBef>
              <a:spcAft>
                <a:spcPts val="600"/>
              </a:spcAft>
            </a:pPr>
            <a:r>
              <a:rPr lang="en-US" dirty="0"/>
              <a:t>Multiplication and division: the same as in base-2 arithmetic but addition or subtraction is done without carries or borrows (</a:t>
            </a:r>
            <a:r>
              <a:rPr lang="en-US" i="1" dirty="0"/>
              <a:t>XOR</a:t>
            </a:r>
            <a:r>
              <a:rPr lang="en-US" dirty="0"/>
              <a:t>)</a:t>
            </a:r>
          </a:p>
        </p:txBody>
      </p:sp>
      <p:sp>
        <p:nvSpPr>
          <p:cNvPr id="4" name="Slide Number Placeholder 3"/>
          <p:cNvSpPr>
            <a:spLocks noGrp="1"/>
          </p:cNvSpPr>
          <p:nvPr>
            <p:ph type="sldNum" sz="quarter" idx="4"/>
          </p:nvPr>
        </p:nvSpPr>
        <p:spPr/>
        <p:txBody>
          <a:bodyPr/>
          <a:lstStyle/>
          <a:p>
            <a:fld id="{DACE9E11-39C8-4E20-894F-A4A883CCF6EF}" type="slidenum">
              <a:rPr lang="en-US" smtClean="0"/>
              <a:pPr/>
              <a:t>24</a:t>
            </a:fld>
            <a:endParaRPr lang="en-US" dirty="0"/>
          </a:p>
        </p:txBody>
      </p:sp>
      <p:sp>
        <p:nvSpPr>
          <p:cNvPr id="8" name="Rectangle 7"/>
          <p:cNvSpPr/>
          <p:nvPr/>
        </p:nvSpPr>
        <p:spPr>
          <a:xfrm>
            <a:off x="1407367" y="5105670"/>
            <a:ext cx="1695450" cy="1371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solidFill>
              </a:rPr>
              <a:t>  1111</a:t>
            </a:r>
          </a:p>
          <a:p>
            <a:pPr algn="ctr"/>
            <a:r>
              <a:rPr lang="en-US" dirty="0">
                <a:solidFill>
                  <a:schemeClr val="tx1"/>
                </a:solidFill>
              </a:rPr>
              <a:t>+1010</a:t>
            </a:r>
            <a:br>
              <a:rPr lang="en-US" dirty="0">
                <a:solidFill>
                  <a:schemeClr val="tx1"/>
                </a:solidFill>
              </a:rPr>
            </a:br>
            <a:r>
              <a:rPr lang="en-US" dirty="0">
                <a:solidFill>
                  <a:schemeClr val="tx1"/>
                </a:solidFill>
              </a:rPr>
              <a:t>--------</a:t>
            </a:r>
          </a:p>
          <a:p>
            <a:pPr algn="ctr"/>
            <a:r>
              <a:rPr lang="en-US" dirty="0">
                <a:solidFill>
                  <a:schemeClr val="tx1"/>
                </a:solidFill>
              </a:rPr>
              <a:t>  0101</a:t>
            </a:r>
          </a:p>
        </p:txBody>
      </p:sp>
      <p:sp>
        <p:nvSpPr>
          <p:cNvPr id="9" name="Rectangle 8"/>
          <p:cNvSpPr/>
          <p:nvPr/>
        </p:nvSpPr>
        <p:spPr>
          <a:xfrm>
            <a:off x="3962400" y="5105670"/>
            <a:ext cx="1695450" cy="1371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solidFill>
              </a:rPr>
              <a:t>  1111</a:t>
            </a:r>
          </a:p>
          <a:p>
            <a:pPr algn="ctr"/>
            <a:r>
              <a:rPr lang="en-US" dirty="0">
                <a:solidFill>
                  <a:schemeClr val="tx1"/>
                </a:solidFill>
              </a:rPr>
              <a:t> -0101</a:t>
            </a:r>
            <a:br>
              <a:rPr lang="en-US" dirty="0">
                <a:solidFill>
                  <a:schemeClr val="tx1"/>
                </a:solidFill>
              </a:rPr>
            </a:br>
            <a:r>
              <a:rPr lang="en-US" dirty="0">
                <a:solidFill>
                  <a:schemeClr val="tx1"/>
                </a:solidFill>
              </a:rPr>
              <a:t>--------</a:t>
            </a:r>
          </a:p>
          <a:p>
            <a:pPr algn="ctr"/>
            <a:r>
              <a:rPr lang="en-US" dirty="0">
                <a:solidFill>
                  <a:schemeClr val="tx1"/>
                </a:solidFill>
              </a:rPr>
              <a:t>  1010</a:t>
            </a:r>
          </a:p>
        </p:txBody>
      </p:sp>
      <p:grpSp>
        <p:nvGrpSpPr>
          <p:cNvPr id="11" name="Group 10">
            <a:extLst>
              <a:ext uri="{FF2B5EF4-FFF2-40B4-BE49-F238E27FC236}">
                <a16:creationId xmlns:a16="http://schemas.microsoft.com/office/drawing/2014/main" id="{4269C8A6-E368-5974-1A8F-F7A7E254FDC5}"/>
              </a:ext>
            </a:extLst>
          </p:cNvPr>
          <p:cNvGrpSpPr/>
          <p:nvPr/>
        </p:nvGrpSpPr>
        <p:grpSpPr>
          <a:xfrm>
            <a:off x="6386593" y="4676597"/>
            <a:ext cx="1695450" cy="2013156"/>
            <a:chOff x="6632879" y="3701844"/>
            <a:chExt cx="1695450" cy="2013156"/>
          </a:xfrm>
        </p:grpSpPr>
        <p:sp>
          <p:nvSpPr>
            <p:cNvPr id="7" name="Rectangle 6">
              <a:extLst>
                <a:ext uri="{FF2B5EF4-FFF2-40B4-BE49-F238E27FC236}">
                  <a16:creationId xmlns:a16="http://schemas.microsoft.com/office/drawing/2014/main" id="{1974D101-CAD5-FD2D-BA57-9A8778233C7F}"/>
                </a:ext>
              </a:extLst>
            </p:cNvPr>
            <p:cNvSpPr/>
            <p:nvPr/>
          </p:nvSpPr>
          <p:spPr>
            <a:xfrm>
              <a:off x="6632879" y="3701844"/>
              <a:ext cx="1695450" cy="20131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solidFill>
                </a:rPr>
                <a:t>  11001</a:t>
              </a:r>
            </a:p>
            <a:p>
              <a:pPr algn="ctr"/>
              <a:r>
                <a:rPr lang="en-US" dirty="0">
                  <a:solidFill>
                    <a:schemeClr val="tx1"/>
                  </a:solidFill>
                </a:rPr>
                <a:t>     x 11</a:t>
              </a:r>
              <a:br>
                <a:rPr lang="en-US" dirty="0">
                  <a:solidFill>
                    <a:schemeClr val="tx1"/>
                  </a:solidFill>
                </a:rPr>
              </a:br>
              <a:r>
                <a:rPr lang="en-US" dirty="0">
                  <a:solidFill>
                    <a:schemeClr val="tx1"/>
                  </a:solidFill>
                </a:rPr>
                <a:t>--------</a:t>
              </a:r>
            </a:p>
            <a:p>
              <a:pPr algn="ctr"/>
              <a:r>
                <a:rPr lang="en-US" dirty="0">
                  <a:solidFill>
                    <a:schemeClr val="tx1"/>
                  </a:solidFill>
                </a:rPr>
                <a:t>  11001</a:t>
              </a:r>
            </a:p>
            <a:p>
              <a:pPr algn="ctr"/>
              <a:r>
                <a:rPr lang="en-US" dirty="0">
                  <a:solidFill>
                    <a:schemeClr val="tx1"/>
                  </a:solidFill>
                </a:rPr>
                <a:t>110011      </a:t>
              </a:r>
            </a:p>
            <a:p>
              <a:pPr algn="ctr"/>
              <a:r>
                <a:rPr lang="en-US" dirty="0">
                  <a:solidFill>
                    <a:schemeClr val="tx1"/>
                  </a:solidFill>
                </a:rPr>
                <a:t>--------</a:t>
              </a:r>
            </a:p>
            <a:p>
              <a:pPr algn="ctr"/>
              <a:r>
                <a:rPr lang="en-US" dirty="0">
                  <a:solidFill>
                    <a:schemeClr val="tx1"/>
                  </a:solidFill>
                </a:rPr>
                <a:t>101011   </a:t>
              </a:r>
            </a:p>
          </p:txBody>
        </p:sp>
        <p:sp>
          <p:nvSpPr>
            <p:cNvPr id="10" name="Rectangle 9">
              <a:extLst>
                <a:ext uri="{FF2B5EF4-FFF2-40B4-BE49-F238E27FC236}">
                  <a16:creationId xmlns:a16="http://schemas.microsoft.com/office/drawing/2014/main" id="{2710E123-AA89-35DB-F8E4-67CEE556D316}"/>
                </a:ext>
              </a:extLst>
            </p:cNvPr>
            <p:cNvSpPr/>
            <p:nvPr/>
          </p:nvSpPr>
          <p:spPr>
            <a:xfrm>
              <a:off x="7696200" y="4876800"/>
              <a:ext cx="3048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310767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7A5C-EFD0-4844-39AF-6A776D127AAB}"/>
              </a:ext>
            </a:extLst>
          </p:cNvPr>
          <p:cNvSpPr>
            <a:spLocks noGrp="1"/>
          </p:cNvSpPr>
          <p:nvPr>
            <p:ph type="title"/>
          </p:nvPr>
        </p:nvSpPr>
        <p:spPr/>
        <p:txBody>
          <a:bodyPr/>
          <a:lstStyle/>
          <a:p>
            <a:r>
              <a:rPr lang="en-AU" dirty="0"/>
              <a:t>CRC – An Example</a:t>
            </a:r>
          </a:p>
        </p:txBody>
      </p:sp>
      <p:sp>
        <p:nvSpPr>
          <p:cNvPr id="3" name="Content Placeholder 2">
            <a:extLst>
              <a:ext uri="{FF2B5EF4-FFF2-40B4-BE49-F238E27FC236}">
                <a16:creationId xmlns:a16="http://schemas.microsoft.com/office/drawing/2014/main" id="{7C516F62-D841-BD38-20CD-BB2E1F159F36}"/>
              </a:ext>
            </a:extLst>
          </p:cNvPr>
          <p:cNvSpPr>
            <a:spLocks noGrp="1"/>
          </p:cNvSpPr>
          <p:nvPr>
            <p:ph idx="1"/>
          </p:nvPr>
        </p:nvSpPr>
        <p:spPr/>
        <p:txBody>
          <a:bodyPr/>
          <a:lstStyle/>
          <a:p>
            <a:r>
              <a:rPr lang="en-GB" dirty="0"/>
              <a:t>Message D = 1010001101 (10 bits)</a:t>
            </a:r>
          </a:p>
          <a:p>
            <a:r>
              <a:rPr lang="en-GB" dirty="0"/>
              <a:t>Pattern P = 110101 (6 bits) </a:t>
            </a:r>
          </a:p>
          <a:p>
            <a:r>
              <a:rPr lang="en-GB" dirty="0"/>
              <a:t>FCS F = to be calculated (5 bits) </a:t>
            </a:r>
          </a:p>
          <a:p>
            <a:r>
              <a:rPr lang="en-GB" dirty="0"/>
              <a:t>Thus, n=15, k=10, and (n-k) =5</a:t>
            </a:r>
            <a:endParaRPr lang="en-AU" dirty="0"/>
          </a:p>
        </p:txBody>
      </p:sp>
      <p:sp>
        <p:nvSpPr>
          <p:cNvPr id="4" name="Slide Number Placeholder 3">
            <a:extLst>
              <a:ext uri="{FF2B5EF4-FFF2-40B4-BE49-F238E27FC236}">
                <a16:creationId xmlns:a16="http://schemas.microsoft.com/office/drawing/2014/main" id="{BA7172A0-0D81-93F7-5FC3-BC055833A0BD}"/>
              </a:ext>
            </a:extLst>
          </p:cNvPr>
          <p:cNvSpPr>
            <a:spLocks noGrp="1"/>
          </p:cNvSpPr>
          <p:nvPr>
            <p:ph type="sldNum" sz="quarter" idx="4"/>
          </p:nvPr>
        </p:nvSpPr>
        <p:spPr/>
        <p:txBody>
          <a:bodyPr/>
          <a:lstStyle/>
          <a:p>
            <a:pPr>
              <a:defRPr/>
            </a:pPr>
            <a:fld id="{DACE9E11-39C8-4E20-894F-A4A883CCF6EF}" type="slidenum">
              <a:rPr lang="en-US" smtClean="0"/>
              <a:pPr>
                <a:defRPr/>
              </a:pPr>
              <a:t>25</a:t>
            </a:fld>
            <a:endParaRPr lang="en-US" dirty="0"/>
          </a:p>
        </p:txBody>
      </p:sp>
      <p:grpSp>
        <p:nvGrpSpPr>
          <p:cNvPr id="5" name="Group 4">
            <a:extLst>
              <a:ext uri="{FF2B5EF4-FFF2-40B4-BE49-F238E27FC236}">
                <a16:creationId xmlns:a16="http://schemas.microsoft.com/office/drawing/2014/main" id="{D3AEE63F-3D05-19F2-BE74-B0C7F5B7B4DF}"/>
              </a:ext>
            </a:extLst>
          </p:cNvPr>
          <p:cNvGrpSpPr/>
          <p:nvPr/>
        </p:nvGrpSpPr>
        <p:grpSpPr>
          <a:xfrm>
            <a:off x="1981200" y="4038600"/>
            <a:ext cx="4823933" cy="2172939"/>
            <a:chOff x="1805467" y="2932461"/>
            <a:chExt cx="4823933" cy="2172939"/>
          </a:xfrm>
        </p:grpSpPr>
        <p:sp>
          <p:nvSpPr>
            <p:cNvPr id="6" name="Rectangle 5">
              <a:extLst>
                <a:ext uri="{FF2B5EF4-FFF2-40B4-BE49-F238E27FC236}">
                  <a16:creationId xmlns:a16="http://schemas.microsoft.com/office/drawing/2014/main" id="{7F5F44F8-772A-F270-0FF3-B0D78904E223}"/>
                </a:ext>
              </a:extLst>
            </p:cNvPr>
            <p:cNvSpPr/>
            <p:nvPr/>
          </p:nvSpPr>
          <p:spPr>
            <a:xfrm>
              <a:off x="1824517" y="3744229"/>
              <a:ext cx="3200400" cy="4953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D</a:t>
              </a:r>
            </a:p>
          </p:txBody>
        </p:sp>
        <p:sp>
          <p:nvSpPr>
            <p:cNvPr id="7" name="Left Brace 6">
              <a:extLst>
                <a:ext uri="{FF2B5EF4-FFF2-40B4-BE49-F238E27FC236}">
                  <a16:creationId xmlns:a16="http://schemas.microsoft.com/office/drawing/2014/main" id="{5F1E993A-525E-CB3E-EDA0-2AF5CD3174D7}"/>
                </a:ext>
              </a:extLst>
            </p:cNvPr>
            <p:cNvSpPr>
              <a:spLocks/>
            </p:cNvSpPr>
            <p:nvPr/>
          </p:nvSpPr>
          <p:spPr>
            <a:xfrm rot="16200000">
              <a:off x="3920017" y="2208562"/>
              <a:ext cx="495300" cy="4686300"/>
            </a:xfrm>
            <a:prstGeom prst="lef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EF10ACE2-7B48-44BC-A54A-3C23BB4A821A}"/>
                </a:ext>
              </a:extLst>
            </p:cNvPr>
            <p:cNvSpPr/>
            <p:nvPr/>
          </p:nvSpPr>
          <p:spPr>
            <a:xfrm>
              <a:off x="5024917" y="3744229"/>
              <a:ext cx="1485900" cy="4953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F</a:t>
              </a:r>
            </a:p>
          </p:txBody>
        </p:sp>
        <p:sp>
          <p:nvSpPr>
            <p:cNvPr id="9" name="TextBox 8">
              <a:extLst>
                <a:ext uri="{FF2B5EF4-FFF2-40B4-BE49-F238E27FC236}">
                  <a16:creationId xmlns:a16="http://schemas.microsoft.com/office/drawing/2014/main" id="{CE3CD2DF-238E-40DF-CF69-14C84742F0AC}"/>
                </a:ext>
              </a:extLst>
            </p:cNvPr>
            <p:cNvSpPr txBox="1"/>
            <p:nvPr/>
          </p:nvSpPr>
          <p:spPr>
            <a:xfrm>
              <a:off x="3234217" y="4736068"/>
              <a:ext cx="1809750" cy="369332"/>
            </a:xfrm>
            <a:prstGeom prst="rect">
              <a:avLst/>
            </a:prstGeom>
            <a:noFill/>
          </p:spPr>
          <p:txBody>
            <a:bodyPr wrap="square" rtlCol="0">
              <a:spAutoFit/>
            </a:bodyPr>
            <a:lstStyle/>
            <a:p>
              <a:pPr algn="ctr"/>
              <a:r>
                <a:rPr lang="en-US" dirty="0"/>
                <a:t>T: </a:t>
              </a:r>
              <a:r>
                <a:rPr lang="en-US" i="1" dirty="0"/>
                <a:t>n</a:t>
              </a:r>
              <a:r>
                <a:rPr lang="en-US" dirty="0"/>
                <a:t>-bit</a:t>
              </a:r>
            </a:p>
          </p:txBody>
        </p:sp>
        <p:sp>
          <p:nvSpPr>
            <p:cNvPr id="10" name="Left Brace 9">
              <a:extLst>
                <a:ext uri="{FF2B5EF4-FFF2-40B4-BE49-F238E27FC236}">
                  <a16:creationId xmlns:a16="http://schemas.microsoft.com/office/drawing/2014/main" id="{31448431-DB44-515A-A834-24406F551D30}"/>
                </a:ext>
              </a:extLst>
            </p:cNvPr>
            <p:cNvSpPr>
              <a:spLocks/>
            </p:cNvSpPr>
            <p:nvPr/>
          </p:nvSpPr>
          <p:spPr>
            <a:xfrm rot="16200000" flipH="1">
              <a:off x="3199392" y="1907870"/>
              <a:ext cx="431602" cy="3219452"/>
            </a:xfrm>
            <a:prstGeom prst="leftBrace">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4B4A64DF-5B23-1ABC-F28C-16939A0B2D2E}"/>
                </a:ext>
              </a:extLst>
            </p:cNvPr>
            <p:cNvSpPr txBox="1"/>
            <p:nvPr/>
          </p:nvSpPr>
          <p:spPr>
            <a:xfrm>
              <a:off x="3043717" y="2932461"/>
              <a:ext cx="762000" cy="369332"/>
            </a:xfrm>
            <a:prstGeom prst="rect">
              <a:avLst/>
            </a:prstGeom>
            <a:noFill/>
          </p:spPr>
          <p:txBody>
            <a:bodyPr wrap="square" rtlCol="0">
              <a:spAutoFit/>
            </a:bodyPr>
            <a:lstStyle/>
            <a:p>
              <a:pPr algn="ctr"/>
              <a:r>
                <a:rPr lang="en-US" i="1" dirty="0"/>
                <a:t>k</a:t>
              </a:r>
              <a:r>
                <a:rPr lang="en-US" dirty="0"/>
                <a:t>-bit</a:t>
              </a:r>
            </a:p>
          </p:txBody>
        </p:sp>
        <p:sp>
          <p:nvSpPr>
            <p:cNvPr id="12" name="Left Brace 11">
              <a:extLst>
                <a:ext uri="{FF2B5EF4-FFF2-40B4-BE49-F238E27FC236}">
                  <a16:creationId xmlns:a16="http://schemas.microsoft.com/office/drawing/2014/main" id="{D941D428-D711-8499-4821-E8A68274D59B}"/>
                </a:ext>
              </a:extLst>
            </p:cNvPr>
            <p:cNvSpPr>
              <a:spLocks/>
            </p:cNvSpPr>
            <p:nvPr/>
          </p:nvSpPr>
          <p:spPr>
            <a:xfrm rot="16200000" flipH="1">
              <a:off x="5571116" y="2774646"/>
              <a:ext cx="412552" cy="1466850"/>
            </a:xfrm>
            <a:prstGeom prst="leftBrace">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73405468-0943-7E57-0627-26D17AB1E6C2}"/>
                </a:ext>
              </a:extLst>
            </p:cNvPr>
            <p:cNvSpPr txBox="1"/>
            <p:nvPr/>
          </p:nvSpPr>
          <p:spPr>
            <a:xfrm>
              <a:off x="5043967" y="2932461"/>
              <a:ext cx="1585433" cy="369332"/>
            </a:xfrm>
            <a:prstGeom prst="rect">
              <a:avLst/>
            </a:prstGeom>
            <a:noFill/>
          </p:spPr>
          <p:txBody>
            <a:bodyPr wrap="square" rtlCol="0">
              <a:spAutoFit/>
            </a:bodyPr>
            <a:lstStyle/>
            <a:p>
              <a:pPr algn="ctr"/>
              <a:r>
                <a:rPr lang="en-US" i="1" dirty="0"/>
                <a:t>n-k</a:t>
              </a:r>
              <a:r>
                <a:rPr lang="en-US" dirty="0"/>
                <a:t> bit</a:t>
              </a:r>
            </a:p>
          </p:txBody>
        </p:sp>
      </p:grpSp>
    </p:spTree>
    <p:extLst>
      <p:ext uri="{BB962C8B-B14F-4D97-AF65-F5344CB8AC3E}">
        <p14:creationId xmlns:p14="http://schemas.microsoft.com/office/powerpoint/2010/main" val="376048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CRC – An Example (cont.)</a:t>
            </a:r>
            <a:endParaRPr lang="en-US" i="1"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26</a:t>
            </a:fld>
            <a:endParaRPr lang="en-US" dirty="0"/>
          </a:p>
        </p:txBody>
      </p:sp>
      <p:grpSp>
        <p:nvGrpSpPr>
          <p:cNvPr id="9" name="Group 8"/>
          <p:cNvGrpSpPr/>
          <p:nvPr/>
        </p:nvGrpSpPr>
        <p:grpSpPr>
          <a:xfrm>
            <a:off x="2602122" y="1324357"/>
            <a:ext cx="4480834" cy="433805"/>
            <a:chOff x="1143000" y="1676400"/>
            <a:chExt cx="6324600" cy="228600"/>
          </a:xfrm>
        </p:grpSpPr>
        <p:cxnSp>
          <p:nvCxnSpPr>
            <p:cNvPr id="6" name="Straight Connector 5"/>
            <p:cNvCxnSpPr/>
            <p:nvPr/>
          </p:nvCxnSpPr>
          <p:spPr>
            <a:xfrm>
              <a:off x="1371600" y="1676400"/>
              <a:ext cx="6096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1143000" y="1676400"/>
              <a:ext cx="228600" cy="22860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2333353" y="1400557"/>
            <a:ext cx="4480834" cy="338554"/>
          </a:xfrm>
          <a:prstGeom prst="rect">
            <a:avLst/>
          </a:prstGeom>
        </p:spPr>
        <p:txBody>
          <a:bodyPr wrap="square">
            <a:spAutoFit/>
          </a:bodyPr>
          <a:lstStyle/>
          <a:p>
            <a:pPr lvl="1"/>
            <a:r>
              <a:rPr lang="en-US" sz="1600" dirty="0"/>
              <a:t>1  0  1  0  0  0  1  1  0  1  </a:t>
            </a:r>
            <a:r>
              <a:rPr lang="en-US" sz="1600" dirty="0">
                <a:solidFill>
                  <a:srgbClr val="3333CC"/>
                </a:solidFill>
              </a:rPr>
              <a:t>0  0  0  0  0</a:t>
            </a:r>
          </a:p>
        </p:txBody>
      </p:sp>
      <p:sp>
        <p:nvSpPr>
          <p:cNvPr id="11" name="Rectangle 10"/>
          <p:cNvSpPr/>
          <p:nvPr/>
        </p:nvSpPr>
        <p:spPr>
          <a:xfrm>
            <a:off x="6800954" y="1399000"/>
            <a:ext cx="2206053" cy="369332"/>
          </a:xfrm>
          <a:prstGeom prst="rect">
            <a:avLst/>
          </a:prstGeom>
        </p:spPr>
        <p:txBody>
          <a:bodyPr wrap="none">
            <a:spAutoFit/>
          </a:bodyPr>
          <a:lstStyle/>
          <a:p>
            <a:r>
              <a:rPr lang="en-US" dirty="0"/>
              <a:t> </a:t>
            </a:r>
            <a:r>
              <a:rPr lang="en-US" i="1" dirty="0"/>
              <a:t>D*2</a:t>
            </a:r>
            <a:r>
              <a:rPr lang="en-US" i="1" baseline="30000" dirty="0"/>
              <a:t>n-k</a:t>
            </a:r>
            <a:r>
              <a:rPr lang="en-US" i="1" dirty="0"/>
              <a:t>,as dividend </a:t>
            </a:r>
          </a:p>
        </p:txBody>
      </p:sp>
      <p:cxnSp>
        <p:nvCxnSpPr>
          <p:cNvPr id="13" name="Straight Arrow Connector 12"/>
          <p:cNvCxnSpPr>
            <a:cxnSpLocks/>
          </p:cNvCxnSpPr>
          <p:nvPr/>
        </p:nvCxnSpPr>
        <p:spPr>
          <a:xfrm flipH="1" flipV="1">
            <a:off x="6331054" y="1564391"/>
            <a:ext cx="469900" cy="57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159213" y="1381508"/>
            <a:ext cx="1444626" cy="338554"/>
          </a:xfrm>
          <a:prstGeom prst="rect">
            <a:avLst/>
          </a:prstGeom>
        </p:spPr>
        <p:txBody>
          <a:bodyPr wrap="none">
            <a:spAutoFit/>
          </a:bodyPr>
          <a:lstStyle/>
          <a:p>
            <a:r>
              <a:rPr lang="en-US" sz="1600" dirty="0"/>
              <a:t>1  1  0  1  0  1</a:t>
            </a:r>
          </a:p>
        </p:txBody>
      </p:sp>
      <p:cxnSp>
        <p:nvCxnSpPr>
          <p:cNvPr id="15" name="Straight Arrow Connector 14"/>
          <p:cNvCxnSpPr>
            <a:cxnSpLocks/>
          </p:cNvCxnSpPr>
          <p:nvPr/>
        </p:nvCxnSpPr>
        <p:spPr>
          <a:xfrm>
            <a:off x="685800" y="1273959"/>
            <a:ext cx="473413" cy="29043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17177" y="929583"/>
            <a:ext cx="1864349" cy="369332"/>
          </a:xfrm>
          <a:prstGeom prst="rect">
            <a:avLst/>
          </a:prstGeom>
        </p:spPr>
        <p:txBody>
          <a:bodyPr wrap="square">
            <a:spAutoFit/>
          </a:bodyPr>
          <a:lstStyle/>
          <a:p>
            <a:r>
              <a:rPr lang="en-US" i="1" dirty="0"/>
              <a:t>P, as divisor</a:t>
            </a:r>
          </a:p>
        </p:txBody>
      </p:sp>
      <p:sp>
        <p:nvSpPr>
          <p:cNvPr id="21" name="Rectangle 20"/>
          <p:cNvSpPr/>
          <p:nvPr/>
        </p:nvSpPr>
        <p:spPr>
          <a:xfrm>
            <a:off x="2777231" y="1693688"/>
            <a:ext cx="1444626" cy="338554"/>
          </a:xfrm>
          <a:prstGeom prst="rect">
            <a:avLst/>
          </a:prstGeom>
        </p:spPr>
        <p:txBody>
          <a:bodyPr wrap="none">
            <a:spAutoFit/>
          </a:bodyPr>
          <a:lstStyle/>
          <a:p>
            <a:r>
              <a:rPr lang="en-US" sz="1600" dirty="0"/>
              <a:t>1  1  0  1  0  1</a:t>
            </a:r>
          </a:p>
        </p:txBody>
      </p:sp>
      <p:cxnSp>
        <p:nvCxnSpPr>
          <p:cNvPr id="23" name="Straight Connector 22"/>
          <p:cNvCxnSpPr/>
          <p:nvPr/>
        </p:nvCxnSpPr>
        <p:spPr>
          <a:xfrm>
            <a:off x="2683101" y="2032242"/>
            <a:ext cx="4318876"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004187" y="2115821"/>
            <a:ext cx="1444626" cy="338554"/>
          </a:xfrm>
          <a:prstGeom prst="rect">
            <a:avLst/>
          </a:prstGeom>
        </p:spPr>
        <p:txBody>
          <a:bodyPr wrap="none">
            <a:spAutoFit/>
          </a:bodyPr>
          <a:lstStyle/>
          <a:p>
            <a:r>
              <a:rPr lang="en-US" sz="1600" dirty="0"/>
              <a:t>1  1  1  0  1  1</a:t>
            </a:r>
          </a:p>
        </p:txBody>
      </p:sp>
      <p:sp>
        <p:nvSpPr>
          <p:cNvPr id="28" name="Rectangle 27"/>
          <p:cNvSpPr/>
          <p:nvPr/>
        </p:nvSpPr>
        <p:spPr>
          <a:xfrm>
            <a:off x="3921761" y="935405"/>
            <a:ext cx="3080216" cy="338554"/>
          </a:xfrm>
          <a:prstGeom prst="rect">
            <a:avLst/>
          </a:prstGeom>
        </p:spPr>
        <p:txBody>
          <a:bodyPr wrap="square">
            <a:spAutoFit/>
          </a:bodyPr>
          <a:lstStyle/>
          <a:p>
            <a:r>
              <a:rPr lang="en-US" sz="1600" dirty="0"/>
              <a:t>1  1  0  1  0  1  0  1  1  0</a:t>
            </a:r>
          </a:p>
        </p:txBody>
      </p:sp>
      <p:sp>
        <p:nvSpPr>
          <p:cNvPr id="29" name="Rectangle 28"/>
          <p:cNvSpPr/>
          <p:nvPr/>
        </p:nvSpPr>
        <p:spPr>
          <a:xfrm>
            <a:off x="3004187" y="2446995"/>
            <a:ext cx="1444626" cy="338554"/>
          </a:xfrm>
          <a:prstGeom prst="rect">
            <a:avLst/>
          </a:prstGeom>
        </p:spPr>
        <p:txBody>
          <a:bodyPr wrap="none">
            <a:spAutoFit/>
          </a:bodyPr>
          <a:lstStyle/>
          <a:p>
            <a:r>
              <a:rPr lang="en-US" sz="1600" dirty="0"/>
              <a:t>1  1  0  1  0  1</a:t>
            </a:r>
          </a:p>
        </p:txBody>
      </p:sp>
      <p:cxnSp>
        <p:nvCxnSpPr>
          <p:cNvPr id="30" name="Straight Connector 29"/>
          <p:cNvCxnSpPr/>
          <p:nvPr/>
        </p:nvCxnSpPr>
        <p:spPr>
          <a:xfrm>
            <a:off x="2764080" y="2715007"/>
            <a:ext cx="4318876"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442026" y="2750781"/>
            <a:ext cx="1444626" cy="338554"/>
          </a:xfrm>
          <a:prstGeom prst="rect">
            <a:avLst/>
          </a:prstGeom>
        </p:spPr>
        <p:txBody>
          <a:bodyPr wrap="none">
            <a:spAutoFit/>
          </a:bodyPr>
          <a:lstStyle/>
          <a:p>
            <a:r>
              <a:rPr lang="en-US" sz="1600" dirty="0"/>
              <a:t>1  1  1  0  1  0</a:t>
            </a:r>
          </a:p>
        </p:txBody>
      </p:sp>
      <p:sp>
        <p:nvSpPr>
          <p:cNvPr id="34" name="Rectangle 33"/>
          <p:cNvSpPr/>
          <p:nvPr/>
        </p:nvSpPr>
        <p:spPr>
          <a:xfrm>
            <a:off x="3434794" y="3019807"/>
            <a:ext cx="1444626" cy="338554"/>
          </a:xfrm>
          <a:prstGeom prst="rect">
            <a:avLst/>
          </a:prstGeom>
        </p:spPr>
        <p:txBody>
          <a:bodyPr wrap="none">
            <a:spAutoFit/>
          </a:bodyPr>
          <a:lstStyle/>
          <a:p>
            <a:r>
              <a:rPr lang="en-US" sz="1600" dirty="0"/>
              <a:t>1  1  0  1  0  1</a:t>
            </a:r>
          </a:p>
        </p:txBody>
      </p:sp>
      <p:cxnSp>
        <p:nvCxnSpPr>
          <p:cNvPr id="35" name="Straight Connector 34"/>
          <p:cNvCxnSpPr/>
          <p:nvPr/>
        </p:nvCxnSpPr>
        <p:spPr>
          <a:xfrm>
            <a:off x="3194687" y="3287819"/>
            <a:ext cx="3924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3872944" y="3358360"/>
            <a:ext cx="1444626" cy="338554"/>
          </a:xfrm>
          <a:prstGeom prst="rect">
            <a:avLst/>
          </a:prstGeom>
        </p:spPr>
        <p:txBody>
          <a:bodyPr wrap="none">
            <a:spAutoFit/>
          </a:bodyPr>
          <a:lstStyle/>
          <a:p>
            <a:r>
              <a:rPr lang="en-US" sz="1600" dirty="0"/>
              <a:t>1  1  1  1  1  0</a:t>
            </a:r>
          </a:p>
        </p:txBody>
      </p:sp>
      <p:sp>
        <p:nvSpPr>
          <p:cNvPr id="37" name="Rectangle 36"/>
          <p:cNvSpPr/>
          <p:nvPr/>
        </p:nvSpPr>
        <p:spPr>
          <a:xfrm>
            <a:off x="3874489" y="3614703"/>
            <a:ext cx="1444626" cy="338554"/>
          </a:xfrm>
          <a:prstGeom prst="rect">
            <a:avLst/>
          </a:prstGeom>
        </p:spPr>
        <p:txBody>
          <a:bodyPr wrap="none">
            <a:spAutoFit/>
          </a:bodyPr>
          <a:lstStyle/>
          <a:p>
            <a:r>
              <a:rPr lang="en-US" sz="1600" dirty="0"/>
              <a:t>1  1  0  1  0  1</a:t>
            </a:r>
          </a:p>
        </p:txBody>
      </p:sp>
      <p:cxnSp>
        <p:nvCxnSpPr>
          <p:cNvPr id="38" name="Straight Connector 37"/>
          <p:cNvCxnSpPr/>
          <p:nvPr/>
        </p:nvCxnSpPr>
        <p:spPr>
          <a:xfrm>
            <a:off x="3634382" y="3882715"/>
            <a:ext cx="3528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4305600" y="3890272"/>
            <a:ext cx="1444626" cy="338554"/>
          </a:xfrm>
          <a:prstGeom prst="rect">
            <a:avLst/>
          </a:prstGeom>
        </p:spPr>
        <p:txBody>
          <a:bodyPr wrap="none">
            <a:spAutoFit/>
          </a:bodyPr>
          <a:lstStyle/>
          <a:p>
            <a:r>
              <a:rPr lang="en-US" sz="1600" dirty="0"/>
              <a:t>1   0 1  1  0  0</a:t>
            </a:r>
          </a:p>
        </p:txBody>
      </p:sp>
      <p:sp>
        <p:nvSpPr>
          <p:cNvPr id="40" name="Rectangle 39"/>
          <p:cNvSpPr/>
          <p:nvPr/>
        </p:nvSpPr>
        <p:spPr>
          <a:xfrm>
            <a:off x="4311203" y="4181857"/>
            <a:ext cx="1444626" cy="338554"/>
          </a:xfrm>
          <a:prstGeom prst="rect">
            <a:avLst/>
          </a:prstGeom>
        </p:spPr>
        <p:txBody>
          <a:bodyPr wrap="none">
            <a:spAutoFit/>
          </a:bodyPr>
          <a:lstStyle/>
          <a:p>
            <a:r>
              <a:rPr lang="en-US" sz="1600" dirty="0"/>
              <a:t>1  1  0  1  0  1</a:t>
            </a:r>
          </a:p>
        </p:txBody>
      </p:sp>
      <p:cxnSp>
        <p:nvCxnSpPr>
          <p:cNvPr id="41" name="Straight Connector 40"/>
          <p:cNvCxnSpPr/>
          <p:nvPr/>
        </p:nvCxnSpPr>
        <p:spPr>
          <a:xfrm>
            <a:off x="4071096" y="4449869"/>
            <a:ext cx="3924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4551310" y="4480998"/>
            <a:ext cx="1444626" cy="338554"/>
          </a:xfrm>
          <a:prstGeom prst="rect">
            <a:avLst/>
          </a:prstGeom>
        </p:spPr>
        <p:txBody>
          <a:bodyPr wrap="none">
            <a:spAutoFit/>
          </a:bodyPr>
          <a:lstStyle/>
          <a:p>
            <a:r>
              <a:rPr lang="en-US" sz="1600" dirty="0"/>
              <a:t>1  1  0  0  1  0</a:t>
            </a:r>
          </a:p>
        </p:txBody>
      </p:sp>
      <p:sp>
        <p:nvSpPr>
          <p:cNvPr id="43" name="Rectangle 42"/>
          <p:cNvSpPr/>
          <p:nvPr/>
        </p:nvSpPr>
        <p:spPr>
          <a:xfrm>
            <a:off x="4545707" y="4698963"/>
            <a:ext cx="1444626" cy="338554"/>
          </a:xfrm>
          <a:prstGeom prst="rect">
            <a:avLst/>
          </a:prstGeom>
        </p:spPr>
        <p:txBody>
          <a:bodyPr wrap="none">
            <a:spAutoFit/>
          </a:bodyPr>
          <a:lstStyle/>
          <a:p>
            <a:r>
              <a:rPr lang="en-US" sz="1600" dirty="0"/>
              <a:t>1  1  0  1  0  1</a:t>
            </a:r>
          </a:p>
        </p:txBody>
      </p:sp>
      <p:cxnSp>
        <p:nvCxnSpPr>
          <p:cNvPr id="44" name="Straight Connector 43"/>
          <p:cNvCxnSpPr/>
          <p:nvPr/>
        </p:nvCxnSpPr>
        <p:spPr>
          <a:xfrm>
            <a:off x="4305600" y="4966975"/>
            <a:ext cx="3924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4711700" y="4959725"/>
            <a:ext cx="1563248" cy="338554"/>
          </a:xfrm>
          <a:prstGeom prst="rect">
            <a:avLst/>
          </a:prstGeom>
        </p:spPr>
        <p:txBody>
          <a:bodyPr wrap="none">
            <a:spAutoFit/>
          </a:bodyPr>
          <a:lstStyle/>
          <a:p>
            <a:r>
              <a:rPr lang="en-US" sz="1600" b="1" dirty="0">
                <a:solidFill>
                  <a:srgbClr val="00B050"/>
                </a:solidFill>
              </a:rPr>
              <a:t>         1  1  1   0</a:t>
            </a:r>
          </a:p>
        </p:txBody>
      </p:sp>
      <p:sp>
        <p:nvSpPr>
          <p:cNvPr id="49" name="Rectangle 48"/>
          <p:cNvSpPr/>
          <p:nvPr/>
        </p:nvSpPr>
        <p:spPr>
          <a:xfrm>
            <a:off x="6864829" y="4937754"/>
            <a:ext cx="1377300" cy="369332"/>
          </a:xfrm>
          <a:prstGeom prst="rect">
            <a:avLst/>
          </a:prstGeom>
        </p:spPr>
        <p:txBody>
          <a:bodyPr wrap="none">
            <a:spAutoFit/>
          </a:bodyPr>
          <a:lstStyle/>
          <a:p>
            <a:r>
              <a:rPr lang="en-US" i="1" dirty="0"/>
              <a:t>Remainder </a:t>
            </a:r>
            <a:endParaRPr lang="en-US" dirty="0"/>
          </a:p>
        </p:txBody>
      </p:sp>
      <p:cxnSp>
        <p:nvCxnSpPr>
          <p:cNvPr id="50" name="Straight Arrow Connector 49"/>
          <p:cNvCxnSpPr>
            <a:stCxn id="49" idx="1"/>
            <a:endCxn id="45" idx="3"/>
          </p:cNvCxnSpPr>
          <p:nvPr/>
        </p:nvCxnSpPr>
        <p:spPr>
          <a:xfrm flipH="1">
            <a:off x="6274948" y="5122420"/>
            <a:ext cx="589881" cy="658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1" name="Content Placeholder 2"/>
          <p:cNvSpPr>
            <a:spLocks noGrp="1"/>
          </p:cNvSpPr>
          <p:nvPr>
            <p:ph idx="1"/>
          </p:nvPr>
        </p:nvSpPr>
        <p:spPr>
          <a:xfrm>
            <a:off x="500863" y="5882909"/>
            <a:ext cx="7895900" cy="675011"/>
          </a:xfrm>
        </p:spPr>
        <p:txBody>
          <a:bodyPr/>
          <a:lstStyle/>
          <a:p>
            <a:r>
              <a:rPr lang="en-US" sz="2000" dirty="0"/>
              <a:t>The remainder is added to</a:t>
            </a:r>
            <a:r>
              <a:rPr lang="en-NZ" sz="2000" dirty="0"/>
              <a:t> </a:t>
            </a:r>
            <a:r>
              <a:rPr lang="en-US" sz="2000" i="1" dirty="0"/>
              <a:t>D*2</a:t>
            </a:r>
            <a:r>
              <a:rPr lang="en-US" sz="2000" i="1" baseline="30000" dirty="0"/>
              <a:t>n-k</a:t>
            </a:r>
            <a:r>
              <a:rPr lang="en-US" sz="2000" i="1" dirty="0"/>
              <a:t> </a:t>
            </a:r>
            <a:r>
              <a:rPr lang="en-US" sz="2000" dirty="0"/>
              <a:t>to give </a:t>
            </a:r>
            <a:r>
              <a:rPr lang="en-US" sz="2000" i="1" dirty="0"/>
              <a:t>T</a:t>
            </a:r>
            <a:r>
              <a:rPr lang="en-US" sz="2000" dirty="0"/>
              <a:t>= 1010001101</a:t>
            </a:r>
            <a:r>
              <a:rPr lang="en-US" sz="2000" b="1" u="sng" dirty="0">
                <a:solidFill>
                  <a:srgbClr val="00B050"/>
                </a:solidFill>
              </a:rPr>
              <a:t>01110</a:t>
            </a:r>
          </a:p>
        </p:txBody>
      </p:sp>
      <p:sp>
        <p:nvSpPr>
          <p:cNvPr id="3" name="Rounded Rectangular Callout 2"/>
          <p:cNvSpPr/>
          <p:nvPr/>
        </p:nvSpPr>
        <p:spPr>
          <a:xfrm>
            <a:off x="40651" y="2231029"/>
            <a:ext cx="2603375" cy="1935806"/>
          </a:xfrm>
          <a:prstGeom prst="wedgeRoundRectCallout">
            <a:avLst>
              <a:gd name="adj1" fmla="val 19774"/>
              <a:gd name="adj2" fmla="val -6228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1600" dirty="0">
                <a:ln w="0"/>
                <a:solidFill>
                  <a:schemeClr val="tx1"/>
                </a:solidFill>
                <a:effectLst>
                  <a:outerShdw blurRad="38100" dist="19050" dir="2700000" algn="tl" rotWithShape="0">
                    <a:schemeClr val="dk1">
                      <a:alpha val="40000"/>
                    </a:schemeClr>
                  </a:outerShdw>
                </a:effectLst>
              </a:rPr>
              <a:t>A divisor is said “to go into” a dividend if the dividend has equal number of bits as the divisor! (heading zeros not counted)</a:t>
            </a:r>
            <a:endParaRPr lang="en-NZ" sz="1600" dirty="0"/>
          </a:p>
        </p:txBody>
      </p:sp>
      <p:sp>
        <p:nvSpPr>
          <p:cNvPr id="7" name="Rectangle 6">
            <a:extLst>
              <a:ext uri="{FF2B5EF4-FFF2-40B4-BE49-F238E27FC236}">
                <a16:creationId xmlns:a16="http://schemas.microsoft.com/office/drawing/2014/main" id="{21CB5970-896F-0542-CDF7-C6C829941F31}"/>
              </a:ext>
            </a:extLst>
          </p:cNvPr>
          <p:cNvSpPr/>
          <p:nvPr/>
        </p:nvSpPr>
        <p:spPr>
          <a:xfrm>
            <a:off x="6925098" y="865530"/>
            <a:ext cx="2609003" cy="369332"/>
          </a:xfrm>
          <a:prstGeom prst="rect">
            <a:avLst/>
          </a:prstGeom>
        </p:spPr>
        <p:txBody>
          <a:bodyPr wrap="square">
            <a:spAutoFit/>
          </a:bodyPr>
          <a:lstStyle/>
          <a:p>
            <a:r>
              <a:rPr lang="en-US" i="1" dirty="0"/>
              <a:t>Quotient, not used</a:t>
            </a:r>
          </a:p>
        </p:txBody>
      </p:sp>
      <p:cxnSp>
        <p:nvCxnSpPr>
          <p:cNvPr id="12" name="Straight Arrow Connector 11">
            <a:extLst>
              <a:ext uri="{FF2B5EF4-FFF2-40B4-BE49-F238E27FC236}">
                <a16:creationId xmlns:a16="http://schemas.microsoft.com/office/drawing/2014/main" id="{BC702463-A954-0159-7D51-0D81821DBC85}"/>
              </a:ext>
            </a:extLst>
          </p:cNvPr>
          <p:cNvCxnSpPr>
            <a:cxnSpLocks/>
            <a:stCxn id="7" idx="1"/>
          </p:cNvCxnSpPr>
          <p:nvPr/>
        </p:nvCxnSpPr>
        <p:spPr>
          <a:xfrm flipH="1">
            <a:off x="6331054" y="1050196"/>
            <a:ext cx="594044" cy="9894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790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cTn>
                              </p:par>
                            </p:childTnLst>
                          </p:cTn>
                        </p:par>
                        <p:par>
                          <p:cTn id="15" fill="hold">
                            <p:stCondLst>
                              <p:cond delay="500"/>
                            </p:stCondLst>
                            <p:childTnLst>
                              <p:par>
                                <p:cTn id="16" presetID="22" presetClass="entr" presetSubtype="4" fill="hold"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down)">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500"/>
                                        <p:tgtEl>
                                          <p:spTgt spid="29"/>
                                        </p:tgtEl>
                                      </p:cBhvr>
                                    </p:animEffect>
                                  </p:childTnLst>
                                </p:cTn>
                              </p:par>
                            </p:childTnLst>
                          </p:cTn>
                        </p:par>
                        <p:par>
                          <p:cTn id="29" fill="hold">
                            <p:stCondLst>
                              <p:cond delay="500"/>
                            </p:stCondLst>
                            <p:childTnLst>
                              <p:par>
                                <p:cTn id="30" presetID="22" presetClass="entr" presetSubtype="4" fill="hold"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down)">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left)">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wipe(left)">
                                      <p:cBhvr>
                                        <p:cTn id="42" dur="500"/>
                                        <p:tgtEl>
                                          <p:spTgt spid="34"/>
                                        </p:tgtEl>
                                      </p:cBhvr>
                                    </p:animEffect>
                                  </p:childTnLst>
                                </p:cTn>
                              </p:par>
                            </p:childTnLst>
                          </p:cTn>
                        </p:par>
                        <p:par>
                          <p:cTn id="43" fill="hold">
                            <p:stCondLst>
                              <p:cond delay="500"/>
                            </p:stCondLst>
                            <p:childTnLst>
                              <p:par>
                                <p:cTn id="44" presetID="22" presetClass="entr" presetSubtype="4" fill="hold" nodeType="after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wipe(down)">
                                      <p:cBhvr>
                                        <p:cTn id="46" dur="500"/>
                                        <p:tgtEl>
                                          <p:spTgt spid="3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left)">
                                      <p:cBhvr>
                                        <p:cTn id="51" dur="500"/>
                                        <p:tgtEl>
                                          <p:spTgt spid="3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wipe(left)">
                                      <p:cBhvr>
                                        <p:cTn id="56" dur="500"/>
                                        <p:tgtEl>
                                          <p:spTgt spid="37"/>
                                        </p:tgtEl>
                                      </p:cBhvr>
                                    </p:animEffect>
                                  </p:childTnLst>
                                </p:cTn>
                              </p:par>
                            </p:childTnLst>
                          </p:cTn>
                        </p:par>
                        <p:par>
                          <p:cTn id="57" fill="hold">
                            <p:stCondLst>
                              <p:cond delay="500"/>
                            </p:stCondLst>
                            <p:childTnLst>
                              <p:par>
                                <p:cTn id="58" presetID="22" presetClass="entr" presetSubtype="4" fill="hold" nodeType="after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down)">
                                      <p:cBhvr>
                                        <p:cTn id="60" dur="500"/>
                                        <p:tgtEl>
                                          <p:spTgt spid="3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wipe(left)">
                                      <p:cBhvr>
                                        <p:cTn id="65" dur="500"/>
                                        <p:tgtEl>
                                          <p:spTgt spid="3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wipe(left)">
                                      <p:cBhvr>
                                        <p:cTn id="70" dur="500"/>
                                        <p:tgtEl>
                                          <p:spTgt spid="40"/>
                                        </p:tgtEl>
                                      </p:cBhvr>
                                    </p:animEffect>
                                  </p:childTnLst>
                                </p:cTn>
                              </p:par>
                            </p:childTnLst>
                          </p:cTn>
                        </p:par>
                        <p:par>
                          <p:cTn id="71" fill="hold">
                            <p:stCondLst>
                              <p:cond delay="500"/>
                            </p:stCondLst>
                            <p:childTnLst>
                              <p:par>
                                <p:cTn id="72" presetID="22" presetClass="entr" presetSubtype="4" fill="hold" nodeType="afterEffect">
                                  <p:stCondLst>
                                    <p:cond delay="0"/>
                                  </p:stCondLst>
                                  <p:childTnLst>
                                    <p:set>
                                      <p:cBhvr>
                                        <p:cTn id="73" dur="1" fill="hold">
                                          <p:stCondLst>
                                            <p:cond delay="0"/>
                                          </p:stCondLst>
                                        </p:cTn>
                                        <p:tgtEl>
                                          <p:spTgt spid="41"/>
                                        </p:tgtEl>
                                        <p:attrNameLst>
                                          <p:attrName>style.visibility</p:attrName>
                                        </p:attrNameLst>
                                      </p:cBhvr>
                                      <p:to>
                                        <p:strVal val="visible"/>
                                      </p:to>
                                    </p:set>
                                    <p:animEffect transition="in" filter="wipe(down)">
                                      <p:cBhvr>
                                        <p:cTn id="74" dur="500"/>
                                        <p:tgtEl>
                                          <p:spTgt spid="4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wipe(left)">
                                      <p:cBhvr>
                                        <p:cTn id="79" dur="500"/>
                                        <p:tgtEl>
                                          <p:spTgt spid="4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wipe(left)">
                                      <p:cBhvr>
                                        <p:cTn id="84" dur="500"/>
                                        <p:tgtEl>
                                          <p:spTgt spid="43"/>
                                        </p:tgtEl>
                                      </p:cBhvr>
                                    </p:animEffect>
                                  </p:childTnLst>
                                </p:cTn>
                              </p:par>
                            </p:childTnLst>
                          </p:cTn>
                        </p:par>
                        <p:par>
                          <p:cTn id="85" fill="hold">
                            <p:stCondLst>
                              <p:cond delay="500"/>
                            </p:stCondLst>
                            <p:childTnLst>
                              <p:par>
                                <p:cTn id="86" presetID="22" presetClass="entr" presetSubtype="4" fill="hold" nodeType="after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wipe(down)">
                                      <p:cBhvr>
                                        <p:cTn id="88" dur="500"/>
                                        <p:tgtEl>
                                          <p:spTgt spid="4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wipe(left)">
                                      <p:cBhvr>
                                        <p:cTn id="93" dur="500"/>
                                        <p:tgtEl>
                                          <p:spTgt spid="45"/>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49"/>
                                        </p:tgtEl>
                                        <p:attrNameLst>
                                          <p:attrName>style.visibility</p:attrName>
                                        </p:attrNameLst>
                                      </p:cBhvr>
                                      <p:to>
                                        <p:strVal val="visible"/>
                                      </p:to>
                                    </p:set>
                                    <p:animEffect transition="in" filter="wipe(down)">
                                      <p:cBhvr>
                                        <p:cTn id="98" dur="500"/>
                                        <p:tgtEl>
                                          <p:spTgt spid="49"/>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grpId="0" nodeType="clickEffect">
                                  <p:stCondLst>
                                    <p:cond delay="0"/>
                                  </p:stCondLst>
                                  <p:childTnLst>
                                    <p:set>
                                      <p:cBhvr>
                                        <p:cTn id="102" dur="1" fill="hold">
                                          <p:stCondLst>
                                            <p:cond delay="0"/>
                                          </p:stCondLst>
                                        </p:cTn>
                                        <p:tgtEl>
                                          <p:spTgt spid="51">
                                            <p:txEl>
                                              <p:pRg st="0" end="0"/>
                                            </p:txEl>
                                          </p:spTgt>
                                        </p:tgtEl>
                                        <p:attrNameLst>
                                          <p:attrName>style.visibility</p:attrName>
                                        </p:attrNameLst>
                                      </p:cBhvr>
                                      <p:to>
                                        <p:strVal val="visible"/>
                                      </p:to>
                                    </p:set>
                                    <p:animEffect transition="in" filter="wipe(down)">
                                      <p:cBhvr>
                                        <p:cTn id="103" dur="500"/>
                                        <p:tgtEl>
                                          <p:spTgt spid="51">
                                            <p:txEl>
                                              <p:pRg st="0" end="0"/>
                                            </p:txEl>
                                          </p:spTgt>
                                        </p:tgtEl>
                                      </p:cBhvr>
                                    </p:animEffect>
                                  </p:childTnLst>
                                </p:cTn>
                              </p:par>
                              <p:par>
                                <p:cTn id="104" presetID="22" presetClass="entr" presetSubtype="4" fill="hold" nodeType="withEffect">
                                  <p:stCondLst>
                                    <p:cond delay="0"/>
                                  </p:stCondLst>
                                  <p:childTnLst>
                                    <p:set>
                                      <p:cBhvr>
                                        <p:cTn id="105" dur="1" fill="hold">
                                          <p:stCondLst>
                                            <p:cond delay="0"/>
                                          </p:stCondLst>
                                        </p:cTn>
                                        <p:tgtEl>
                                          <p:spTgt spid="50"/>
                                        </p:tgtEl>
                                        <p:attrNameLst>
                                          <p:attrName>style.visibility</p:attrName>
                                        </p:attrNameLst>
                                      </p:cBhvr>
                                      <p:to>
                                        <p:strVal val="visible"/>
                                      </p:to>
                                    </p:set>
                                    <p:animEffect transition="in" filter="wipe(down)">
                                      <p:cBhvr>
                                        <p:cTn id="106"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9" grpId="0"/>
      <p:bldP spid="33" grpId="0"/>
      <p:bldP spid="34" grpId="0"/>
      <p:bldP spid="36" grpId="0"/>
      <p:bldP spid="37" grpId="0"/>
      <p:bldP spid="39" grpId="0"/>
      <p:bldP spid="40" grpId="0"/>
      <p:bldP spid="42" grpId="0"/>
      <p:bldP spid="43" grpId="0"/>
      <p:bldP spid="45" grpId="0"/>
      <p:bldP spid="49" grpId="0"/>
      <p:bldP spid="51" grpId="0" build="p"/>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CRC – An Example (cont.)</a:t>
            </a:r>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27</a:t>
            </a:fld>
            <a:endParaRPr lang="en-US" dirty="0"/>
          </a:p>
        </p:txBody>
      </p:sp>
      <p:grpSp>
        <p:nvGrpSpPr>
          <p:cNvPr id="5" name="Group 4"/>
          <p:cNvGrpSpPr/>
          <p:nvPr/>
        </p:nvGrpSpPr>
        <p:grpSpPr>
          <a:xfrm>
            <a:off x="2602122" y="1324357"/>
            <a:ext cx="4480834" cy="433805"/>
            <a:chOff x="1143000" y="1676400"/>
            <a:chExt cx="6324600" cy="228600"/>
          </a:xfrm>
        </p:grpSpPr>
        <p:cxnSp>
          <p:nvCxnSpPr>
            <p:cNvPr id="6" name="Straight Connector 5"/>
            <p:cNvCxnSpPr/>
            <p:nvPr/>
          </p:nvCxnSpPr>
          <p:spPr>
            <a:xfrm>
              <a:off x="1371600" y="1676400"/>
              <a:ext cx="6096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1143000" y="1676400"/>
              <a:ext cx="228600" cy="22860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8" name="Rectangle 7"/>
          <p:cNvSpPr/>
          <p:nvPr/>
        </p:nvSpPr>
        <p:spPr>
          <a:xfrm>
            <a:off x="2333353" y="1400557"/>
            <a:ext cx="4480834" cy="338554"/>
          </a:xfrm>
          <a:prstGeom prst="rect">
            <a:avLst/>
          </a:prstGeom>
        </p:spPr>
        <p:txBody>
          <a:bodyPr wrap="square">
            <a:spAutoFit/>
          </a:bodyPr>
          <a:lstStyle/>
          <a:p>
            <a:pPr lvl="1"/>
            <a:r>
              <a:rPr lang="en-US" sz="1600" dirty="0"/>
              <a:t>1  0  1  0  0  0  1  1  0  1  </a:t>
            </a:r>
            <a:r>
              <a:rPr lang="en-US" sz="1600" b="1" dirty="0">
                <a:solidFill>
                  <a:srgbClr val="00B050"/>
                </a:solidFill>
              </a:rPr>
              <a:t>0  1  1  1  0</a:t>
            </a:r>
          </a:p>
        </p:txBody>
      </p:sp>
      <p:sp>
        <p:nvSpPr>
          <p:cNvPr id="9" name="Rectangle 8"/>
          <p:cNvSpPr/>
          <p:nvPr/>
        </p:nvSpPr>
        <p:spPr>
          <a:xfrm>
            <a:off x="6809135" y="1362244"/>
            <a:ext cx="385683" cy="369332"/>
          </a:xfrm>
          <a:prstGeom prst="rect">
            <a:avLst/>
          </a:prstGeom>
        </p:spPr>
        <p:txBody>
          <a:bodyPr wrap="none">
            <a:spAutoFit/>
          </a:bodyPr>
          <a:lstStyle/>
          <a:p>
            <a:r>
              <a:rPr lang="en-US" dirty="0"/>
              <a:t> T</a:t>
            </a:r>
          </a:p>
        </p:txBody>
      </p:sp>
      <p:cxnSp>
        <p:nvCxnSpPr>
          <p:cNvPr id="10" name="Straight Arrow Connector 9"/>
          <p:cNvCxnSpPr>
            <a:cxnSpLocks/>
          </p:cNvCxnSpPr>
          <p:nvPr/>
        </p:nvCxnSpPr>
        <p:spPr>
          <a:xfrm flipH="1">
            <a:off x="6400800" y="1546910"/>
            <a:ext cx="408335" cy="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159213" y="1381508"/>
            <a:ext cx="1444626" cy="338554"/>
          </a:xfrm>
          <a:prstGeom prst="rect">
            <a:avLst/>
          </a:prstGeom>
        </p:spPr>
        <p:txBody>
          <a:bodyPr wrap="none">
            <a:spAutoFit/>
          </a:bodyPr>
          <a:lstStyle/>
          <a:p>
            <a:r>
              <a:rPr lang="en-US" sz="1600" dirty="0"/>
              <a:t>1  1  0  1  0  1</a:t>
            </a:r>
          </a:p>
        </p:txBody>
      </p:sp>
      <p:cxnSp>
        <p:nvCxnSpPr>
          <p:cNvPr id="12" name="Straight Arrow Connector 11"/>
          <p:cNvCxnSpPr>
            <a:cxnSpLocks/>
          </p:cNvCxnSpPr>
          <p:nvPr/>
        </p:nvCxnSpPr>
        <p:spPr>
          <a:xfrm>
            <a:off x="723250" y="1546910"/>
            <a:ext cx="435963" cy="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02866" y="1385168"/>
            <a:ext cx="338554" cy="369332"/>
          </a:xfrm>
          <a:prstGeom prst="rect">
            <a:avLst/>
          </a:prstGeom>
        </p:spPr>
        <p:txBody>
          <a:bodyPr wrap="none">
            <a:spAutoFit/>
          </a:bodyPr>
          <a:lstStyle/>
          <a:p>
            <a:r>
              <a:rPr lang="en-US" i="1" dirty="0"/>
              <a:t>P</a:t>
            </a:r>
          </a:p>
        </p:txBody>
      </p:sp>
      <p:sp>
        <p:nvSpPr>
          <p:cNvPr id="14" name="Rectangle 13"/>
          <p:cNvSpPr/>
          <p:nvPr/>
        </p:nvSpPr>
        <p:spPr>
          <a:xfrm>
            <a:off x="2777231" y="1693688"/>
            <a:ext cx="1444626" cy="338554"/>
          </a:xfrm>
          <a:prstGeom prst="rect">
            <a:avLst/>
          </a:prstGeom>
        </p:spPr>
        <p:txBody>
          <a:bodyPr wrap="none">
            <a:spAutoFit/>
          </a:bodyPr>
          <a:lstStyle/>
          <a:p>
            <a:r>
              <a:rPr lang="en-US" sz="1600" dirty="0"/>
              <a:t>1  1  0  1  0  1</a:t>
            </a:r>
          </a:p>
        </p:txBody>
      </p:sp>
      <p:cxnSp>
        <p:nvCxnSpPr>
          <p:cNvPr id="15" name="Straight Connector 14"/>
          <p:cNvCxnSpPr/>
          <p:nvPr/>
        </p:nvCxnSpPr>
        <p:spPr>
          <a:xfrm>
            <a:off x="2683101" y="2032242"/>
            <a:ext cx="1476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004187" y="2115821"/>
            <a:ext cx="1444626" cy="338554"/>
          </a:xfrm>
          <a:prstGeom prst="rect">
            <a:avLst/>
          </a:prstGeom>
        </p:spPr>
        <p:txBody>
          <a:bodyPr wrap="none">
            <a:spAutoFit/>
          </a:bodyPr>
          <a:lstStyle/>
          <a:p>
            <a:r>
              <a:rPr lang="en-US" sz="1600" dirty="0"/>
              <a:t>1  1  1  0  1  1</a:t>
            </a:r>
          </a:p>
        </p:txBody>
      </p:sp>
      <p:sp>
        <p:nvSpPr>
          <p:cNvPr id="18" name="Rectangle 17"/>
          <p:cNvSpPr/>
          <p:nvPr/>
        </p:nvSpPr>
        <p:spPr>
          <a:xfrm>
            <a:off x="3921761" y="935405"/>
            <a:ext cx="3080216" cy="338554"/>
          </a:xfrm>
          <a:prstGeom prst="rect">
            <a:avLst/>
          </a:prstGeom>
        </p:spPr>
        <p:txBody>
          <a:bodyPr wrap="square">
            <a:spAutoFit/>
          </a:bodyPr>
          <a:lstStyle/>
          <a:p>
            <a:r>
              <a:rPr lang="en-US" sz="1600" dirty="0"/>
              <a:t>1  1  0  1  0  1  0  1  1  0</a:t>
            </a:r>
          </a:p>
        </p:txBody>
      </p:sp>
      <p:sp>
        <p:nvSpPr>
          <p:cNvPr id="19" name="Rectangle 18"/>
          <p:cNvSpPr/>
          <p:nvPr/>
        </p:nvSpPr>
        <p:spPr>
          <a:xfrm>
            <a:off x="3004187" y="2446995"/>
            <a:ext cx="1444626" cy="338554"/>
          </a:xfrm>
          <a:prstGeom prst="rect">
            <a:avLst/>
          </a:prstGeom>
        </p:spPr>
        <p:txBody>
          <a:bodyPr wrap="none">
            <a:spAutoFit/>
          </a:bodyPr>
          <a:lstStyle/>
          <a:p>
            <a:r>
              <a:rPr lang="en-US" sz="1600" dirty="0"/>
              <a:t>1  1  0  1  0  1</a:t>
            </a:r>
          </a:p>
        </p:txBody>
      </p:sp>
      <p:cxnSp>
        <p:nvCxnSpPr>
          <p:cNvPr id="20" name="Straight Connector 19"/>
          <p:cNvCxnSpPr/>
          <p:nvPr/>
        </p:nvCxnSpPr>
        <p:spPr>
          <a:xfrm>
            <a:off x="2992200" y="2715007"/>
            <a:ext cx="1656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442026" y="2750781"/>
            <a:ext cx="1444626" cy="338554"/>
          </a:xfrm>
          <a:prstGeom prst="rect">
            <a:avLst/>
          </a:prstGeom>
        </p:spPr>
        <p:txBody>
          <a:bodyPr wrap="none">
            <a:spAutoFit/>
          </a:bodyPr>
          <a:lstStyle/>
          <a:p>
            <a:r>
              <a:rPr lang="en-US" sz="1600" dirty="0"/>
              <a:t>1  1  1  0  1  0</a:t>
            </a:r>
          </a:p>
        </p:txBody>
      </p:sp>
      <p:sp>
        <p:nvSpPr>
          <p:cNvPr id="22" name="Rectangle 21"/>
          <p:cNvSpPr/>
          <p:nvPr/>
        </p:nvSpPr>
        <p:spPr>
          <a:xfrm>
            <a:off x="3434794" y="3019807"/>
            <a:ext cx="1444626" cy="338554"/>
          </a:xfrm>
          <a:prstGeom prst="rect">
            <a:avLst/>
          </a:prstGeom>
        </p:spPr>
        <p:txBody>
          <a:bodyPr wrap="none">
            <a:spAutoFit/>
          </a:bodyPr>
          <a:lstStyle/>
          <a:p>
            <a:r>
              <a:rPr lang="en-US" sz="1600" dirty="0"/>
              <a:t>1  1  0  1  0  1</a:t>
            </a:r>
          </a:p>
        </p:txBody>
      </p:sp>
      <p:cxnSp>
        <p:nvCxnSpPr>
          <p:cNvPr id="23" name="Straight Connector 22"/>
          <p:cNvCxnSpPr/>
          <p:nvPr/>
        </p:nvCxnSpPr>
        <p:spPr>
          <a:xfrm>
            <a:off x="3194687" y="3287819"/>
            <a:ext cx="1620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3872944" y="3358360"/>
            <a:ext cx="1444626" cy="338554"/>
          </a:xfrm>
          <a:prstGeom prst="rect">
            <a:avLst/>
          </a:prstGeom>
        </p:spPr>
        <p:txBody>
          <a:bodyPr wrap="none">
            <a:spAutoFit/>
          </a:bodyPr>
          <a:lstStyle/>
          <a:p>
            <a:r>
              <a:rPr lang="en-US" sz="1600" dirty="0"/>
              <a:t>1  1  1  1  1  </a:t>
            </a:r>
            <a:r>
              <a:rPr lang="en-US" sz="1600" dirty="0">
                <a:solidFill>
                  <a:srgbClr val="00B050"/>
                </a:solidFill>
              </a:rPr>
              <a:t>0</a:t>
            </a:r>
          </a:p>
        </p:txBody>
      </p:sp>
      <p:sp>
        <p:nvSpPr>
          <p:cNvPr id="25" name="Rectangle 24"/>
          <p:cNvSpPr/>
          <p:nvPr/>
        </p:nvSpPr>
        <p:spPr>
          <a:xfrm>
            <a:off x="3874489" y="3614703"/>
            <a:ext cx="1444626" cy="338554"/>
          </a:xfrm>
          <a:prstGeom prst="rect">
            <a:avLst/>
          </a:prstGeom>
        </p:spPr>
        <p:txBody>
          <a:bodyPr wrap="none">
            <a:spAutoFit/>
          </a:bodyPr>
          <a:lstStyle/>
          <a:p>
            <a:r>
              <a:rPr lang="en-US" sz="1600" dirty="0"/>
              <a:t>1  1  0  1  0  1</a:t>
            </a:r>
          </a:p>
        </p:txBody>
      </p:sp>
      <p:cxnSp>
        <p:nvCxnSpPr>
          <p:cNvPr id="26" name="Straight Connector 25"/>
          <p:cNvCxnSpPr/>
          <p:nvPr/>
        </p:nvCxnSpPr>
        <p:spPr>
          <a:xfrm>
            <a:off x="3634382" y="3882715"/>
            <a:ext cx="1764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4305600" y="3890272"/>
            <a:ext cx="1444626" cy="338554"/>
          </a:xfrm>
          <a:prstGeom prst="rect">
            <a:avLst/>
          </a:prstGeom>
        </p:spPr>
        <p:txBody>
          <a:bodyPr wrap="none">
            <a:spAutoFit/>
          </a:bodyPr>
          <a:lstStyle/>
          <a:p>
            <a:r>
              <a:rPr lang="en-US" sz="1600" dirty="0"/>
              <a:t>1   0 1  1  </a:t>
            </a:r>
            <a:r>
              <a:rPr lang="en-US" sz="1600" dirty="0">
                <a:solidFill>
                  <a:srgbClr val="00B050"/>
                </a:solidFill>
              </a:rPr>
              <a:t>1  1</a:t>
            </a:r>
          </a:p>
        </p:txBody>
      </p:sp>
      <p:sp>
        <p:nvSpPr>
          <p:cNvPr id="28" name="Rectangle 27"/>
          <p:cNvSpPr/>
          <p:nvPr/>
        </p:nvSpPr>
        <p:spPr>
          <a:xfrm>
            <a:off x="4311203" y="4181857"/>
            <a:ext cx="1444626" cy="338554"/>
          </a:xfrm>
          <a:prstGeom prst="rect">
            <a:avLst/>
          </a:prstGeom>
        </p:spPr>
        <p:txBody>
          <a:bodyPr wrap="none">
            <a:spAutoFit/>
          </a:bodyPr>
          <a:lstStyle/>
          <a:p>
            <a:r>
              <a:rPr lang="en-US" sz="1600" dirty="0"/>
              <a:t>1  1  0  1  0  1</a:t>
            </a:r>
          </a:p>
        </p:txBody>
      </p:sp>
      <p:cxnSp>
        <p:nvCxnSpPr>
          <p:cNvPr id="29" name="Straight Connector 28"/>
          <p:cNvCxnSpPr/>
          <p:nvPr/>
        </p:nvCxnSpPr>
        <p:spPr>
          <a:xfrm>
            <a:off x="4351200" y="4449869"/>
            <a:ext cx="1440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4551310" y="4480998"/>
            <a:ext cx="1444626" cy="338554"/>
          </a:xfrm>
          <a:prstGeom prst="rect">
            <a:avLst/>
          </a:prstGeom>
        </p:spPr>
        <p:txBody>
          <a:bodyPr wrap="none">
            <a:spAutoFit/>
          </a:bodyPr>
          <a:lstStyle/>
          <a:p>
            <a:r>
              <a:rPr lang="en-US" sz="1600" dirty="0"/>
              <a:t>1  1  0  1  0  </a:t>
            </a:r>
            <a:r>
              <a:rPr lang="en-US" sz="1600" dirty="0">
                <a:solidFill>
                  <a:srgbClr val="00B050"/>
                </a:solidFill>
              </a:rPr>
              <a:t>1</a:t>
            </a:r>
          </a:p>
        </p:txBody>
      </p:sp>
      <p:sp>
        <p:nvSpPr>
          <p:cNvPr id="31" name="Rectangle 30"/>
          <p:cNvSpPr/>
          <p:nvPr/>
        </p:nvSpPr>
        <p:spPr>
          <a:xfrm>
            <a:off x="4545707" y="4698963"/>
            <a:ext cx="1444626" cy="338554"/>
          </a:xfrm>
          <a:prstGeom prst="rect">
            <a:avLst/>
          </a:prstGeom>
        </p:spPr>
        <p:txBody>
          <a:bodyPr wrap="none">
            <a:spAutoFit/>
          </a:bodyPr>
          <a:lstStyle/>
          <a:p>
            <a:r>
              <a:rPr lang="en-US" sz="1600" dirty="0"/>
              <a:t>1  1  0  1  0  1</a:t>
            </a:r>
          </a:p>
        </p:txBody>
      </p:sp>
      <p:cxnSp>
        <p:nvCxnSpPr>
          <p:cNvPr id="32" name="Straight Connector 31"/>
          <p:cNvCxnSpPr/>
          <p:nvPr/>
        </p:nvCxnSpPr>
        <p:spPr>
          <a:xfrm>
            <a:off x="4600800" y="4966975"/>
            <a:ext cx="1800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5071200" y="4960324"/>
            <a:ext cx="1221809" cy="338554"/>
          </a:xfrm>
          <a:prstGeom prst="rect">
            <a:avLst/>
          </a:prstGeom>
        </p:spPr>
        <p:txBody>
          <a:bodyPr wrap="none">
            <a:spAutoFit/>
          </a:bodyPr>
          <a:lstStyle/>
          <a:p>
            <a:r>
              <a:rPr lang="en-US" sz="1600" dirty="0"/>
              <a:t>                </a:t>
            </a:r>
            <a:r>
              <a:rPr lang="en-US" sz="1600" dirty="0">
                <a:solidFill>
                  <a:srgbClr val="00B050"/>
                </a:solidFill>
              </a:rPr>
              <a:t>0</a:t>
            </a:r>
          </a:p>
        </p:txBody>
      </p:sp>
      <p:sp>
        <p:nvSpPr>
          <p:cNvPr id="35" name="Rectangle 34"/>
          <p:cNvSpPr/>
          <p:nvPr/>
        </p:nvSpPr>
        <p:spPr>
          <a:xfrm>
            <a:off x="6764551" y="4941737"/>
            <a:ext cx="1377300" cy="369332"/>
          </a:xfrm>
          <a:prstGeom prst="rect">
            <a:avLst/>
          </a:prstGeom>
        </p:spPr>
        <p:txBody>
          <a:bodyPr wrap="none">
            <a:spAutoFit/>
          </a:bodyPr>
          <a:lstStyle/>
          <a:p>
            <a:r>
              <a:rPr lang="en-US" i="1" dirty="0"/>
              <a:t>Remainder </a:t>
            </a:r>
            <a:endParaRPr lang="en-US" dirty="0"/>
          </a:p>
        </p:txBody>
      </p:sp>
      <p:cxnSp>
        <p:nvCxnSpPr>
          <p:cNvPr id="36" name="Straight Arrow Connector 35"/>
          <p:cNvCxnSpPr>
            <a:stCxn id="35" idx="1"/>
            <a:endCxn id="33" idx="3"/>
          </p:cNvCxnSpPr>
          <p:nvPr/>
        </p:nvCxnSpPr>
        <p:spPr>
          <a:xfrm flipH="1">
            <a:off x="6293009" y="5126403"/>
            <a:ext cx="471542" cy="3198"/>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7" name="Content Placeholder 2"/>
          <p:cNvSpPr>
            <a:spLocks noGrp="1"/>
          </p:cNvSpPr>
          <p:nvPr>
            <p:ph idx="1"/>
          </p:nvPr>
        </p:nvSpPr>
        <p:spPr>
          <a:xfrm>
            <a:off x="914399" y="5572506"/>
            <a:ext cx="7467601" cy="796527"/>
          </a:xfrm>
        </p:spPr>
        <p:txBody>
          <a:bodyPr/>
          <a:lstStyle/>
          <a:p>
            <a:r>
              <a:rPr lang="en-US" sz="2000" dirty="0"/>
              <a:t>Because there is no remainder, it is assumed that there have been no errors.</a:t>
            </a:r>
            <a:endParaRPr lang="en-US" sz="2000" b="1" u="sng" dirty="0">
              <a:solidFill>
                <a:srgbClr val="00B050"/>
              </a:solidFill>
            </a:endParaRPr>
          </a:p>
        </p:txBody>
      </p:sp>
    </p:spTree>
    <p:extLst>
      <p:ext uri="{BB962C8B-B14F-4D97-AF65-F5344CB8AC3E}">
        <p14:creationId xmlns:p14="http://schemas.microsoft.com/office/powerpoint/2010/main" val="2618738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9" grpId="0"/>
      <p:bldP spid="21" grpId="0"/>
      <p:bldP spid="22" grpId="0"/>
      <p:bldP spid="24" grpId="0"/>
      <p:bldP spid="25" grpId="0"/>
      <p:bldP spid="27" grpId="0"/>
      <p:bldP spid="28" grpId="0"/>
      <p:bldP spid="30" grpId="0"/>
      <p:bldP spid="31" grpId="0"/>
      <p:bldP spid="33" grpId="0"/>
      <p:bldP spid="35" grpId="0"/>
      <p:bldP spid="3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CRC, also known as polynomial codes</a:t>
            </a:r>
          </a:p>
        </p:txBody>
      </p:sp>
      <p:sp>
        <p:nvSpPr>
          <p:cNvPr id="4" name="Content Placeholder 3"/>
          <p:cNvSpPr>
            <a:spLocks noGrp="1"/>
          </p:cNvSpPr>
          <p:nvPr>
            <p:ph idx="1"/>
          </p:nvPr>
        </p:nvSpPr>
        <p:spPr>
          <a:xfrm>
            <a:off x="457200" y="990600"/>
            <a:ext cx="8229600" cy="1905000"/>
          </a:xfrm>
        </p:spPr>
        <p:txBody>
          <a:bodyPr/>
          <a:lstStyle/>
          <a:p>
            <a:r>
              <a:rPr lang="en-GB" altLang="en-US" sz="2400" dirty="0"/>
              <a:t>Express all values as polynomials in a dummy variable X, with binary coefficients.</a:t>
            </a:r>
            <a:endParaRPr lang="en-US" altLang="en-US" sz="2400" dirty="0"/>
          </a:p>
          <a:p>
            <a:pPr lvl="1"/>
            <a:r>
              <a:rPr lang="en-US" altLang="en-US" sz="2000" dirty="0"/>
              <a:t>The power of each term shows the position of the bit.</a:t>
            </a:r>
          </a:p>
          <a:p>
            <a:pPr lvl="1"/>
            <a:r>
              <a:rPr lang="en-US" altLang="en-US" sz="2000" dirty="0"/>
              <a:t>The coefficient shows the value of the bit.</a:t>
            </a:r>
            <a:endParaRPr lang="en-US" sz="2000" dirty="0"/>
          </a:p>
        </p:txBody>
      </p:sp>
      <p:pic>
        <p:nvPicPr>
          <p:cNvPr id="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10709"/>
          <a:stretch/>
        </p:blipFill>
        <p:spPr bwMode="auto">
          <a:xfrm>
            <a:off x="488950" y="3505200"/>
            <a:ext cx="481667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b="14733"/>
          <a:stretch/>
        </p:blipFill>
        <p:spPr bwMode="auto">
          <a:xfrm>
            <a:off x="5867400" y="3810000"/>
            <a:ext cx="2621294" cy="1521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3">
            <a:extLst>
              <a:ext uri="{FF2B5EF4-FFF2-40B4-BE49-F238E27FC236}">
                <a16:creationId xmlns:a16="http://schemas.microsoft.com/office/drawing/2014/main" id="{29887393-341B-EDDB-6521-B2014160E140}"/>
              </a:ext>
            </a:extLst>
          </p:cNvPr>
          <p:cNvSpPr>
            <a:spLocks noGrp="1"/>
          </p:cNvSpPr>
          <p:nvPr>
            <p:ph type="sldNum" sz="quarter" idx="4"/>
          </p:nvPr>
        </p:nvSpPr>
        <p:spPr>
          <a:xfrm>
            <a:off x="6972300" y="6553200"/>
            <a:ext cx="2011363" cy="278273"/>
          </a:xfrm>
        </p:spPr>
        <p:txBody>
          <a:bodyPr/>
          <a:lstStyle/>
          <a:p>
            <a:pPr>
              <a:defRPr/>
            </a:pPr>
            <a:fld id="{DACE9E11-39C8-4E20-894F-A4A883CCF6EF}" type="slidenum">
              <a:rPr lang="en-US" smtClean="0"/>
              <a:pPr>
                <a:defRPr/>
              </a:pPr>
              <a:t>28</a:t>
            </a:fld>
            <a:endParaRPr lang="en-US" dirty="0"/>
          </a:p>
        </p:txBody>
      </p:sp>
    </p:spTree>
    <p:extLst>
      <p:ext uri="{BB962C8B-B14F-4D97-AF65-F5344CB8AC3E}">
        <p14:creationId xmlns:p14="http://schemas.microsoft.com/office/powerpoint/2010/main" val="48844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CRC – Some Standard Polynomials</a:t>
            </a:r>
          </a:p>
        </p:txBody>
      </p:sp>
      <p:sp>
        <p:nvSpPr>
          <p:cNvPr id="3" name="Content Placeholder 2"/>
          <p:cNvSpPr>
            <a:spLocks noGrp="1"/>
          </p:cNvSpPr>
          <p:nvPr>
            <p:ph idx="1"/>
          </p:nvPr>
        </p:nvSpPr>
        <p:spPr>
          <a:xfrm>
            <a:off x="457200" y="990600"/>
            <a:ext cx="8229600" cy="3124200"/>
          </a:xfrm>
        </p:spPr>
        <p:txBody>
          <a:bodyPr/>
          <a:lstStyle/>
          <a:p>
            <a:pPr>
              <a:spcBef>
                <a:spcPts val="600"/>
              </a:spcBef>
              <a:spcAft>
                <a:spcPts val="600"/>
              </a:spcAft>
            </a:pPr>
            <a:r>
              <a:rPr lang="en-US" dirty="0"/>
              <a:t>Four versions of </a:t>
            </a:r>
            <a:r>
              <a:rPr lang="en-US" i="1" dirty="0">
                <a:solidFill>
                  <a:srgbClr val="3333CC"/>
                </a:solidFill>
              </a:rPr>
              <a:t>P(X) </a:t>
            </a:r>
            <a:r>
              <a:rPr lang="en-US" dirty="0"/>
              <a:t>are widely used.</a:t>
            </a:r>
          </a:p>
          <a:p>
            <a:pPr lvl="1">
              <a:spcBef>
                <a:spcPts val="600"/>
              </a:spcBef>
              <a:spcAft>
                <a:spcPts val="600"/>
              </a:spcAft>
            </a:pPr>
            <a:r>
              <a:rPr lang="en-US" sz="1800" b="1" dirty="0"/>
              <a:t>CRC-12:</a:t>
            </a:r>
            <a:r>
              <a:rPr lang="en-US" sz="1800" dirty="0"/>
              <a:t> transmissions of streams of 6-bit characters</a:t>
            </a:r>
          </a:p>
          <a:p>
            <a:pPr lvl="1">
              <a:spcBef>
                <a:spcPts val="600"/>
              </a:spcBef>
              <a:spcAft>
                <a:spcPts val="600"/>
              </a:spcAft>
            </a:pPr>
            <a:r>
              <a:rPr lang="en-US" sz="1800" b="1" dirty="0"/>
              <a:t>CRC-16/CRC-ANSI: </a:t>
            </a:r>
            <a:r>
              <a:rPr lang="en-GB" sz="1800" dirty="0"/>
              <a:t>various communication protocols, including serial communication standards like Modbus</a:t>
            </a:r>
          </a:p>
          <a:p>
            <a:pPr lvl="1">
              <a:spcBef>
                <a:spcPts val="600"/>
              </a:spcBef>
              <a:spcAft>
                <a:spcPts val="600"/>
              </a:spcAft>
            </a:pPr>
            <a:r>
              <a:rPr lang="en-GB" sz="1800" b="1" dirty="0"/>
              <a:t>CRC-CCITT:</a:t>
            </a:r>
            <a:r>
              <a:rPr lang="en-GB" sz="1800" dirty="0"/>
              <a:t> telecommunications applications</a:t>
            </a:r>
          </a:p>
          <a:p>
            <a:pPr lvl="1">
              <a:spcBef>
                <a:spcPts val="600"/>
              </a:spcBef>
              <a:spcAft>
                <a:spcPts val="600"/>
              </a:spcAft>
            </a:pPr>
            <a:r>
              <a:rPr lang="en-GB" sz="1800" b="1" dirty="0"/>
              <a:t>CRC-32/IEEE-802:</a:t>
            </a:r>
            <a:r>
              <a:rPr lang="en-GB" sz="1800" dirty="0"/>
              <a:t> network protocols, such as Ethernet, ZIP file compression, PNG image format, and other file transfer protocols</a:t>
            </a:r>
            <a:endParaRPr lang="en-US" dirty="0"/>
          </a:p>
          <a:p>
            <a:pPr>
              <a:spcBef>
                <a:spcPts val="600"/>
              </a:spcBef>
              <a:spcAft>
                <a:spcPts val="600"/>
              </a:spcAft>
            </a:pPr>
            <a:endParaRPr lang="en-US"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29</a:t>
            </a:fld>
            <a:endParaRPr lang="en-US" dirty="0"/>
          </a:p>
        </p:txBody>
      </p:sp>
      <p:pic>
        <p:nvPicPr>
          <p:cNvPr id="11" name="Picture 10">
            <a:extLst>
              <a:ext uri="{FF2B5EF4-FFF2-40B4-BE49-F238E27FC236}">
                <a16:creationId xmlns:a16="http://schemas.microsoft.com/office/drawing/2014/main" id="{69A6C6C7-73C1-12A5-0E78-EE0F36013B2D}"/>
              </a:ext>
            </a:extLst>
          </p:cNvPr>
          <p:cNvPicPr>
            <a:picLocks noChangeAspect="1"/>
          </p:cNvPicPr>
          <p:nvPr/>
        </p:nvPicPr>
        <p:blipFill>
          <a:blip r:embed="rId3"/>
          <a:stretch>
            <a:fillRect/>
          </a:stretch>
        </p:blipFill>
        <p:spPr>
          <a:xfrm>
            <a:off x="1181100" y="4292780"/>
            <a:ext cx="6781800" cy="1826907"/>
          </a:xfrm>
          <a:prstGeom prst="rect">
            <a:avLst/>
          </a:prstGeom>
        </p:spPr>
      </p:pic>
    </p:spTree>
    <p:extLst>
      <p:ext uri="{BB962C8B-B14F-4D97-AF65-F5344CB8AC3E}">
        <p14:creationId xmlns:p14="http://schemas.microsoft.com/office/powerpoint/2010/main" val="16110179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620F00-8377-41AE-064A-2656AB55D45B}"/>
              </a:ext>
            </a:extLst>
          </p:cNvPr>
          <p:cNvSpPr>
            <a:spLocks noGrp="1"/>
          </p:cNvSpPr>
          <p:nvPr>
            <p:ph type="ctrTitle"/>
          </p:nvPr>
        </p:nvSpPr>
        <p:spPr/>
        <p:txBody>
          <a:bodyPr/>
          <a:lstStyle/>
          <a:p>
            <a:r>
              <a:rPr lang="en-AU" dirty="0"/>
              <a:t>Error Correction</a:t>
            </a:r>
          </a:p>
        </p:txBody>
      </p:sp>
      <p:sp>
        <p:nvSpPr>
          <p:cNvPr id="6" name="Subtitle 5">
            <a:extLst>
              <a:ext uri="{FF2B5EF4-FFF2-40B4-BE49-F238E27FC236}">
                <a16:creationId xmlns:a16="http://schemas.microsoft.com/office/drawing/2014/main" id="{C0AF7967-70EE-234F-B5DB-A67678EAF394}"/>
              </a:ext>
            </a:extLst>
          </p:cNvPr>
          <p:cNvSpPr>
            <a:spLocks noGrp="1"/>
          </p:cNvSpPr>
          <p:nvPr>
            <p:ph type="subTitle" idx="1"/>
          </p:nvPr>
        </p:nvSpPr>
        <p:spPr/>
        <p:txBody>
          <a:bodyPr/>
          <a:lstStyle/>
          <a:p>
            <a:endParaRPr lang="en-AU"/>
          </a:p>
        </p:txBody>
      </p:sp>
      <p:sp>
        <p:nvSpPr>
          <p:cNvPr id="4" name="Slide Number Placeholder 3">
            <a:extLst>
              <a:ext uri="{FF2B5EF4-FFF2-40B4-BE49-F238E27FC236}">
                <a16:creationId xmlns:a16="http://schemas.microsoft.com/office/drawing/2014/main" id="{DAD2085D-D338-21DD-B074-EC7AE42C776C}"/>
              </a:ext>
            </a:extLst>
          </p:cNvPr>
          <p:cNvSpPr>
            <a:spLocks noGrp="1"/>
          </p:cNvSpPr>
          <p:nvPr>
            <p:ph type="sldNum" sz="quarter" idx="4294967295"/>
          </p:nvPr>
        </p:nvSpPr>
        <p:spPr>
          <a:xfrm>
            <a:off x="7132638" y="6553200"/>
            <a:ext cx="2011362" cy="277813"/>
          </a:xfrm>
        </p:spPr>
        <p:txBody>
          <a:bodyPr/>
          <a:lstStyle/>
          <a:p>
            <a:pPr>
              <a:defRPr/>
            </a:pPr>
            <a:fld id="{DACE9E11-39C8-4E20-894F-A4A883CCF6EF}" type="slidenum">
              <a:rPr lang="en-US" smtClean="0"/>
              <a:pPr>
                <a:defRPr/>
              </a:pPr>
              <a:t>30</a:t>
            </a:fld>
            <a:endParaRPr lang="en-US" dirty="0"/>
          </a:p>
        </p:txBody>
      </p:sp>
    </p:spTree>
    <p:extLst>
      <p:ext uri="{BB962C8B-B14F-4D97-AF65-F5344CB8AC3E}">
        <p14:creationId xmlns:p14="http://schemas.microsoft.com/office/powerpoint/2010/main" val="4033279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Forward Error Correction (FEC)</a:t>
            </a:r>
            <a:endParaRPr lang="en-US" dirty="0"/>
          </a:p>
        </p:txBody>
      </p:sp>
      <p:sp>
        <p:nvSpPr>
          <p:cNvPr id="3" name="Content Placeholder 2"/>
          <p:cNvSpPr>
            <a:spLocks noGrp="1"/>
          </p:cNvSpPr>
          <p:nvPr>
            <p:ph idx="1"/>
          </p:nvPr>
        </p:nvSpPr>
        <p:spPr/>
        <p:txBody>
          <a:bodyPr/>
          <a:lstStyle/>
          <a:p>
            <a:pPr>
              <a:spcBef>
                <a:spcPts val="1200"/>
              </a:spcBef>
              <a:spcAft>
                <a:spcPts val="600"/>
              </a:spcAft>
            </a:pPr>
            <a:r>
              <a:rPr lang="en-GB" sz="2400" dirty="0"/>
              <a:t>Typically, retransmission is needed when there are bit errors</a:t>
            </a:r>
          </a:p>
          <a:p>
            <a:pPr>
              <a:spcBef>
                <a:spcPts val="1200"/>
              </a:spcBef>
              <a:spcAft>
                <a:spcPts val="600"/>
              </a:spcAft>
            </a:pPr>
            <a:endParaRPr lang="en-GB" sz="2400" b="1" i="1" dirty="0"/>
          </a:p>
          <a:p>
            <a:pPr>
              <a:spcBef>
                <a:spcPts val="1200"/>
              </a:spcBef>
              <a:spcAft>
                <a:spcPts val="600"/>
              </a:spcAft>
            </a:pPr>
            <a:r>
              <a:rPr lang="en-GB" sz="2400" dirty="0"/>
              <a:t>Not good enough for </a:t>
            </a:r>
            <a:r>
              <a:rPr lang="en-GB" sz="2400" dirty="0">
                <a:solidFill>
                  <a:srgbClr val="3333CC"/>
                </a:solidFill>
              </a:rPr>
              <a:t>wireless applications</a:t>
            </a:r>
            <a:r>
              <a:rPr lang="en-GB" sz="2400" dirty="0"/>
              <a:t>:</a:t>
            </a:r>
          </a:p>
          <a:p>
            <a:pPr lvl="1">
              <a:spcBef>
                <a:spcPts val="1200"/>
              </a:spcBef>
              <a:spcAft>
                <a:spcPts val="600"/>
              </a:spcAft>
            </a:pPr>
            <a:r>
              <a:rPr lang="en-GB" sz="2000" dirty="0"/>
              <a:t>High bit error rate (BER) on a wireless link</a:t>
            </a:r>
          </a:p>
          <a:p>
            <a:pPr lvl="1">
              <a:spcBef>
                <a:spcPts val="1200"/>
              </a:spcBef>
              <a:spcAft>
                <a:spcPts val="600"/>
              </a:spcAft>
            </a:pPr>
            <a:r>
              <a:rPr lang="en-GB" sz="2000" dirty="0"/>
              <a:t>Long propagation delay on satellite links</a:t>
            </a:r>
          </a:p>
          <a:p>
            <a:pPr>
              <a:spcBef>
                <a:spcPts val="1200"/>
              </a:spcBef>
              <a:spcAft>
                <a:spcPts val="600"/>
              </a:spcAft>
            </a:pPr>
            <a:endParaRPr lang="en-GB" sz="2400" b="1" dirty="0"/>
          </a:p>
          <a:p>
            <a:pPr>
              <a:spcBef>
                <a:spcPts val="1200"/>
              </a:spcBef>
              <a:spcAft>
                <a:spcPts val="600"/>
              </a:spcAft>
            </a:pPr>
            <a:r>
              <a:rPr lang="en-GB" sz="2400" b="1" dirty="0"/>
              <a:t>Need to correct errors on the basis of the bits received</a:t>
            </a:r>
          </a:p>
          <a:p>
            <a:pPr>
              <a:spcBef>
                <a:spcPts val="1200"/>
              </a:spcBef>
              <a:spcAft>
                <a:spcPts val="600"/>
              </a:spcAft>
            </a:pPr>
            <a:endParaRPr lang="en-US" sz="24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31</a:t>
            </a:fld>
            <a:endParaRPr lang="en-US" dirty="0"/>
          </a:p>
        </p:txBody>
      </p:sp>
    </p:spTree>
    <p:extLst>
      <p:ext uri="{BB962C8B-B14F-4D97-AF65-F5344CB8AC3E}">
        <p14:creationId xmlns:p14="http://schemas.microsoft.com/office/powerpoint/2010/main" val="4041513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FEC Process</a:t>
            </a:r>
          </a:p>
        </p:txBody>
      </p:sp>
      <p:sp>
        <p:nvSpPr>
          <p:cNvPr id="3" name="Content Placeholder 2"/>
          <p:cNvSpPr>
            <a:spLocks noGrp="1"/>
          </p:cNvSpPr>
          <p:nvPr>
            <p:ph idx="1"/>
          </p:nvPr>
        </p:nvSpPr>
        <p:spPr>
          <a:xfrm>
            <a:off x="457200" y="990600"/>
            <a:ext cx="8229600" cy="1371600"/>
          </a:xfrm>
        </p:spPr>
        <p:txBody>
          <a:bodyPr/>
          <a:lstStyle/>
          <a:p>
            <a:r>
              <a:rPr lang="en-US" altLang="en-US" sz="2000" dirty="0"/>
              <a:t>A message is divided into blocks (</a:t>
            </a:r>
            <a:r>
              <a:rPr lang="en-US" altLang="en-US" sz="2000" i="1" dirty="0"/>
              <a:t>block coding</a:t>
            </a:r>
            <a:r>
              <a:rPr lang="en-US" altLang="en-US" sz="2000" dirty="0"/>
              <a:t>), every k bits, called a </a:t>
            </a:r>
            <a:r>
              <a:rPr lang="en-US" altLang="en-US" sz="2000" i="1" dirty="0">
                <a:solidFill>
                  <a:srgbClr val="FF0000"/>
                </a:solidFill>
              </a:rPr>
              <a:t>data block</a:t>
            </a:r>
            <a:r>
              <a:rPr lang="en-US" altLang="en-US" sz="2000" dirty="0"/>
              <a:t>. </a:t>
            </a:r>
          </a:p>
          <a:p>
            <a:r>
              <a:rPr lang="en-US" altLang="en-US" sz="2000" dirty="0"/>
              <a:t>FEC encoder encodes the data block; the resulting </a:t>
            </a:r>
            <a:r>
              <a:rPr lang="en-US" altLang="en-US" sz="2000" i="1" dirty="0"/>
              <a:t>n</a:t>
            </a:r>
            <a:r>
              <a:rPr lang="en-US" altLang="en-US" sz="2000" dirty="0"/>
              <a:t>-bit block is called a </a:t>
            </a:r>
            <a:r>
              <a:rPr lang="en-US" altLang="en-US" sz="2000" i="1" dirty="0">
                <a:solidFill>
                  <a:srgbClr val="FF0000"/>
                </a:solidFill>
              </a:rPr>
              <a:t>codeword</a:t>
            </a:r>
            <a:r>
              <a:rPr lang="en-US" altLang="en-US" sz="2000" dirty="0"/>
              <a:t>.</a:t>
            </a:r>
            <a:endParaRPr lang="en-US" sz="2000" dirty="0"/>
          </a:p>
        </p:txBody>
      </p:sp>
      <p:sp>
        <p:nvSpPr>
          <p:cNvPr id="4" name="Slide Number Placeholder 3"/>
          <p:cNvSpPr>
            <a:spLocks noGrp="1"/>
          </p:cNvSpPr>
          <p:nvPr>
            <p:ph type="sldNum" sz="quarter" idx="4"/>
          </p:nvPr>
        </p:nvSpPr>
        <p:spPr/>
        <p:txBody>
          <a:bodyPr/>
          <a:lstStyle/>
          <a:p>
            <a:fld id="{DACE9E11-39C8-4E20-894F-A4A883CCF6EF}" type="slidenum">
              <a:rPr lang="en-US" smtClean="0"/>
              <a:pPr/>
              <a:t>32</a:t>
            </a:fld>
            <a:endParaRPr lang="en-US" dirty="0"/>
          </a:p>
        </p:txBody>
      </p:sp>
      <p:pic>
        <p:nvPicPr>
          <p:cNvPr id="7" name="Picture 6">
            <a:extLst>
              <a:ext uri="{FF2B5EF4-FFF2-40B4-BE49-F238E27FC236}">
                <a16:creationId xmlns:a16="http://schemas.microsoft.com/office/drawing/2014/main" id="{A4D9C117-7FE9-91F3-0F2D-4F6D8CEE9A1D}"/>
              </a:ext>
            </a:extLst>
          </p:cNvPr>
          <p:cNvPicPr>
            <a:picLocks noChangeAspect="1"/>
          </p:cNvPicPr>
          <p:nvPr/>
        </p:nvPicPr>
        <p:blipFill>
          <a:blip r:embed="rId3"/>
          <a:stretch>
            <a:fillRect/>
          </a:stretch>
        </p:blipFill>
        <p:spPr>
          <a:xfrm>
            <a:off x="1511319" y="2377698"/>
            <a:ext cx="6121360" cy="3913757"/>
          </a:xfrm>
          <a:prstGeom prst="rect">
            <a:avLst/>
          </a:prstGeom>
        </p:spPr>
      </p:pic>
      <p:sp>
        <p:nvSpPr>
          <p:cNvPr id="8" name="TextBox 7">
            <a:extLst>
              <a:ext uri="{FF2B5EF4-FFF2-40B4-BE49-F238E27FC236}">
                <a16:creationId xmlns:a16="http://schemas.microsoft.com/office/drawing/2014/main" id="{9C904A7B-FB2E-3D4F-DEB6-A1A916D13268}"/>
              </a:ext>
            </a:extLst>
          </p:cNvPr>
          <p:cNvSpPr txBox="1"/>
          <p:nvPr/>
        </p:nvSpPr>
        <p:spPr>
          <a:xfrm>
            <a:off x="1562099" y="6540356"/>
            <a:ext cx="6019800" cy="2616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GB" sz="1100" dirty="0"/>
              <a:t>Source: William Stallings, Data and Computer Communications, 10</a:t>
            </a:r>
            <a:r>
              <a:rPr lang="en-GB" sz="1100" baseline="30000" dirty="0"/>
              <a:t>th</a:t>
            </a:r>
            <a:r>
              <a:rPr lang="en-GB" sz="1100" dirty="0"/>
              <a:t> edition, 2013, Figure 6.8.</a:t>
            </a:r>
            <a:endParaRPr lang="en-AU" sz="1100" dirty="0"/>
          </a:p>
        </p:txBody>
      </p:sp>
    </p:spTree>
    <p:extLst>
      <p:ext uri="{BB962C8B-B14F-4D97-AF65-F5344CB8AC3E}">
        <p14:creationId xmlns:p14="http://schemas.microsoft.com/office/powerpoint/2010/main" val="2151475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An Example</a:t>
            </a:r>
          </a:p>
        </p:txBody>
      </p:sp>
      <p:sp>
        <p:nvSpPr>
          <p:cNvPr id="6" name="Content Placeholder 5"/>
          <p:cNvSpPr>
            <a:spLocks noGrp="1"/>
          </p:cNvSpPr>
          <p:nvPr>
            <p:ph idx="1"/>
          </p:nvPr>
        </p:nvSpPr>
        <p:spPr>
          <a:xfrm>
            <a:off x="457200" y="990600"/>
            <a:ext cx="8229600" cy="923330"/>
          </a:xfrm>
        </p:spPr>
        <p:txBody>
          <a:bodyPr/>
          <a:lstStyle/>
          <a:p>
            <a:r>
              <a:rPr lang="en-US" altLang="en-US" sz="2400" dirty="0"/>
              <a:t>Let us assume that </a:t>
            </a:r>
            <a:r>
              <a:rPr lang="en-US" altLang="en-US" sz="2400" i="1" dirty="0"/>
              <a:t>k</a:t>
            </a:r>
            <a:r>
              <a:rPr lang="en-US" altLang="en-US" sz="2400" dirty="0"/>
              <a:t> = 2 and </a:t>
            </a:r>
            <a:r>
              <a:rPr lang="en-US" altLang="en-US" sz="2400" i="1" dirty="0"/>
              <a:t>n</a:t>
            </a:r>
            <a:r>
              <a:rPr lang="en-US" altLang="en-US" sz="2400" dirty="0"/>
              <a:t> = 3. </a:t>
            </a:r>
            <a:endParaRPr lang="en-US" sz="2400" dirty="0"/>
          </a:p>
        </p:txBody>
      </p:sp>
      <p:sp>
        <p:nvSpPr>
          <p:cNvPr id="3" name="TextBox 2"/>
          <p:cNvSpPr txBox="1"/>
          <p:nvPr/>
        </p:nvSpPr>
        <p:spPr>
          <a:xfrm>
            <a:off x="0" y="4388256"/>
            <a:ext cx="8906541" cy="1200329"/>
          </a:xfrm>
          <a:prstGeom prst="rect">
            <a:avLst/>
          </a:prstGeom>
          <a:noFill/>
        </p:spPr>
        <p:txBody>
          <a:bodyPr wrap="none" rtlCol="0">
            <a:spAutoFit/>
          </a:bodyPr>
          <a:lstStyle/>
          <a:p>
            <a:r>
              <a:rPr lang="en-NZ" dirty="0"/>
              <a:t>Case 1 (no errors): 000 is received given data block = 00; </a:t>
            </a:r>
            <a:r>
              <a:rPr lang="en-NZ" dirty="0">
                <a:sym typeface="Wingdings" panose="05000000000000000000" pitchFamily="2" charset="2"/>
              </a:rPr>
              <a:t> extract 00.</a:t>
            </a:r>
          </a:p>
          <a:p>
            <a:r>
              <a:rPr lang="en-NZ" dirty="0">
                <a:sym typeface="Wingdings" panose="05000000000000000000" pitchFamily="2" charset="2"/>
              </a:rPr>
              <a:t>Case 2 (detectable errors): 111 is received given data block = 11;  bit error detected</a:t>
            </a:r>
          </a:p>
          <a:p>
            <a:r>
              <a:rPr lang="en-NZ" dirty="0">
                <a:sym typeface="Wingdings" panose="05000000000000000000" pitchFamily="2" charset="2"/>
              </a:rPr>
              <a:t>Case 3 (undetectable errors): 110 is received given data block = 10; </a:t>
            </a:r>
          </a:p>
          <a:p>
            <a:r>
              <a:rPr lang="en-NZ" dirty="0">
                <a:sym typeface="Wingdings" panose="05000000000000000000" pitchFamily="2" charset="2"/>
              </a:rPr>
              <a:t>             extract 11, no bit error detected.</a:t>
            </a:r>
            <a:endParaRPr lang="en-NZ" dirty="0"/>
          </a:p>
        </p:txBody>
      </p:sp>
      <p:sp>
        <p:nvSpPr>
          <p:cNvPr id="4" name="Wave 3"/>
          <p:cNvSpPr/>
          <p:nvPr/>
        </p:nvSpPr>
        <p:spPr>
          <a:xfrm>
            <a:off x="978102" y="5957688"/>
            <a:ext cx="6641898" cy="704075"/>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ln w="0"/>
                <a:solidFill>
                  <a:schemeClr val="tx1"/>
                </a:solidFill>
                <a:effectLst>
                  <a:outerShdw blurRad="38100" dist="19050" dir="2700000" algn="tl" rotWithShape="0">
                    <a:schemeClr val="dk1">
                      <a:alpha val="40000"/>
                    </a:schemeClr>
                  </a:outerShdw>
                </a:effectLst>
              </a:rPr>
              <a:t>Where is the ability to correct errors?</a:t>
            </a:r>
          </a:p>
        </p:txBody>
      </p:sp>
      <p:graphicFrame>
        <p:nvGraphicFramePr>
          <p:cNvPr id="7" name="Table 6"/>
          <p:cNvGraphicFramePr>
            <a:graphicFrameLocks noGrp="1"/>
          </p:cNvGraphicFramePr>
          <p:nvPr>
            <p:extLst>
              <p:ext uri="{D42A27DB-BD31-4B8C-83A1-F6EECF244321}">
                <p14:modId xmlns:p14="http://schemas.microsoft.com/office/powerpoint/2010/main" val="1884699892"/>
              </p:ext>
            </p:extLst>
          </p:nvPr>
        </p:nvGraphicFramePr>
        <p:xfrm>
          <a:off x="1524000" y="1981200"/>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408802704"/>
                    </a:ext>
                  </a:extLst>
                </a:gridCol>
                <a:gridCol w="3048000">
                  <a:extLst>
                    <a:ext uri="{9D8B030D-6E8A-4147-A177-3AD203B41FA5}">
                      <a16:colId xmlns:a16="http://schemas.microsoft.com/office/drawing/2014/main" val="1783244868"/>
                    </a:ext>
                  </a:extLst>
                </a:gridCol>
              </a:tblGrid>
              <a:tr h="370840">
                <a:tc>
                  <a:txBody>
                    <a:bodyPr/>
                    <a:lstStyle/>
                    <a:p>
                      <a:r>
                        <a:rPr lang="en-NZ" dirty="0">
                          <a:solidFill>
                            <a:schemeClr val="tx1"/>
                          </a:solidFill>
                        </a:rPr>
                        <a:t>Data block</a:t>
                      </a:r>
                    </a:p>
                  </a:txBody>
                  <a:tcPr/>
                </a:tc>
                <a:tc>
                  <a:txBody>
                    <a:bodyPr/>
                    <a:lstStyle/>
                    <a:p>
                      <a:r>
                        <a:rPr lang="en-NZ" dirty="0">
                          <a:solidFill>
                            <a:schemeClr val="tx1"/>
                          </a:solidFill>
                        </a:rPr>
                        <a:t>Codeword</a:t>
                      </a:r>
                    </a:p>
                  </a:txBody>
                  <a:tcPr/>
                </a:tc>
                <a:extLst>
                  <a:ext uri="{0D108BD9-81ED-4DB2-BD59-A6C34878D82A}">
                    <a16:rowId xmlns:a16="http://schemas.microsoft.com/office/drawing/2014/main" val="1598559267"/>
                  </a:ext>
                </a:extLst>
              </a:tr>
              <a:tr h="370840">
                <a:tc>
                  <a:txBody>
                    <a:bodyPr/>
                    <a:lstStyle/>
                    <a:p>
                      <a:r>
                        <a:rPr lang="en-NZ" dirty="0"/>
                        <a:t>00</a:t>
                      </a:r>
                    </a:p>
                  </a:txBody>
                  <a:tcPr/>
                </a:tc>
                <a:tc>
                  <a:txBody>
                    <a:bodyPr/>
                    <a:lstStyle/>
                    <a:p>
                      <a:r>
                        <a:rPr lang="en-NZ" dirty="0"/>
                        <a:t>000</a:t>
                      </a:r>
                    </a:p>
                  </a:txBody>
                  <a:tcPr/>
                </a:tc>
                <a:extLst>
                  <a:ext uri="{0D108BD9-81ED-4DB2-BD59-A6C34878D82A}">
                    <a16:rowId xmlns:a16="http://schemas.microsoft.com/office/drawing/2014/main" val="387028978"/>
                  </a:ext>
                </a:extLst>
              </a:tr>
              <a:tr h="370840">
                <a:tc>
                  <a:txBody>
                    <a:bodyPr/>
                    <a:lstStyle/>
                    <a:p>
                      <a:r>
                        <a:rPr lang="en-NZ" dirty="0"/>
                        <a:t>01</a:t>
                      </a:r>
                    </a:p>
                  </a:txBody>
                  <a:tcPr/>
                </a:tc>
                <a:tc>
                  <a:txBody>
                    <a:bodyPr/>
                    <a:lstStyle/>
                    <a:p>
                      <a:r>
                        <a:rPr lang="en-NZ" dirty="0"/>
                        <a:t>011</a:t>
                      </a:r>
                    </a:p>
                  </a:txBody>
                  <a:tcPr/>
                </a:tc>
                <a:extLst>
                  <a:ext uri="{0D108BD9-81ED-4DB2-BD59-A6C34878D82A}">
                    <a16:rowId xmlns:a16="http://schemas.microsoft.com/office/drawing/2014/main" val="932192987"/>
                  </a:ext>
                </a:extLst>
              </a:tr>
              <a:tr h="370840">
                <a:tc>
                  <a:txBody>
                    <a:bodyPr/>
                    <a:lstStyle/>
                    <a:p>
                      <a:r>
                        <a:rPr lang="en-NZ" dirty="0"/>
                        <a:t>10</a:t>
                      </a:r>
                    </a:p>
                  </a:txBody>
                  <a:tcPr/>
                </a:tc>
                <a:tc>
                  <a:txBody>
                    <a:bodyPr/>
                    <a:lstStyle/>
                    <a:p>
                      <a:r>
                        <a:rPr lang="en-NZ" dirty="0"/>
                        <a:t>101</a:t>
                      </a:r>
                    </a:p>
                  </a:txBody>
                  <a:tcPr/>
                </a:tc>
                <a:extLst>
                  <a:ext uri="{0D108BD9-81ED-4DB2-BD59-A6C34878D82A}">
                    <a16:rowId xmlns:a16="http://schemas.microsoft.com/office/drawing/2014/main" val="3761760929"/>
                  </a:ext>
                </a:extLst>
              </a:tr>
              <a:tr h="370840">
                <a:tc>
                  <a:txBody>
                    <a:bodyPr/>
                    <a:lstStyle/>
                    <a:p>
                      <a:r>
                        <a:rPr lang="en-NZ" dirty="0"/>
                        <a:t>11</a:t>
                      </a:r>
                    </a:p>
                  </a:txBody>
                  <a:tcPr/>
                </a:tc>
                <a:tc>
                  <a:txBody>
                    <a:bodyPr/>
                    <a:lstStyle/>
                    <a:p>
                      <a:r>
                        <a:rPr lang="en-NZ" dirty="0"/>
                        <a:t>110</a:t>
                      </a:r>
                    </a:p>
                  </a:txBody>
                  <a:tcPr/>
                </a:tc>
                <a:extLst>
                  <a:ext uri="{0D108BD9-81ED-4DB2-BD59-A6C34878D82A}">
                    <a16:rowId xmlns:a16="http://schemas.microsoft.com/office/drawing/2014/main" val="1827345754"/>
                  </a:ext>
                </a:extLst>
              </a:tr>
            </a:tbl>
          </a:graphicData>
        </a:graphic>
      </p:graphicFrame>
      <p:sp>
        <p:nvSpPr>
          <p:cNvPr id="2" name="Slide Number Placeholder 3">
            <a:extLst>
              <a:ext uri="{FF2B5EF4-FFF2-40B4-BE49-F238E27FC236}">
                <a16:creationId xmlns:a16="http://schemas.microsoft.com/office/drawing/2014/main" id="{8147357B-0D6D-878F-DD46-378A9F247351}"/>
              </a:ext>
            </a:extLst>
          </p:cNvPr>
          <p:cNvSpPr>
            <a:spLocks noGrp="1"/>
          </p:cNvSpPr>
          <p:nvPr>
            <p:ph type="sldNum" sz="quarter" idx="4"/>
          </p:nvPr>
        </p:nvSpPr>
        <p:spPr>
          <a:xfrm>
            <a:off x="6972300" y="6553200"/>
            <a:ext cx="2011363" cy="278273"/>
          </a:xfrm>
        </p:spPr>
        <p:txBody>
          <a:bodyPr/>
          <a:lstStyle/>
          <a:p>
            <a:fld id="{DACE9E11-39C8-4E20-894F-A4A883CCF6EF}" type="slidenum">
              <a:rPr lang="en-US" smtClean="0"/>
              <a:pPr/>
              <a:t>33</a:t>
            </a:fld>
            <a:endParaRPr lang="en-US" dirty="0"/>
          </a:p>
        </p:txBody>
      </p:sp>
    </p:spTree>
    <p:extLst>
      <p:ext uri="{BB962C8B-B14F-4D97-AF65-F5344CB8AC3E}">
        <p14:creationId xmlns:p14="http://schemas.microsoft.com/office/powerpoint/2010/main" val="4128404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Code Principles</a:t>
            </a:r>
          </a:p>
        </p:txBody>
      </p:sp>
      <p:sp>
        <p:nvSpPr>
          <p:cNvPr id="3" name="Content Placeholder 2"/>
          <p:cNvSpPr>
            <a:spLocks noGrp="1"/>
          </p:cNvSpPr>
          <p:nvPr>
            <p:ph idx="1"/>
          </p:nvPr>
        </p:nvSpPr>
        <p:spPr>
          <a:xfrm>
            <a:off x="457200" y="1371600"/>
            <a:ext cx="8229600" cy="4953000"/>
          </a:xfrm>
        </p:spPr>
        <p:txBody>
          <a:bodyPr/>
          <a:lstStyle/>
          <a:p>
            <a:pPr>
              <a:spcBef>
                <a:spcPts val="1200"/>
              </a:spcBef>
              <a:spcAft>
                <a:spcPts val="600"/>
              </a:spcAft>
            </a:pPr>
            <a:r>
              <a:rPr lang="en-US" sz="2800" b="1" dirty="0">
                <a:solidFill>
                  <a:schemeClr val="accent2"/>
                </a:solidFill>
              </a:rPr>
              <a:t>Hamming distance</a:t>
            </a:r>
          </a:p>
          <a:p>
            <a:pPr lvl="1">
              <a:spcBef>
                <a:spcPts val="1200"/>
              </a:spcBef>
              <a:spcAft>
                <a:spcPts val="1200"/>
              </a:spcAft>
            </a:pPr>
            <a:endParaRPr lang="en-US" sz="2400" i="1" dirty="0"/>
          </a:p>
          <a:p>
            <a:pPr lvl="1">
              <a:spcBef>
                <a:spcPts val="1200"/>
              </a:spcBef>
              <a:spcAft>
                <a:spcPts val="1200"/>
              </a:spcAft>
            </a:pPr>
            <a:r>
              <a:rPr lang="en-US" sz="2400" i="1" dirty="0"/>
              <a:t>d(v</a:t>
            </a:r>
            <a:r>
              <a:rPr lang="en-US" sz="2400" i="1" baseline="-25000" dirty="0"/>
              <a:t>1</a:t>
            </a:r>
            <a:r>
              <a:rPr lang="en-US" sz="2400" i="1" dirty="0"/>
              <a:t>, v</a:t>
            </a:r>
            <a:r>
              <a:rPr lang="en-US" sz="2400" i="1" baseline="-25000" dirty="0"/>
              <a:t>2</a:t>
            </a:r>
            <a:r>
              <a:rPr lang="en-US" sz="2400" i="1" dirty="0"/>
              <a:t>) </a:t>
            </a:r>
            <a:r>
              <a:rPr lang="en-US" sz="2400" dirty="0"/>
              <a:t>between two </a:t>
            </a:r>
            <a:r>
              <a:rPr lang="en-US" sz="2400" i="1" dirty="0"/>
              <a:t>n-</a:t>
            </a:r>
            <a:r>
              <a:rPr lang="en-US" sz="2400" dirty="0"/>
              <a:t>bit binary sequences </a:t>
            </a:r>
            <a:r>
              <a:rPr lang="en-US" sz="2400" i="1" dirty="0"/>
              <a:t>v</a:t>
            </a:r>
            <a:r>
              <a:rPr lang="en-US" sz="2400" i="1" baseline="-25000" dirty="0"/>
              <a:t>1</a:t>
            </a:r>
            <a:r>
              <a:rPr lang="en-US" sz="2400" dirty="0"/>
              <a:t> and v</a:t>
            </a:r>
            <a:r>
              <a:rPr lang="en-US" sz="2400" baseline="-25000" dirty="0"/>
              <a:t>2</a:t>
            </a:r>
            <a:r>
              <a:rPr lang="en-US" sz="2400" dirty="0"/>
              <a:t> is </a:t>
            </a:r>
            <a:r>
              <a:rPr lang="en-US" sz="2400" i="1" dirty="0"/>
              <a:t>the number of bits in which v</a:t>
            </a:r>
            <a:r>
              <a:rPr lang="en-US" sz="2400" i="1" baseline="-25000" dirty="0"/>
              <a:t>1</a:t>
            </a:r>
            <a:r>
              <a:rPr lang="en-US" sz="2400" i="1" dirty="0"/>
              <a:t> and v</a:t>
            </a:r>
            <a:r>
              <a:rPr lang="en-US" sz="2400" i="1" baseline="-25000" dirty="0"/>
              <a:t>2</a:t>
            </a:r>
            <a:r>
              <a:rPr lang="en-US" sz="2400" i="1" dirty="0"/>
              <a:t> disagree</a:t>
            </a:r>
            <a:r>
              <a:rPr lang="en-US" sz="2400" dirty="0"/>
              <a:t>.</a:t>
            </a:r>
          </a:p>
          <a:p>
            <a:pPr lvl="1">
              <a:spcBef>
                <a:spcPts val="1200"/>
              </a:spcBef>
              <a:spcAft>
                <a:spcPts val="1200"/>
              </a:spcAft>
            </a:pPr>
            <a:r>
              <a:rPr lang="en-US" sz="2000" dirty="0"/>
              <a:t>Example: </a:t>
            </a:r>
            <a:r>
              <a:rPr lang="en-US" sz="2000" i="1" dirty="0"/>
              <a:t>v</a:t>
            </a:r>
            <a:r>
              <a:rPr lang="en-US" sz="2000" i="1" baseline="-25000" dirty="0"/>
              <a:t>1</a:t>
            </a:r>
            <a:r>
              <a:rPr lang="en-US" sz="2000" dirty="0"/>
              <a:t>=</a:t>
            </a:r>
            <a:r>
              <a:rPr lang="en-US" sz="2000" dirty="0">
                <a:solidFill>
                  <a:srgbClr val="FF0000"/>
                </a:solidFill>
              </a:rPr>
              <a:t>0</a:t>
            </a:r>
            <a:r>
              <a:rPr lang="en-US" sz="2000" dirty="0"/>
              <a:t>1</a:t>
            </a:r>
            <a:r>
              <a:rPr lang="en-US" sz="2000" dirty="0">
                <a:solidFill>
                  <a:srgbClr val="FF0000"/>
                </a:solidFill>
              </a:rPr>
              <a:t>1</a:t>
            </a:r>
            <a:r>
              <a:rPr lang="en-US" sz="2000" dirty="0"/>
              <a:t>0</a:t>
            </a:r>
            <a:r>
              <a:rPr lang="en-US" sz="2000" dirty="0">
                <a:solidFill>
                  <a:srgbClr val="FF0000"/>
                </a:solidFill>
              </a:rPr>
              <a:t>1</a:t>
            </a:r>
            <a:r>
              <a:rPr lang="en-US" sz="2000" dirty="0"/>
              <a:t>1, </a:t>
            </a:r>
            <a:r>
              <a:rPr lang="en-US" sz="2000" i="1" dirty="0"/>
              <a:t>v</a:t>
            </a:r>
            <a:r>
              <a:rPr lang="en-US" sz="2000" i="1" baseline="-25000" dirty="0"/>
              <a:t>2</a:t>
            </a:r>
            <a:r>
              <a:rPr lang="en-US" sz="2000" dirty="0"/>
              <a:t>=</a:t>
            </a:r>
            <a:r>
              <a:rPr lang="en-US" sz="2000" dirty="0">
                <a:solidFill>
                  <a:srgbClr val="FF0000"/>
                </a:solidFill>
              </a:rPr>
              <a:t>1</a:t>
            </a:r>
            <a:r>
              <a:rPr lang="en-US" sz="2000" dirty="0"/>
              <a:t>1</a:t>
            </a:r>
            <a:r>
              <a:rPr lang="en-US" sz="2000" dirty="0">
                <a:solidFill>
                  <a:srgbClr val="FF0000"/>
                </a:solidFill>
              </a:rPr>
              <a:t>0</a:t>
            </a:r>
            <a:r>
              <a:rPr lang="en-US" sz="2000" dirty="0"/>
              <a:t>0</a:t>
            </a:r>
            <a:r>
              <a:rPr lang="en-US" sz="2000" dirty="0">
                <a:solidFill>
                  <a:srgbClr val="FF0000"/>
                </a:solidFill>
              </a:rPr>
              <a:t>0</a:t>
            </a:r>
            <a:r>
              <a:rPr lang="en-US" sz="2000" dirty="0"/>
              <a:t>1, </a:t>
            </a:r>
            <a:r>
              <a:rPr lang="en-US" sz="2000" i="1" dirty="0"/>
              <a:t>d(v</a:t>
            </a:r>
            <a:r>
              <a:rPr lang="en-US" sz="2000" i="1" baseline="-25000" dirty="0"/>
              <a:t>1</a:t>
            </a:r>
            <a:r>
              <a:rPr lang="en-US" sz="2000" i="1" dirty="0"/>
              <a:t>,v</a:t>
            </a:r>
            <a:r>
              <a:rPr lang="en-US" sz="2000" i="1" baseline="-25000" dirty="0"/>
              <a:t>2</a:t>
            </a:r>
            <a:r>
              <a:rPr lang="en-US" sz="2000" i="1" dirty="0"/>
              <a:t>)</a:t>
            </a:r>
            <a:r>
              <a:rPr lang="en-US" sz="2000" dirty="0"/>
              <a:t> = 3</a:t>
            </a:r>
          </a:p>
          <a:p>
            <a:pPr lvl="1">
              <a:spcBef>
                <a:spcPts val="1200"/>
              </a:spcBef>
              <a:spcAft>
                <a:spcPts val="600"/>
              </a:spcAft>
            </a:pPr>
            <a:endParaRPr lang="en-US" sz="2400" dirty="0"/>
          </a:p>
          <a:p>
            <a:pPr>
              <a:spcBef>
                <a:spcPts val="1200"/>
              </a:spcBef>
              <a:spcAft>
                <a:spcPts val="600"/>
              </a:spcAft>
            </a:pPr>
            <a:endParaRPr lang="en-US" sz="28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34</a:t>
            </a:fld>
            <a:endParaRPr lang="en-US" dirty="0"/>
          </a:p>
        </p:txBody>
      </p:sp>
    </p:spTree>
    <p:extLst>
      <p:ext uri="{BB962C8B-B14F-4D97-AF65-F5344CB8AC3E}">
        <p14:creationId xmlns:p14="http://schemas.microsoft.com/office/powerpoint/2010/main" val="2341978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Code Principles (cont.)</a:t>
            </a:r>
          </a:p>
        </p:txBody>
      </p:sp>
      <p:sp>
        <p:nvSpPr>
          <p:cNvPr id="3" name="Content Placeholder 2"/>
          <p:cNvSpPr>
            <a:spLocks noGrp="1"/>
          </p:cNvSpPr>
          <p:nvPr>
            <p:ph idx="1"/>
          </p:nvPr>
        </p:nvSpPr>
        <p:spPr>
          <a:xfrm>
            <a:off x="457201" y="990600"/>
            <a:ext cx="5334000" cy="1400758"/>
          </a:xfrm>
        </p:spPr>
        <p:txBody>
          <a:bodyPr/>
          <a:lstStyle/>
          <a:p>
            <a:pPr>
              <a:spcAft>
                <a:spcPts val="600"/>
              </a:spcAft>
            </a:pPr>
            <a:r>
              <a:rPr lang="en-GB" sz="2400" dirty="0"/>
              <a:t>Example: for k = 2 and n = 5</a:t>
            </a:r>
            <a:endParaRPr lang="en-US" sz="2400" dirty="0"/>
          </a:p>
          <a:p>
            <a:pPr>
              <a:spcAft>
                <a:spcPts val="600"/>
              </a:spcAft>
            </a:pPr>
            <a:r>
              <a:rPr lang="en-US" sz="2400" dirty="0"/>
              <a:t>A codeword block is received with the bit pattern 00100</a:t>
            </a:r>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35</a:t>
            </a:fld>
            <a:endParaRPr lang="en-US" dirty="0"/>
          </a:p>
        </p:txBody>
      </p:sp>
      <p:sp>
        <p:nvSpPr>
          <p:cNvPr id="5" name="Rectangle 4"/>
          <p:cNvSpPr/>
          <p:nvPr/>
        </p:nvSpPr>
        <p:spPr>
          <a:xfrm>
            <a:off x="4191000" y="3048000"/>
            <a:ext cx="1970088" cy="2971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b="1" dirty="0" err="1">
                <a:solidFill>
                  <a:schemeClr val="tx1"/>
                </a:solidFill>
              </a:rPr>
              <a:t>Codeword</a:t>
            </a:r>
            <a:endParaRPr lang="en-US" sz="2400" b="1" dirty="0">
              <a:solidFill>
                <a:schemeClr val="tx1"/>
              </a:solidFill>
            </a:endParaRPr>
          </a:p>
          <a:p>
            <a:pPr algn="ctr"/>
            <a:r>
              <a:rPr lang="en-US" sz="2400" dirty="0">
                <a:solidFill>
                  <a:schemeClr val="tx1"/>
                </a:solidFill>
              </a:rPr>
              <a:t>00000</a:t>
            </a:r>
          </a:p>
          <a:p>
            <a:pPr algn="ctr"/>
            <a:endParaRPr lang="en-US" sz="2400" dirty="0">
              <a:solidFill>
                <a:schemeClr val="tx1"/>
              </a:solidFill>
            </a:endParaRPr>
          </a:p>
          <a:p>
            <a:pPr algn="ctr"/>
            <a:r>
              <a:rPr lang="en-US" sz="2400" dirty="0">
                <a:solidFill>
                  <a:schemeClr val="tx1"/>
                </a:solidFill>
              </a:rPr>
              <a:t>00111</a:t>
            </a:r>
          </a:p>
          <a:p>
            <a:pPr algn="ctr"/>
            <a:endParaRPr lang="en-US" sz="2400" dirty="0">
              <a:solidFill>
                <a:schemeClr val="tx1"/>
              </a:solidFill>
            </a:endParaRPr>
          </a:p>
          <a:p>
            <a:pPr algn="ctr"/>
            <a:r>
              <a:rPr lang="en-US" sz="2400" dirty="0">
                <a:solidFill>
                  <a:schemeClr val="tx1"/>
                </a:solidFill>
              </a:rPr>
              <a:t>11001</a:t>
            </a:r>
          </a:p>
          <a:p>
            <a:pPr algn="ctr"/>
            <a:endParaRPr lang="en-US" sz="2400" dirty="0">
              <a:solidFill>
                <a:schemeClr val="tx1"/>
              </a:solidFill>
            </a:endParaRPr>
          </a:p>
          <a:p>
            <a:pPr algn="ctr"/>
            <a:r>
              <a:rPr lang="en-US" sz="2400" dirty="0">
                <a:solidFill>
                  <a:schemeClr val="tx1"/>
                </a:solidFill>
              </a:rPr>
              <a:t>11110</a:t>
            </a:r>
          </a:p>
        </p:txBody>
      </p:sp>
      <p:cxnSp>
        <p:nvCxnSpPr>
          <p:cNvPr id="7" name="Straight Arrow Connector 6"/>
          <p:cNvCxnSpPr/>
          <p:nvPr/>
        </p:nvCxnSpPr>
        <p:spPr>
          <a:xfrm>
            <a:off x="1741488" y="3657600"/>
            <a:ext cx="28194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893888" y="3259717"/>
            <a:ext cx="2563813" cy="381000"/>
          </a:xfrm>
          <a:prstGeom prst="rect">
            <a:avLst/>
          </a:prstGeom>
          <a:noFill/>
        </p:spPr>
        <p:txBody>
          <a:bodyPr wrap="square" rtlCol="0">
            <a:spAutoFit/>
          </a:bodyPr>
          <a:lstStyle/>
          <a:p>
            <a:r>
              <a:rPr lang="en-US" dirty="0"/>
              <a:t>Single bit change</a:t>
            </a:r>
          </a:p>
        </p:txBody>
      </p:sp>
      <p:sp>
        <p:nvSpPr>
          <p:cNvPr id="10" name="TextBox 9"/>
          <p:cNvSpPr txBox="1"/>
          <p:nvPr/>
        </p:nvSpPr>
        <p:spPr>
          <a:xfrm>
            <a:off x="584995" y="3368911"/>
            <a:ext cx="1080294" cy="430887"/>
          </a:xfrm>
          <a:prstGeom prst="rect">
            <a:avLst/>
          </a:prstGeom>
          <a:noFill/>
        </p:spPr>
        <p:txBody>
          <a:bodyPr wrap="square" rtlCol="0">
            <a:spAutoFit/>
          </a:bodyPr>
          <a:lstStyle/>
          <a:p>
            <a:r>
              <a:rPr lang="en-US" sz="2200" dirty="0"/>
              <a:t>00100</a:t>
            </a:r>
          </a:p>
        </p:txBody>
      </p:sp>
      <p:cxnSp>
        <p:nvCxnSpPr>
          <p:cNvPr id="11" name="Straight Arrow Connector 10"/>
          <p:cNvCxnSpPr/>
          <p:nvPr/>
        </p:nvCxnSpPr>
        <p:spPr>
          <a:xfrm>
            <a:off x="1817688" y="4343400"/>
            <a:ext cx="28194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893888" y="3962400"/>
            <a:ext cx="2563813" cy="381000"/>
          </a:xfrm>
          <a:prstGeom prst="rect">
            <a:avLst/>
          </a:prstGeom>
          <a:noFill/>
        </p:spPr>
        <p:txBody>
          <a:bodyPr wrap="square" rtlCol="0">
            <a:spAutoFit/>
          </a:bodyPr>
          <a:lstStyle/>
          <a:p>
            <a:r>
              <a:rPr lang="en-US" dirty="0"/>
              <a:t>Two-bit change</a:t>
            </a:r>
          </a:p>
        </p:txBody>
      </p:sp>
      <p:sp>
        <p:nvSpPr>
          <p:cNvPr id="13" name="TextBox 12"/>
          <p:cNvSpPr txBox="1"/>
          <p:nvPr/>
        </p:nvSpPr>
        <p:spPr>
          <a:xfrm>
            <a:off x="598489" y="4078379"/>
            <a:ext cx="1011238" cy="430887"/>
          </a:xfrm>
          <a:prstGeom prst="rect">
            <a:avLst/>
          </a:prstGeom>
          <a:noFill/>
        </p:spPr>
        <p:txBody>
          <a:bodyPr wrap="square" rtlCol="0">
            <a:spAutoFit/>
          </a:bodyPr>
          <a:lstStyle/>
          <a:p>
            <a:r>
              <a:rPr lang="en-US" sz="2200" dirty="0"/>
              <a:t>00100</a:t>
            </a:r>
          </a:p>
        </p:txBody>
      </p:sp>
      <p:cxnSp>
        <p:nvCxnSpPr>
          <p:cNvPr id="18" name="Straight Arrow Connector 17"/>
          <p:cNvCxnSpPr/>
          <p:nvPr/>
        </p:nvCxnSpPr>
        <p:spPr>
          <a:xfrm>
            <a:off x="1817688" y="5126129"/>
            <a:ext cx="28194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893888" y="4745129"/>
            <a:ext cx="2563813" cy="381000"/>
          </a:xfrm>
          <a:prstGeom prst="rect">
            <a:avLst/>
          </a:prstGeom>
          <a:noFill/>
        </p:spPr>
        <p:txBody>
          <a:bodyPr wrap="square" rtlCol="0">
            <a:spAutoFit/>
          </a:bodyPr>
          <a:lstStyle/>
          <a:p>
            <a:r>
              <a:rPr lang="en-US" dirty="0"/>
              <a:t>Four-bit change</a:t>
            </a:r>
          </a:p>
        </p:txBody>
      </p:sp>
      <p:sp>
        <p:nvSpPr>
          <p:cNvPr id="20" name="TextBox 19"/>
          <p:cNvSpPr txBox="1"/>
          <p:nvPr/>
        </p:nvSpPr>
        <p:spPr>
          <a:xfrm>
            <a:off x="598488" y="4861108"/>
            <a:ext cx="1039813" cy="430887"/>
          </a:xfrm>
          <a:prstGeom prst="rect">
            <a:avLst/>
          </a:prstGeom>
          <a:noFill/>
        </p:spPr>
        <p:txBody>
          <a:bodyPr wrap="square" rtlCol="0">
            <a:spAutoFit/>
          </a:bodyPr>
          <a:lstStyle/>
          <a:p>
            <a:r>
              <a:rPr lang="en-US" sz="2200" dirty="0"/>
              <a:t>00100</a:t>
            </a:r>
          </a:p>
        </p:txBody>
      </p:sp>
      <p:cxnSp>
        <p:nvCxnSpPr>
          <p:cNvPr id="21" name="Straight Arrow Connector 20"/>
          <p:cNvCxnSpPr/>
          <p:nvPr/>
        </p:nvCxnSpPr>
        <p:spPr>
          <a:xfrm>
            <a:off x="1804194" y="5815834"/>
            <a:ext cx="28194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893888" y="5418301"/>
            <a:ext cx="2563813" cy="381000"/>
          </a:xfrm>
          <a:prstGeom prst="rect">
            <a:avLst/>
          </a:prstGeom>
          <a:noFill/>
        </p:spPr>
        <p:txBody>
          <a:bodyPr wrap="square" rtlCol="0">
            <a:spAutoFit/>
          </a:bodyPr>
          <a:lstStyle/>
          <a:p>
            <a:r>
              <a:rPr lang="en-US" dirty="0"/>
              <a:t>Three-bit change</a:t>
            </a:r>
          </a:p>
        </p:txBody>
      </p:sp>
      <p:sp>
        <p:nvSpPr>
          <p:cNvPr id="23" name="TextBox 22"/>
          <p:cNvSpPr txBox="1"/>
          <p:nvPr/>
        </p:nvSpPr>
        <p:spPr>
          <a:xfrm>
            <a:off x="598488" y="5583858"/>
            <a:ext cx="1116013" cy="430887"/>
          </a:xfrm>
          <a:prstGeom prst="rect">
            <a:avLst/>
          </a:prstGeom>
          <a:noFill/>
        </p:spPr>
        <p:txBody>
          <a:bodyPr wrap="square" rtlCol="0">
            <a:spAutoFit/>
          </a:bodyPr>
          <a:lstStyle/>
          <a:p>
            <a:r>
              <a:rPr lang="en-US" sz="2200" dirty="0"/>
              <a:t>00100</a:t>
            </a:r>
          </a:p>
        </p:txBody>
      </p:sp>
      <p:sp>
        <p:nvSpPr>
          <p:cNvPr id="24" name="Rectangle 23"/>
          <p:cNvSpPr/>
          <p:nvPr/>
        </p:nvSpPr>
        <p:spPr>
          <a:xfrm>
            <a:off x="6369050" y="3030628"/>
            <a:ext cx="1876426" cy="29891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b="1" dirty="0">
                <a:solidFill>
                  <a:schemeClr val="tx1"/>
                </a:solidFill>
              </a:rPr>
              <a:t>Data block</a:t>
            </a:r>
          </a:p>
          <a:p>
            <a:pPr algn="ctr"/>
            <a:r>
              <a:rPr lang="en-US" sz="2400" dirty="0">
                <a:solidFill>
                  <a:schemeClr val="tx1"/>
                </a:solidFill>
              </a:rPr>
              <a:t>00</a:t>
            </a:r>
          </a:p>
          <a:p>
            <a:pPr algn="ctr"/>
            <a:endParaRPr lang="en-US" sz="2400" dirty="0">
              <a:solidFill>
                <a:schemeClr val="tx1"/>
              </a:solidFill>
            </a:endParaRPr>
          </a:p>
          <a:p>
            <a:pPr algn="ctr"/>
            <a:r>
              <a:rPr lang="en-US" sz="2400" dirty="0">
                <a:solidFill>
                  <a:schemeClr val="tx1"/>
                </a:solidFill>
              </a:rPr>
              <a:t>01</a:t>
            </a:r>
          </a:p>
          <a:p>
            <a:pPr algn="ctr"/>
            <a:endParaRPr lang="en-US" sz="2400" dirty="0">
              <a:solidFill>
                <a:schemeClr val="tx1"/>
              </a:solidFill>
            </a:endParaRPr>
          </a:p>
          <a:p>
            <a:pPr algn="ctr"/>
            <a:r>
              <a:rPr lang="en-US" sz="2400" dirty="0">
                <a:solidFill>
                  <a:schemeClr val="tx1"/>
                </a:solidFill>
              </a:rPr>
              <a:t>10</a:t>
            </a:r>
          </a:p>
          <a:p>
            <a:pPr algn="ctr"/>
            <a:endParaRPr lang="en-US" sz="2400" dirty="0">
              <a:solidFill>
                <a:schemeClr val="tx1"/>
              </a:solidFill>
            </a:endParaRPr>
          </a:p>
          <a:p>
            <a:pPr algn="ctr"/>
            <a:r>
              <a:rPr lang="en-US" sz="2400" dirty="0">
                <a:solidFill>
                  <a:schemeClr val="tx1"/>
                </a:solidFill>
              </a:rPr>
              <a:t>11</a:t>
            </a:r>
          </a:p>
        </p:txBody>
      </p:sp>
      <p:sp>
        <p:nvSpPr>
          <p:cNvPr id="28" name="Rectangle 27"/>
          <p:cNvSpPr/>
          <p:nvPr/>
        </p:nvSpPr>
        <p:spPr>
          <a:xfrm>
            <a:off x="66676" y="2971800"/>
            <a:ext cx="8755061" cy="870315"/>
          </a:xfrm>
          <a:prstGeom prst="rect">
            <a:avLst/>
          </a:prstGeom>
          <a:noFill/>
          <a:ln w="508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pic>
        <p:nvPicPr>
          <p:cNvPr id="6" name="Picture 5">
            <a:extLst>
              <a:ext uri="{FF2B5EF4-FFF2-40B4-BE49-F238E27FC236}">
                <a16:creationId xmlns:a16="http://schemas.microsoft.com/office/drawing/2014/main" id="{65BE733A-0CF9-94EA-F2A6-A436F769FD55}"/>
              </a:ext>
            </a:extLst>
          </p:cNvPr>
          <p:cNvPicPr>
            <a:picLocks noChangeAspect="1"/>
          </p:cNvPicPr>
          <p:nvPr/>
        </p:nvPicPr>
        <p:blipFill>
          <a:blip r:embed="rId3"/>
          <a:stretch>
            <a:fillRect/>
          </a:stretch>
        </p:blipFill>
        <p:spPr>
          <a:xfrm>
            <a:off x="5999262" y="1062698"/>
            <a:ext cx="2616001" cy="1436235"/>
          </a:xfrm>
          <a:prstGeom prst="rect">
            <a:avLst/>
          </a:prstGeom>
        </p:spPr>
      </p:pic>
    </p:spTree>
    <p:extLst>
      <p:ext uri="{BB962C8B-B14F-4D97-AF65-F5344CB8AC3E}">
        <p14:creationId xmlns:p14="http://schemas.microsoft.com/office/powerpoint/2010/main" val="354765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par>
                                <p:cTn id="25" presetID="22" presetClass="entr" presetSubtype="8"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par>
                                <p:cTn id="34" presetID="22" presetClass="entr" presetSubtype="8"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left)">
                                      <p:cBhvr>
                                        <p:cTn id="39" dur="500"/>
                                        <p:tgtEl>
                                          <p:spTgt spid="23"/>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1000"/>
                                        <p:tgtEl>
                                          <p:spTgt spid="28"/>
                                        </p:tgtEl>
                                      </p:cBhvr>
                                    </p:animEffect>
                                    <p:anim calcmode="lin" valueType="num">
                                      <p:cBhvr>
                                        <p:cTn id="48" dur="1000" fill="hold"/>
                                        <p:tgtEl>
                                          <p:spTgt spid="28"/>
                                        </p:tgtEl>
                                        <p:attrNameLst>
                                          <p:attrName>ppt_x</p:attrName>
                                        </p:attrNameLst>
                                      </p:cBhvr>
                                      <p:tavLst>
                                        <p:tav tm="0">
                                          <p:val>
                                            <p:strVal val="#ppt_x"/>
                                          </p:val>
                                        </p:tav>
                                        <p:tav tm="100000">
                                          <p:val>
                                            <p:strVal val="#ppt_x"/>
                                          </p:val>
                                        </p:tav>
                                      </p:tavLst>
                                    </p:anim>
                                    <p:anim calcmode="lin" valueType="num">
                                      <p:cBhvr>
                                        <p:cTn id="4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3" grpId="0"/>
      <p:bldP spid="19" grpId="0"/>
      <p:bldP spid="20" grpId="0"/>
      <p:bldP spid="22" grpId="0"/>
      <p:bldP spid="23" grpId="0"/>
      <p:bldP spid="2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Code Principles (cont.)</a:t>
            </a:r>
          </a:p>
        </p:txBody>
      </p:sp>
      <p:sp>
        <p:nvSpPr>
          <p:cNvPr id="3" name="Content Placeholder 2"/>
          <p:cNvSpPr>
            <a:spLocks noGrp="1"/>
          </p:cNvSpPr>
          <p:nvPr>
            <p:ph idx="1"/>
          </p:nvPr>
        </p:nvSpPr>
        <p:spPr/>
        <p:txBody>
          <a:bodyPr/>
          <a:lstStyle/>
          <a:p>
            <a:pPr>
              <a:spcAft>
                <a:spcPts val="600"/>
              </a:spcAft>
            </a:pPr>
            <a:r>
              <a:rPr lang="en-GB" sz="2800" dirty="0"/>
              <a:t>If an invalid codeword is received, the valid codeword that is closest to it (</a:t>
            </a:r>
            <a:r>
              <a:rPr lang="en-GB" sz="2800" dirty="0">
                <a:solidFill>
                  <a:srgbClr val="FF0000"/>
                </a:solidFill>
              </a:rPr>
              <a:t>minimum distance</a:t>
            </a:r>
            <a:r>
              <a:rPr lang="en-GB" sz="2800" dirty="0"/>
              <a:t>) is selected.</a:t>
            </a:r>
          </a:p>
          <a:p>
            <a:pPr>
              <a:spcAft>
                <a:spcPts val="600"/>
              </a:spcAft>
            </a:pPr>
            <a:endParaRPr lang="en-GB" sz="2800" dirty="0"/>
          </a:p>
          <a:p>
            <a:pPr>
              <a:spcAft>
                <a:spcPts val="600"/>
              </a:spcAft>
            </a:pPr>
            <a:r>
              <a:rPr lang="en-GB" sz="2800" dirty="0"/>
              <a:t>This will only work if there is a unique valid codeword at a minimum distance from each invalid codeword.</a:t>
            </a:r>
          </a:p>
          <a:p>
            <a:pPr lvl="1">
              <a:spcAft>
                <a:spcPts val="600"/>
              </a:spcAft>
            </a:pPr>
            <a:r>
              <a:rPr lang="en-US" sz="2200" dirty="0"/>
              <a:t>For 2-bit data blocks to be encoded into 5-bit codewords, there are 2</a:t>
            </a:r>
            <a:r>
              <a:rPr lang="en-US" sz="2200" baseline="30000" dirty="0"/>
              <a:t>5</a:t>
            </a:r>
            <a:r>
              <a:rPr lang="en-US" sz="2200" dirty="0"/>
              <a:t> = 32 possible codewords. </a:t>
            </a:r>
          </a:p>
          <a:p>
            <a:pPr lvl="1">
              <a:spcAft>
                <a:spcPts val="600"/>
              </a:spcAft>
            </a:pPr>
            <a:r>
              <a:rPr lang="en-US" sz="2200" dirty="0"/>
              <a:t>4 out of these 32 codewords are valid, leaving 28 invalid codewords.</a:t>
            </a:r>
          </a:p>
          <a:p>
            <a:pPr>
              <a:spcAft>
                <a:spcPts val="600"/>
              </a:spcAft>
            </a:pPr>
            <a:endParaRPr lang="en-GB" sz="28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36</a:t>
            </a:fld>
            <a:endParaRPr lang="en-US" dirty="0"/>
          </a:p>
        </p:txBody>
      </p:sp>
    </p:spTree>
    <p:extLst>
      <p:ext uri="{BB962C8B-B14F-4D97-AF65-F5344CB8AC3E}">
        <p14:creationId xmlns:p14="http://schemas.microsoft.com/office/powerpoint/2010/main" val="31503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Code Principles (cont.)</a:t>
            </a:r>
          </a:p>
        </p:txBody>
      </p:sp>
      <p:sp>
        <p:nvSpPr>
          <p:cNvPr id="3" name="Content Placeholder 2"/>
          <p:cNvSpPr>
            <a:spLocks noGrp="1"/>
          </p:cNvSpPr>
          <p:nvPr>
            <p:ph idx="1"/>
          </p:nvPr>
        </p:nvSpPr>
        <p:spPr/>
        <p:txBody>
          <a:bodyPr/>
          <a:lstStyle/>
          <a:p>
            <a:pPr lvl="1"/>
            <a:endParaRPr lang="en-US" sz="2400" dirty="0"/>
          </a:p>
          <a:p>
            <a:endParaRPr lang="en-US" sz="28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37</a:t>
            </a:fld>
            <a:endParaRPr lang="en-US" dirty="0"/>
          </a:p>
        </p:txBody>
      </p:sp>
      <p:grpSp>
        <p:nvGrpSpPr>
          <p:cNvPr id="10" name="Group 9"/>
          <p:cNvGrpSpPr/>
          <p:nvPr/>
        </p:nvGrpSpPr>
        <p:grpSpPr>
          <a:xfrm>
            <a:off x="884020" y="1607476"/>
            <a:ext cx="6027745" cy="4135398"/>
            <a:chOff x="1305235" y="2602468"/>
            <a:chExt cx="6027745" cy="4135398"/>
          </a:xfrm>
        </p:grpSpPr>
        <p:sp>
          <p:nvSpPr>
            <p:cNvPr id="5" name="Flowchart: Or 4"/>
            <p:cNvSpPr/>
            <p:nvPr/>
          </p:nvSpPr>
          <p:spPr>
            <a:xfrm>
              <a:off x="2667000" y="2971800"/>
              <a:ext cx="3352800" cy="335280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TextBox 5"/>
            <p:cNvSpPr txBox="1"/>
            <p:nvPr/>
          </p:nvSpPr>
          <p:spPr>
            <a:xfrm>
              <a:off x="3686810" y="2602468"/>
              <a:ext cx="1313180" cy="369332"/>
            </a:xfrm>
            <a:prstGeom prst="rect">
              <a:avLst/>
            </a:prstGeom>
            <a:noFill/>
          </p:spPr>
          <p:txBody>
            <a:bodyPr wrap="none" rtlCol="0">
              <a:spAutoFit/>
            </a:bodyPr>
            <a:lstStyle/>
            <a:p>
              <a:r>
                <a:rPr lang="en-NZ" dirty="0"/>
                <a:t>codeword2</a:t>
              </a:r>
            </a:p>
          </p:txBody>
        </p:sp>
        <p:sp>
          <p:nvSpPr>
            <p:cNvPr id="7" name="TextBox 6"/>
            <p:cNvSpPr txBox="1"/>
            <p:nvPr/>
          </p:nvSpPr>
          <p:spPr>
            <a:xfrm>
              <a:off x="6019800" y="4419600"/>
              <a:ext cx="1313180" cy="369332"/>
            </a:xfrm>
            <a:prstGeom prst="rect">
              <a:avLst/>
            </a:prstGeom>
            <a:noFill/>
          </p:spPr>
          <p:txBody>
            <a:bodyPr wrap="none" rtlCol="0">
              <a:spAutoFit/>
            </a:bodyPr>
            <a:lstStyle/>
            <a:p>
              <a:r>
                <a:rPr lang="en-NZ" dirty="0"/>
                <a:t>codeword1</a:t>
              </a:r>
            </a:p>
          </p:txBody>
        </p:sp>
        <p:sp>
          <p:nvSpPr>
            <p:cNvPr id="8" name="TextBox 7"/>
            <p:cNvSpPr txBox="1"/>
            <p:nvPr/>
          </p:nvSpPr>
          <p:spPr>
            <a:xfrm>
              <a:off x="1305235" y="4451556"/>
              <a:ext cx="1313180" cy="369332"/>
            </a:xfrm>
            <a:prstGeom prst="rect">
              <a:avLst/>
            </a:prstGeom>
            <a:noFill/>
          </p:spPr>
          <p:txBody>
            <a:bodyPr wrap="none" rtlCol="0">
              <a:spAutoFit/>
            </a:bodyPr>
            <a:lstStyle/>
            <a:p>
              <a:r>
                <a:rPr lang="en-NZ" dirty="0"/>
                <a:t>codeword3</a:t>
              </a:r>
            </a:p>
          </p:txBody>
        </p:sp>
        <p:sp>
          <p:nvSpPr>
            <p:cNvPr id="9" name="TextBox 8"/>
            <p:cNvSpPr txBox="1"/>
            <p:nvPr/>
          </p:nvSpPr>
          <p:spPr>
            <a:xfrm>
              <a:off x="3686810" y="6368534"/>
              <a:ext cx="1313180" cy="369332"/>
            </a:xfrm>
            <a:prstGeom prst="rect">
              <a:avLst/>
            </a:prstGeom>
            <a:noFill/>
          </p:spPr>
          <p:txBody>
            <a:bodyPr wrap="none" rtlCol="0">
              <a:spAutoFit/>
            </a:bodyPr>
            <a:lstStyle/>
            <a:p>
              <a:r>
                <a:rPr lang="en-NZ" dirty="0"/>
                <a:t>codeword4</a:t>
              </a:r>
            </a:p>
          </p:txBody>
        </p:sp>
      </p:grpSp>
      <p:grpSp>
        <p:nvGrpSpPr>
          <p:cNvPr id="20" name="Group 19"/>
          <p:cNvGrpSpPr/>
          <p:nvPr/>
        </p:nvGrpSpPr>
        <p:grpSpPr>
          <a:xfrm>
            <a:off x="3922185" y="2956954"/>
            <a:ext cx="3720549" cy="696254"/>
            <a:chOff x="4343400" y="3951946"/>
            <a:chExt cx="3720549" cy="696254"/>
          </a:xfrm>
        </p:grpSpPr>
        <p:cxnSp>
          <p:nvCxnSpPr>
            <p:cNvPr id="11" name="Straight Arrow Connector 10"/>
            <p:cNvCxnSpPr/>
            <p:nvPr/>
          </p:nvCxnSpPr>
          <p:spPr>
            <a:xfrm flipV="1">
              <a:off x="4343400" y="4114800"/>
              <a:ext cx="1600200" cy="53340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019800" y="3951946"/>
              <a:ext cx="2044149" cy="369332"/>
            </a:xfrm>
            <a:prstGeom prst="rect">
              <a:avLst/>
            </a:prstGeom>
            <a:noFill/>
          </p:spPr>
          <p:txBody>
            <a:bodyPr wrap="none" rtlCol="0">
              <a:spAutoFit/>
            </a:bodyPr>
            <a:lstStyle/>
            <a:p>
              <a:r>
                <a:rPr lang="en-NZ" dirty="0"/>
                <a:t>Invalid codeword1</a:t>
              </a:r>
            </a:p>
          </p:txBody>
        </p:sp>
      </p:grpSp>
      <p:grpSp>
        <p:nvGrpSpPr>
          <p:cNvPr id="21" name="Group 20"/>
          <p:cNvGrpSpPr/>
          <p:nvPr/>
        </p:nvGrpSpPr>
        <p:grpSpPr>
          <a:xfrm>
            <a:off x="3914184" y="2210017"/>
            <a:ext cx="3347550" cy="1443191"/>
            <a:chOff x="4335399" y="3205009"/>
            <a:chExt cx="3347550" cy="1443191"/>
          </a:xfrm>
        </p:grpSpPr>
        <p:cxnSp>
          <p:nvCxnSpPr>
            <p:cNvPr id="14" name="Straight Arrow Connector 13"/>
            <p:cNvCxnSpPr>
              <a:cxnSpLocks/>
              <a:endCxn id="5" idx="7"/>
            </p:cNvCxnSpPr>
            <p:nvPr/>
          </p:nvCxnSpPr>
          <p:spPr>
            <a:xfrm flipV="1">
              <a:off x="4335399" y="3462806"/>
              <a:ext cx="1193395" cy="11853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638800" y="3205009"/>
              <a:ext cx="2044149" cy="369332"/>
            </a:xfrm>
            <a:prstGeom prst="rect">
              <a:avLst/>
            </a:prstGeom>
            <a:noFill/>
          </p:spPr>
          <p:txBody>
            <a:bodyPr wrap="none" rtlCol="0">
              <a:spAutoFit/>
            </a:bodyPr>
            <a:lstStyle/>
            <a:p>
              <a:r>
                <a:rPr lang="en-NZ" dirty="0"/>
                <a:t>Invalid codeword1</a:t>
              </a:r>
            </a:p>
          </p:txBody>
        </p:sp>
      </p:grpSp>
      <p:sp>
        <p:nvSpPr>
          <p:cNvPr id="18" name="Rounded Rectangular Callout 17"/>
          <p:cNvSpPr/>
          <p:nvPr/>
        </p:nvSpPr>
        <p:spPr>
          <a:xfrm>
            <a:off x="6134992" y="4040864"/>
            <a:ext cx="2980516" cy="1101504"/>
          </a:xfrm>
          <a:prstGeom prst="wedgeRoundRectCallout">
            <a:avLst>
              <a:gd name="adj1" fmla="val -18539"/>
              <a:gd name="adj2" fmla="val -10775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Error detected and corrected </a:t>
            </a:r>
            <a:r>
              <a:rPr lang="en-NZ" i="1" dirty="0">
                <a:ln w="0"/>
                <a:solidFill>
                  <a:srgbClr val="FF0000"/>
                </a:solidFill>
                <a:effectLst>
                  <a:outerShdw blurRad="38100" dist="19050" dir="2700000" algn="tl" rotWithShape="0">
                    <a:schemeClr val="dk1">
                      <a:alpha val="40000"/>
                    </a:schemeClr>
                  </a:outerShdw>
                </a:effectLst>
              </a:rPr>
              <a:t>if we apply minimum-distance decoding</a:t>
            </a:r>
          </a:p>
        </p:txBody>
      </p:sp>
      <p:sp>
        <p:nvSpPr>
          <p:cNvPr id="19" name="Rounded Rectangular Callout 18"/>
          <p:cNvSpPr/>
          <p:nvPr/>
        </p:nvSpPr>
        <p:spPr>
          <a:xfrm>
            <a:off x="4800600" y="960287"/>
            <a:ext cx="4207653" cy="1101505"/>
          </a:xfrm>
          <a:prstGeom prst="wedgeRoundRectCallout">
            <a:avLst>
              <a:gd name="adj1" fmla="val -26902"/>
              <a:gd name="adj2" fmla="val 6397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Equal distance to codeword1 and codeword2; error detected but NOT corrected </a:t>
            </a:r>
            <a:r>
              <a:rPr lang="en-NZ" dirty="0">
                <a:ln w="0"/>
                <a:solidFill>
                  <a:srgbClr val="FF0000"/>
                </a:solidFill>
                <a:effectLst>
                  <a:outerShdw blurRad="38100" dist="19050" dir="2700000" algn="tl" rotWithShape="0">
                    <a:schemeClr val="dk1">
                      <a:alpha val="40000"/>
                    </a:schemeClr>
                  </a:outerShdw>
                </a:effectLst>
              </a:rPr>
              <a:t>even with minimum-distance decoding</a:t>
            </a:r>
          </a:p>
        </p:txBody>
      </p:sp>
      <p:cxnSp>
        <p:nvCxnSpPr>
          <p:cNvPr id="15" name="Straight Arrow Connector 14"/>
          <p:cNvCxnSpPr>
            <a:endCxn id="5" idx="6"/>
          </p:cNvCxnSpPr>
          <p:nvPr/>
        </p:nvCxnSpPr>
        <p:spPr>
          <a:xfrm>
            <a:off x="3914184" y="3652773"/>
            <a:ext cx="1684401" cy="435"/>
          </a:xfrm>
          <a:prstGeom prst="straightConnector1">
            <a:avLst/>
          </a:prstGeom>
          <a:ln w="38100">
            <a:solidFill>
              <a:srgbClr val="00B050"/>
            </a:solidFill>
            <a:tailEnd type="arrow"/>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51643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1000"/>
                                        <p:tgtEl>
                                          <p:spTgt spid="19"/>
                                        </p:tgtEl>
                                      </p:cBhvr>
                                    </p:animEffect>
                                    <p:anim calcmode="lin" valueType="num">
                                      <p:cBhvr>
                                        <p:cTn id="11" dur="1000" fill="hold"/>
                                        <p:tgtEl>
                                          <p:spTgt spid="19"/>
                                        </p:tgtEl>
                                        <p:attrNameLst>
                                          <p:attrName>ppt_x</p:attrName>
                                        </p:attrNameLst>
                                      </p:cBhvr>
                                      <p:tavLst>
                                        <p:tav tm="0">
                                          <p:val>
                                            <p:strVal val="#ppt_x"/>
                                          </p:val>
                                        </p:tav>
                                        <p:tav tm="100000">
                                          <p:val>
                                            <p:strVal val="#ppt_x"/>
                                          </p:val>
                                        </p:tav>
                                      </p:tavLst>
                                    </p:anim>
                                    <p:anim calcmode="lin" valueType="num">
                                      <p:cBhvr>
                                        <p:cTn id="1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Invalid Codewords</a:t>
            </a:r>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38</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515610806"/>
              </p:ext>
            </p:extLst>
          </p:nvPr>
        </p:nvGraphicFramePr>
        <p:xfrm>
          <a:off x="160337" y="914400"/>
          <a:ext cx="8823324" cy="5650536"/>
        </p:xfrm>
        <a:graphic>
          <a:graphicData uri="http://schemas.openxmlformats.org/drawingml/2006/table">
            <a:tbl>
              <a:tblPr firstRow="1" bandRow="1">
                <a:tableStyleId>{284E427A-3D55-4303-BF80-6455036E1DE7}</a:tableStyleId>
              </a:tblPr>
              <a:tblGrid>
                <a:gridCol w="1470554">
                  <a:extLst>
                    <a:ext uri="{9D8B030D-6E8A-4147-A177-3AD203B41FA5}">
                      <a16:colId xmlns:a16="http://schemas.microsoft.com/office/drawing/2014/main" val="20000"/>
                    </a:ext>
                  </a:extLst>
                </a:gridCol>
                <a:gridCol w="1188508">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470554">
                  <a:extLst>
                    <a:ext uri="{9D8B030D-6E8A-4147-A177-3AD203B41FA5}">
                      <a16:colId xmlns:a16="http://schemas.microsoft.com/office/drawing/2014/main" val="20003"/>
                    </a:ext>
                  </a:extLst>
                </a:gridCol>
                <a:gridCol w="1196446">
                  <a:extLst>
                    <a:ext uri="{9D8B030D-6E8A-4147-A177-3AD203B41FA5}">
                      <a16:colId xmlns:a16="http://schemas.microsoft.com/office/drawing/2014/main" val="20004"/>
                    </a:ext>
                  </a:extLst>
                </a:gridCol>
                <a:gridCol w="1744662">
                  <a:extLst>
                    <a:ext uri="{9D8B030D-6E8A-4147-A177-3AD203B41FA5}">
                      <a16:colId xmlns:a16="http://schemas.microsoft.com/office/drawing/2014/main" val="20005"/>
                    </a:ext>
                  </a:extLst>
                </a:gridCol>
              </a:tblGrid>
              <a:tr h="381000">
                <a:tc>
                  <a:txBody>
                    <a:bodyPr/>
                    <a:lstStyle/>
                    <a:p>
                      <a:pPr algn="ctr"/>
                      <a:r>
                        <a:rPr lang="en-US" sz="1600" dirty="0"/>
                        <a:t>Invalid Codeword</a:t>
                      </a:r>
                    </a:p>
                  </a:txBody>
                  <a:tcPr/>
                </a:tc>
                <a:tc>
                  <a:txBody>
                    <a:bodyPr/>
                    <a:lstStyle/>
                    <a:p>
                      <a:pPr algn="ctr"/>
                      <a:r>
                        <a:rPr lang="en-US" sz="1600" dirty="0"/>
                        <a:t>Minimum</a:t>
                      </a:r>
                      <a:r>
                        <a:rPr lang="en-US" sz="1600" baseline="0" dirty="0"/>
                        <a:t> Distance</a:t>
                      </a:r>
                      <a:endParaRPr lang="en-US" sz="1600" dirty="0"/>
                    </a:p>
                  </a:txBody>
                  <a:tcPr/>
                </a:tc>
                <a:tc>
                  <a:txBody>
                    <a:bodyPr/>
                    <a:lstStyle/>
                    <a:p>
                      <a:pPr algn="ctr"/>
                      <a:r>
                        <a:rPr lang="en-US" sz="1600" dirty="0"/>
                        <a:t>Valid </a:t>
                      </a:r>
                    </a:p>
                    <a:p>
                      <a:pPr algn="ctr"/>
                      <a:r>
                        <a:rPr lang="en-US" sz="1600" dirty="0"/>
                        <a:t>Codeword</a:t>
                      </a:r>
                    </a:p>
                  </a:txBody>
                  <a:tcPr/>
                </a:tc>
                <a:tc>
                  <a:txBody>
                    <a:bodyPr/>
                    <a:lstStyle/>
                    <a:p>
                      <a:pPr algn="ctr"/>
                      <a:r>
                        <a:rPr lang="en-US" sz="1600" dirty="0"/>
                        <a:t>Invalid</a:t>
                      </a:r>
                      <a:r>
                        <a:rPr lang="en-US" sz="1600" baseline="0" dirty="0"/>
                        <a:t> </a:t>
                      </a:r>
                      <a:r>
                        <a:rPr lang="en-US" sz="1600" baseline="0" dirty="0" err="1"/>
                        <a:t>Codeword</a:t>
                      </a:r>
                      <a:endParaRPr lang="en-US" sz="1600" dirty="0"/>
                    </a:p>
                  </a:txBody>
                  <a:tcPr/>
                </a:tc>
                <a:tc>
                  <a:txBody>
                    <a:bodyPr/>
                    <a:lstStyle/>
                    <a:p>
                      <a:pPr algn="ctr"/>
                      <a:r>
                        <a:rPr lang="en-US" sz="1600" dirty="0"/>
                        <a:t>Minimum</a:t>
                      </a:r>
                      <a:r>
                        <a:rPr lang="en-US" sz="1600" baseline="0" dirty="0"/>
                        <a:t> Distance</a:t>
                      </a:r>
                      <a:endParaRPr lang="en-US" sz="1600" dirty="0"/>
                    </a:p>
                  </a:txBody>
                  <a:tcPr/>
                </a:tc>
                <a:tc>
                  <a:txBody>
                    <a:bodyPr/>
                    <a:lstStyle/>
                    <a:p>
                      <a:pPr algn="ctr"/>
                      <a:r>
                        <a:rPr lang="en-US" sz="1600" dirty="0"/>
                        <a:t>Valid </a:t>
                      </a:r>
                    </a:p>
                    <a:p>
                      <a:pPr algn="ctr"/>
                      <a:r>
                        <a:rPr lang="en-US" sz="1600" dirty="0" err="1"/>
                        <a:t>Codeword</a:t>
                      </a:r>
                      <a:endParaRPr lang="en-US" sz="1600" dirty="0"/>
                    </a:p>
                  </a:txBody>
                  <a:tcPr/>
                </a:tc>
                <a:extLst>
                  <a:ext uri="{0D108BD9-81ED-4DB2-BD59-A6C34878D82A}">
                    <a16:rowId xmlns:a16="http://schemas.microsoft.com/office/drawing/2014/main" val="10000"/>
                  </a:ext>
                </a:extLst>
              </a:tr>
              <a:tr h="366738">
                <a:tc>
                  <a:txBody>
                    <a:bodyPr/>
                    <a:lstStyle/>
                    <a:p>
                      <a:pPr algn="ctr"/>
                      <a:r>
                        <a:rPr lang="en-US" sz="1600" dirty="0"/>
                        <a:t>00001</a:t>
                      </a:r>
                    </a:p>
                  </a:txBody>
                  <a:tcPr/>
                </a:tc>
                <a:tc>
                  <a:txBody>
                    <a:bodyPr/>
                    <a:lstStyle/>
                    <a:p>
                      <a:pPr algn="ctr"/>
                      <a:r>
                        <a:rPr lang="en-US" sz="1600" dirty="0"/>
                        <a:t>1</a:t>
                      </a:r>
                    </a:p>
                  </a:txBody>
                  <a:tcPr/>
                </a:tc>
                <a:tc>
                  <a:txBody>
                    <a:bodyPr/>
                    <a:lstStyle/>
                    <a:p>
                      <a:pPr algn="ctr"/>
                      <a:r>
                        <a:rPr lang="en-US" sz="1600" dirty="0"/>
                        <a:t>00000</a:t>
                      </a:r>
                    </a:p>
                  </a:txBody>
                  <a:tcPr/>
                </a:tc>
                <a:tc>
                  <a:txBody>
                    <a:bodyPr/>
                    <a:lstStyle/>
                    <a:p>
                      <a:pPr algn="ctr"/>
                      <a:r>
                        <a:rPr lang="en-US" sz="1600" dirty="0"/>
                        <a:t>10000</a:t>
                      </a:r>
                    </a:p>
                  </a:txBody>
                  <a:tcPr/>
                </a:tc>
                <a:tc>
                  <a:txBody>
                    <a:bodyPr/>
                    <a:lstStyle/>
                    <a:p>
                      <a:pPr algn="ctr"/>
                      <a:r>
                        <a:rPr lang="en-US" sz="1600" dirty="0"/>
                        <a:t>1</a:t>
                      </a:r>
                    </a:p>
                  </a:txBody>
                  <a:tcPr/>
                </a:tc>
                <a:tc>
                  <a:txBody>
                    <a:bodyPr/>
                    <a:lstStyle/>
                    <a:p>
                      <a:pPr algn="ctr"/>
                      <a:r>
                        <a:rPr lang="en-US" sz="1600" dirty="0"/>
                        <a:t>00000</a:t>
                      </a:r>
                    </a:p>
                  </a:txBody>
                  <a:tcPr/>
                </a:tc>
                <a:extLst>
                  <a:ext uri="{0D108BD9-81ED-4DB2-BD59-A6C34878D82A}">
                    <a16:rowId xmlns:a16="http://schemas.microsoft.com/office/drawing/2014/main" val="10001"/>
                  </a:ext>
                </a:extLst>
              </a:tr>
              <a:tr h="366738">
                <a:tc>
                  <a:txBody>
                    <a:bodyPr/>
                    <a:lstStyle/>
                    <a:p>
                      <a:pPr algn="ctr"/>
                      <a:r>
                        <a:rPr lang="en-US" sz="1600" dirty="0"/>
                        <a:t>00010</a:t>
                      </a:r>
                    </a:p>
                  </a:txBody>
                  <a:tcPr/>
                </a:tc>
                <a:tc>
                  <a:txBody>
                    <a:bodyPr/>
                    <a:lstStyle/>
                    <a:p>
                      <a:pPr algn="ctr"/>
                      <a:r>
                        <a:rPr lang="en-US" sz="1600" dirty="0"/>
                        <a:t>1</a:t>
                      </a:r>
                    </a:p>
                  </a:txBody>
                  <a:tcPr/>
                </a:tc>
                <a:tc>
                  <a:txBody>
                    <a:bodyPr/>
                    <a:lstStyle/>
                    <a:p>
                      <a:pPr algn="ctr"/>
                      <a:r>
                        <a:rPr lang="en-US" sz="1600" dirty="0"/>
                        <a:t>00000</a:t>
                      </a:r>
                    </a:p>
                  </a:txBody>
                  <a:tcPr/>
                </a:tc>
                <a:tc>
                  <a:txBody>
                    <a:bodyPr/>
                    <a:lstStyle/>
                    <a:p>
                      <a:pPr algn="ctr"/>
                      <a:r>
                        <a:rPr lang="en-US" sz="1600" dirty="0"/>
                        <a:t>10001</a:t>
                      </a:r>
                    </a:p>
                  </a:txBody>
                  <a:tcPr/>
                </a:tc>
                <a:tc>
                  <a:txBody>
                    <a:bodyPr/>
                    <a:lstStyle/>
                    <a:p>
                      <a:pPr algn="ctr"/>
                      <a:r>
                        <a:rPr lang="en-US" sz="1600" dirty="0"/>
                        <a:t>1</a:t>
                      </a:r>
                    </a:p>
                  </a:txBody>
                  <a:tcPr/>
                </a:tc>
                <a:tc>
                  <a:txBody>
                    <a:bodyPr/>
                    <a:lstStyle/>
                    <a:p>
                      <a:pPr algn="ctr"/>
                      <a:r>
                        <a:rPr lang="en-US" sz="1600" dirty="0"/>
                        <a:t>11001</a:t>
                      </a:r>
                    </a:p>
                  </a:txBody>
                  <a:tcPr/>
                </a:tc>
                <a:extLst>
                  <a:ext uri="{0D108BD9-81ED-4DB2-BD59-A6C34878D82A}">
                    <a16:rowId xmlns:a16="http://schemas.microsoft.com/office/drawing/2014/main" val="10002"/>
                  </a:ext>
                </a:extLst>
              </a:tr>
              <a:tr h="366738">
                <a:tc>
                  <a:txBody>
                    <a:bodyPr/>
                    <a:lstStyle/>
                    <a:p>
                      <a:pPr algn="ctr"/>
                      <a:r>
                        <a:rPr lang="en-US" sz="1600" dirty="0"/>
                        <a:t>00011</a:t>
                      </a:r>
                    </a:p>
                  </a:txBody>
                  <a:tcPr/>
                </a:tc>
                <a:tc>
                  <a:txBody>
                    <a:bodyPr/>
                    <a:lstStyle/>
                    <a:p>
                      <a:pPr algn="ctr"/>
                      <a:r>
                        <a:rPr lang="en-US" sz="1600" dirty="0"/>
                        <a:t>1</a:t>
                      </a:r>
                    </a:p>
                  </a:txBody>
                  <a:tcPr/>
                </a:tc>
                <a:tc>
                  <a:txBody>
                    <a:bodyPr/>
                    <a:lstStyle/>
                    <a:p>
                      <a:pPr algn="ctr"/>
                      <a:r>
                        <a:rPr lang="en-US" sz="1600" dirty="0"/>
                        <a:t>00111</a:t>
                      </a:r>
                    </a:p>
                  </a:txBody>
                  <a:tcPr/>
                </a:tc>
                <a:tc>
                  <a:txBody>
                    <a:bodyPr/>
                    <a:lstStyle/>
                    <a:p>
                      <a:pPr algn="ctr"/>
                      <a:r>
                        <a:rPr lang="en-US" sz="1600" dirty="0"/>
                        <a:t>10010</a:t>
                      </a:r>
                    </a:p>
                  </a:txBody>
                  <a:tcPr/>
                </a:tc>
                <a:tc>
                  <a:txBody>
                    <a:bodyPr/>
                    <a:lstStyle/>
                    <a:p>
                      <a:pPr algn="ctr"/>
                      <a:r>
                        <a:rPr lang="en-US" sz="1600" dirty="0"/>
                        <a:t>2</a:t>
                      </a:r>
                    </a:p>
                  </a:txBody>
                  <a:tcPr/>
                </a:tc>
                <a:tc>
                  <a:txBody>
                    <a:bodyPr/>
                    <a:lstStyle/>
                    <a:p>
                      <a:pPr algn="ctr"/>
                      <a:r>
                        <a:rPr lang="en-US" sz="1600" b="1" dirty="0"/>
                        <a:t>00000 or 11110</a:t>
                      </a:r>
                    </a:p>
                  </a:txBody>
                  <a:tcPr/>
                </a:tc>
                <a:extLst>
                  <a:ext uri="{0D108BD9-81ED-4DB2-BD59-A6C34878D82A}">
                    <a16:rowId xmlns:a16="http://schemas.microsoft.com/office/drawing/2014/main" val="10003"/>
                  </a:ext>
                </a:extLst>
              </a:tr>
              <a:tr h="366738">
                <a:tc>
                  <a:txBody>
                    <a:bodyPr/>
                    <a:lstStyle/>
                    <a:p>
                      <a:pPr algn="ctr"/>
                      <a:r>
                        <a:rPr lang="en-US" sz="1600" dirty="0"/>
                        <a:t>00100</a:t>
                      </a:r>
                    </a:p>
                  </a:txBody>
                  <a:tcPr/>
                </a:tc>
                <a:tc>
                  <a:txBody>
                    <a:bodyPr/>
                    <a:lstStyle/>
                    <a:p>
                      <a:pPr algn="ctr"/>
                      <a:r>
                        <a:rPr lang="en-US" sz="1600" dirty="0"/>
                        <a:t>1</a:t>
                      </a:r>
                    </a:p>
                  </a:txBody>
                  <a:tcPr/>
                </a:tc>
                <a:tc>
                  <a:txBody>
                    <a:bodyPr/>
                    <a:lstStyle/>
                    <a:p>
                      <a:pPr algn="ctr"/>
                      <a:r>
                        <a:rPr lang="en-US" sz="1600" dirty="0"/>
                        <a:t>00000</a:t>
                      </a:r>
                    </a:p>
                  </a:txBody>
                  <a:tcPr/>
                </a:tc>
                <a:tc>
                  <a:txBody>
                    <a:bodyPr/>
                    <a:lstStyle/>
                    <a:p>
                      <a:pPr algn="ctr"/>
                      <a:r>
                        <a:rPr lang="en-US" sz="1600" dirty="0"/>
                        <a:t>10011</a:t>
                      </a:r>
                    </a:p>
                  </a:txBody>
                  <a:tcPr/>
                </a:tc>
                <a:tc>
                  <a:txBody>
                    <a:bodyPr/>
                    <a:lstStyle/>
                    <a:p>
                      <a:pPr algn="ctr"/>
                      <a:r>
                        <a:rPr lang="en-US" sz="1600" dirty="0"/>
                        <a:t>2</a:t>
                      </a:r>
                    </a:p>
                  </a:txBody>
                  <a:tcPr/>
                </a:tc>
                <a:tc>
                  <a:txBody>
                    <a:bodyPr/>
                    <a:lstStyle/>
                    <a:p>
                      <a:pPr algn="ctr"/>
                      <a:r>
                        <a:rPr lang="en-US" sz="1600" b="1" dirty="0"/>
                        <a:t>00111 or 11001</a:t>
                      </a:r>
                    </a:p>
                  </a:txBody>
                  <a:tcPr/>
                </a:tc>
                <a:extLst>
                  <a:ext uri="{0D108BD9-81ED-4DB2-BD59-A6C34878D82A}">
                    <a16:rowId xmlns:a16="http://schemas.microsoft.com/office/drawing/2014/main" val="10004"/>
                  </a:ext>
                </a:extLst>
              </a:tr>
              <a:tr h="366738">
                <a:tc>
                  <a:txBody>
                    <a:bodyPr/>
                    <a:lstStyle/>
                    <a:p>
                      <a:pPr algn="ctr"/>
                      <a:r>
                        <a:rPr lang="en-US" sz="1600" dirty="0"/>
                        <a:t>00101</a:t>
                      </a:r>
                    </a:p>
                  </a:txBody>
                  <a:tcPr/>
                </a:tc>
                <a:tc>
                  <a:txBody>
                    <a:bodyPr/>
                    <a:lstStyle/>
                    <a:p>
                      <a:pPr algn="ctr"/>
                      <a:r>
                        <a:rPr lang="en-US" sz="1600" dirty="0"/>
                        <a:t>1</a:t>
                      </a:r>
                    </a:p>
                  </a:txBody>
                  <a:tcPr/>
                </a:tc>
                <a:tc>
                  <a:txBody>
                    <a:bodyPr/>
                    <a:lstStyle/>
                    <a:p>
                      <a:pPr algn="ctr"/>
                      <a:r>
                        <a:rPr lang="en-US" sz="1600" dirty="0"/>
                        <a:t>00111</a:t>
                      </a:r>
                    </a:p>
                  </a:txBody>
                  <a:tcPr/>
                </a:tc>
                <a:tc>
                  <a:txBody>
                    <a:bodyPr/>
                    <a:lstStyle/>
                    <a:p>
                      <a:pPr algn="ctr"/>
                      <a:r>
                        <a:rPr lang="en-US" sz="1600" dirty="0"/>
                        <a:t>10100</a:t>
                      </a:r>
                    </a:p>
                  </a:txBody>
                  <a:tcPr/>
                </a:tc>
                <a:tc>
                  <a:txBody>
                    <a:bodyPr/>
                    <a:lstStyle/>
                    <a:p>
                      <a:pPr algn="ctr"/>
                      <a:r>
                        <a:rPr lang="en-US" sz="1600" dirty="0"/>
                        <a:t>2</a:t>
                      </a:r>
                    </a:p>
                  </a:txBody>
                  <a:tcPr/>
                </a:tc>
                <a:tc>
                  <a:txBody>
                    <a:bodyPr/>
                    <a:lstStyle/>
                    <a:p>
                      <a:pPr algn="ctr"/>
                      <a:r>
                        <a:rPr lang="en-US" sz="1600" b="1" dirty="0"/>
                        <a:t>00111 or 11001</a:t>
                      </a:r>
                    </a:p>
                  </a:txBody>
                  <a:tcPr/>
                </a:tc>
                <a:extLst>
                  <a:ext uri="{0D108BD9-81ED-4DB2-BD59-A6C34878D82A}">
                    <a16:rowId xmlns:a16="http://schemas.microsoft.com/office/drawing/2014/main" val="10005"/>
                  </a:ext>
                </a:extLst>
              </a:tr>
              <a:tr h="366738">
                <a:tc>
                  <a:txBody>
                    <a:bodyPr/>
                    <a:lstStyle/>
                    <a:p>
                      <a:pPr algn="ctr"/>
                      <a:r>
                        <a:rPr lang="en-US" sz="1600" dirty="0"/>
                        <a:t>00110</a:t>
                      </a:r>
                    </a:p>
                  </a:txBody>
                  <a:tcPr/>
                </a:tc>
                <a:tc>
                  <a:txBody>
                    <a:bodyPr/>
                    <a:lstStyle/>
                    <a:p>
                      <a:pPr algn="ctr"/>
                      <a:r>
                        <a:rPr lang="en-US" sz="1600" dirty="0"/>
                        <a:t>1</a:t>
                      </a:r>
                    </a:p>
                  </a:txBody>
                  <a:tcPr/>
                </a:tc>
                <a:tc>
                  <a:txBody>
                    <a:bodyPr/>
                    <a:lstStyle/>
                    <a:p>
                      <a:pPr algn="ctr"/>
                      <a:r>
                        <a:rPr lang="en-US" sz="1600" dirty="0"/>
                        <a:t>00111</a:t>
                      </a:r>
                    </a:p>
                  </a:txBody>
                  <a:tcPr/>
                </a:tc>
                <a:tc>
                  <a:txBody>
                    <a:bodyPr/>
                    <a:lstStyle/>
                    <a:p>
                      <a:pPr algn="ctr"/>
                      <a:r>
                        <a:rPr lang="en-US" sz="1600" dirty="0"/>
                        <a:t>10101</a:t>
                      </a:r>
                    </a:p>
                  </a:txBody>
                  <a:tcPr/>
                </a:tc>
                <a:tc>
                  <a:txBody>
                    <a:bodyPr/>
                    <a:lstStyle/>
                    <a:p>
                      <a:pPr algn="ctr"/>
                      <a:r>
                        <a:rPr lang="en-US" sz="1600" dirty="0"/>
                        <a:t>2</a:t>
                      </a:r>
                    </a:p>
                  </a:txBody>
                  <a:tcPr/>
                </a:tc>
                <a:tc>
                  <a:txBody>
                    <a:bodyPr/>
                    <a:lstStyle/>
                    <a:p>
                      <a:pPr algn="ctr"/>
                      <a:r>
                        <a:rPr lang="en-US" sz="1600" b="1" dirty="0"/>
                        <a:t>00111 or 11001</a:t>
                      </a:r>
                    </a:p>
                  </a:txBody>
                  <a:tcPr/>
                </a:tc>
                <a:extLst>
                  <a:ext uri="{0D108BD9-81ED-4DB2-BD59-A6C34878D82A}">
                    <a16:rowId xmlns:a16="http://schemas.microsoft.com/office/drawing/2014/main" val="10006"/>
                  </a:ext>
                </a:extLst>
              </a:tr>
              <a:tr h="366738">
                <a:tc>
                  <a:txBody>
                    <a:bodyPr/>
                    <a:lstStyle/>
                    <a:p>
                      <a:pPr algn="ctr"/>
                      <a:r>
                        <a:rPr lang="en-US" sz="1600" dirty="0"/>
                        <a:t>01000</a:t>
                      </a:r>
                    </a:p>
                  </a:txBody>
                  <a:tcPr/>
                </a:tc>
                <a:tc>
                  <a:txBody>
                    <a:bodyPr/>
                    <a:lstStyle/>
                    <a:p>
                      <a:pPr algn="ctr"/>
                      <a:r>
                        <a:rPr lang="en-US" sz="1600" dirty="0"/>
                        <a:t>1</a:t>
                      </a:r>
                    </a:p>
                  </a:txBody>
                  <a:tcPr/>
                </a:tc>
                <a:tc>
                  <a:txBody>
                    <a:bodyPr/>
                    <a:lstStyle/>
                    <a:p>
                      <a:pPr algn="ctr"/>
                      <a:r>
                        <a:rPr lang="en-US" sz="1600" dirty="0"/>
                        <a:t>00000</a:t>
                      </a:r>
                    </a:p>
                  </a:txBody>
                  <a:tcPr/>
                </a:tc>
                <a:tc>
                  <a:txBody>
                    <a:bodyPr/>
                    <a:lstStyle/>
                    <a:p>
                      <a:pPr algn="ctr"/>
                      <a:r>
                        <a:rPr lang="en-US" sz="1600" dirty="0"/>
                        <a:t>10110</a:t>
                      </a:r>
                    </a:p>
                  </a:txBody>
                  <a:tcPr/>
                </a:tc>
                <a:tc>
                  <a:txBody>
                    <a:bodyPr/>
                    <a:lstStyle/>
                    <a:p>
                      <a:pPr algn="ctr"/>
                      <a:r>
                        <a:rPr lang="en-US" sz="1600" dirty="0"/>
                        <a:t>1</a:t>
                      </a:r>
                    </a:p>
                  </a:txBody>
                  <a:tcPr/>
                </a:tc>
                <a:tc>
                  <a:txBody>
                    <a:bodyPr/>
                    <a:lstStyle/>
                    <a:p>
                      <a:pPr algn="ctr"/>
                      <a:r>
                        <a:rPr lang="en-US" sz="1600" dirty="0"/>
                        <a:t>11110</a:t>
                      </a:r>
                    </a:p>
                  </a:txBody>
                  <a:tcPr/>
                </a:tc>
                <a:extLst>
                  <a:ext uri="{0D108BD9-81ED-4DB2-BD59-A6C34878D82A}">
                    <a16:rowId xmlns:a16="http://schemas.microsoft.com/office/drawing/2014/main" val="10007"/>
                  </a:ext>
                </a:extLst>
              </a:tr>
              <a:tr h="366738">
                <a:tc>
                  <a:txBody>
                    <a:bodyPr/>
                    <a:lstStyle/>
                    <a:p>
                      <a:pPr algn="ctr"/>
                      <a:r>
                        <a:rPr lang="en-US" sz="1600" dirty="0"/>
                        <a:t>01001</a:t>
                      </a:r>
                    </a:p>
                  </a:txBody>
                  <a:tcPr/>
                </a:tc>
                <a:tc>
                  <a:txBody>
                    <a:bodyPr/>
                    <a:lstStyle/>
                    <a:p>
                      <a:pPr algn="ctr"/>
                      <a:r>
                        <a:rPr lang="en-US" sz="1600" dirty="0"/>
                        <a:t>1</a:t>
                      </a:r>
                    </a:p>
                  </a:txBody>
                  <a:tcPr/>
                </a:tc>
                <a:tc>
                  <a:txBody>
                    <a:bodyPr/>
                    <a:lstStyle/>
                    <a:p>
                      <a:pPr algn="ctr"/>
                      <a:r>
                        <a:rPr lang="en-US" sz="1600" dirty="0"/>
                        <a:t>11001</a:t>
                      </a:r>
                    </a:p>
                  </a:txBody>
                  <a:tcPr/>
                </a:tc>
                <a:tc>
                  <a:txBody>
                    <a:bodyPr/>
                    <a:lstStyle/>
                    <a:p>
                      <a:pPr algn="ctr"/>
                      <a:r>
                        <a:rPr lang="en-US" sz="1600" dirty="0"/>
                        <a:t>10111</a:t>
                      </a:r>
                    </a:p>
                  </a:txBody>
                  <a:tcPr/>
                </a:tc>
                <a:tc>
                  <a:txBody>
                    <a:bodyPr/>
                    <a:lstStyle/>
                    <a:p>
                      <a:pPr algn="ctr"/>
                      <a:r>
                        <a:rPr lang="en-US" sz="1600" dirty="0"/>
                        <a:t>1</a:t>
                      </a:r>
                    </a:p>
                  </a:txBody>
                  <a:tcPr/>
                </a:tc>
                <a:tc>
                  <a:txBody>
                    <a:bodyPr/>
                    <a:lstStyle/>
                    <a:p>
                      <a:pPr algn="ctr"/>
                      <a:r>
                        <a:rPr lang="en-US" sz="1600" dirty="0"/>
                        <a:t>00111</a:t>
                      </a:r>
                    </a:p>
                  </a:txBody>
                  <a:tcPr/>
                </a:tc>
                <a:extLst>
                  <a:ext uri="{0D108BD9-81ED-4DB2-BD59-A6C34878D82A}">
                    <a16:rowId xmlns:a16="http://schemas.microsoft.com/office/drawing/2014/main" val="10008"/>
                  </a:ext>
                </a:extLst>
              </a:tr>
              <a:tr h="366738">
                <a:tc>
                  <a:txBody>
                    <a:bodyPr/>
                    <a:lstStyle/>
                    <a:p>
                      <a:pPr algn="ctr"/>
                      <a:r>
                        <a:rPr lang="en-US" sz="1600" dirty="0"/>
                        <a:t>01010</a:t>
                      </a:r>
                    </a:p>
                  </a:txBody>
                  <a:tcPr/>
                </a:tc>
                <a:tc>
                  <a:txBody>
                    <a:bodyPr/>
                    <a:lstStyle/>
                    <a:p>
                      <a:pPr algn="ctr"/>
                      <a:r>
                        <a:rPr lang="en-US" sz="1600" dirty="0"/>
                        <a:t>2</a:t>
                      </a:r>
                    </a:p>
                  </a:txBody>
                  <a:tcPr/>
                </a:tc>
                <a:tc>
                  <a:txBody>
                    <a:bodyPr/>
                    <a:lstStyle/>
                    <a:p>
                      <a:pPr algn="ctr"/>
                      <a:r>
                        <a:rPr lang="en-US" sz="1600" b="1" dirty="0"/>
                        <a:t>00000 or 11110</a:t>
                      </a:r>
                    </a:p>
                  </a:txBody>
                  <a:tcPr/>
                </a:tc>
                <a:tc>
                  <a:txBody>
                    <a:bodyPr/>
                    <a:lstStyle/>
                    <a:p>
                      <a:pPr algn="ctr"/>
                      <a:r>
                        <a:rPr lang="en-US" sz="1600" dirty="0"/>
                        <a:t>11000</a:t>
                      </a:r>
                    </a:p>
                  </a:txBody>
                  <a:tcPr/>
                </a:tc>
                <a:tc>
                  <a:txBody>
                    <a:bodyPr/>
                    <a:lstStyle/>
                    <a:p>
                      <a:pPr algn="ctr"/>
                      <a:r>
                        <a:rPr lang="en-US" sz="1600" dirty="0"/>
                        <a:t>1</a:t>
                      </a:r>
                    </a:p>
                  </a:txBody>
                  <a:tcPr/>
                </a:tc>
                <a:tc>
                  <a:txBody>
                    <a:bodyPr/>
                    <a:lstStyle/>
                    <a:p>
                      <a:pPr algn="ctr"/>
                      <a:r>
                        <a:rPr lang="en-US" sz="1600" dirty="0"/>
                        <a:t>11001</a:t>
                      </a:r>
                    </a:p>
                  </a:txBody>
                  <a:tcPr/>
                </a:tc>
                <a:extLst>
                  <a:ext uri="{0D108BD9-81ED-4DB2-BD59-A6C34878D82A}">
                    <a16:rowId xmlns:a16="http://schemas.microsoft.com/office/drawing/2014/main" val="10009"/>
                  </a:ext>
                </a:extLst>
              </a:tr>
              <a:tr h="366738">
                <a:tc>
                  <a:txBody>
                    <a:bodyPr/>
                    <a:lstStyle/>
                    <a:p>
                      <a:pPr algn="ctr"/>
                      <a:r>
                        <a:rPr lang="en-US" sz="1600" dirty="0"/>
                        <a:t>01011</a:t>
                      </a:r>
                    </a:p>
                  </a:txBody>
                  <a:tcPr/>
                </a:tc>
                <a:tc>
                  <a:txBody>
                    <a:bodyPr/>
                    <a:lstStyle/>
                    <a:p>
                      <a:pPr algn="ctr"/>
                      <a:r>
                        <a:rPr lang="en-US" sz="1600" dirty="0"/>
                        <a:t>2</a:t>
                      </a:r>
                    </a:p>
                  </a:txBody>
                  <a:tcPr/>
                </a:tc>
                <a:tc>
                  <a:txBody>
                    <a:bodyPr/>
                    <a:lstStyle/>
                    <a:p>
                      <a:pPr algn="ctr"/>
                      <a:r>
                        <a:rPr lang="en-US" sz="1600" b="1" dirty="0"/>
                        <a:t>00111</a:t>
                      </a:r>
                      <a:r>
                        <a:rPr lang="en-US" sz="1600" b="1" baseline="0" dirty="0"/>
                        <a:t> or 11001</a:t>
                      </a:r>
                      <a:endParaRPr lang="en-US" sz="1600" b="1" dirty="0"/>
                    </a:p>
                  </a:txBody>
                  <a:tcPr/>
                </a:tc>
                <a:tc>
                  <a:txBody>
                    <a:bodyPr/>
                    <a:lstStyle/>
                    <a:p>
                      <a:pPr algn="ctr"/>
                      <a:r>
                        <a:rPr lang="en-US" sz="1600" dirty="0"/>
                        <a:t>11010</a:t>
                      </a:r>
                    </a:p>
                  </a:txBody>
                  <a:tcPr/>
                </a:tc>
                <a:tc>
                  <a:txBody>
                    <a:bodyPr/>
                    <a:lstStyle/>
                    <a:p>
                      <a:pPr algn="ctr"/>
                      <a:r>
                        <a:rPr lang="en-US" sz="1600" dirty="0"/>
                        <a:t>1</a:t>
                      </a:r>
                    </a:p>
                  </a:txBody>
                  <a:tcPr/>
                </a:tc>
                <a:tc>
                  <a:txBody>
                    <a:bodyPr/>
                    <a:lstStyle/>
                    <a:p>
                      <a:pPr algn="ctr"/>
                      <a:r>
                        <a:rPr lang="en-US" sz="1600" dirty="0"/>
                        <a:t>11110</a:t>
                      </a:r>
                    </a:p>
                  </a:txBody>
                  <a:tcPr/>
                </a:tc>
                <a:extLst>
                  <a:ext uri="{0D108BD9-81ED-4DB2-BD59-A6C34878D82A}">
                    <a16:rowId xmlns:a16="http://schemas.microsoft.com/office/drawing/2014/main" val="10010"/>
                  </a:ext>
                </a:extLst>
              </a:tr>
              <a:tr h="366738">
                <a:tc>
                  <a:txBody>
                    <a:bodyPr/>
                    <a:lstStyle/>
                    <a:p>
                      <a:pPr algn="ctr"/>
                      <a:r>
                        <a:rPr lang="en-US" sz="1600" dirty="0"/>
                        <a:t>01100</a:t>
                      </a:r>
                    </a:p>
                  </a:txBody>
                  <a:tcPr/>
                </a:tc>
                <a:tc>
                  <a:txBody>
                    <a:bodyPr/>
                    <a:lstStyle/>
                    <a:p>
                      <a:pPr algn="ctr"/>
                      <a:r>
                        <a:rPr lang="en-US" sz="1600"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00000 or 11110</a:t>
                      </a:r>
                    </a:p>
                  </a:txBody>
                  <a:tcPr/>
                </a:tc>
                <a:tc>
                  <a:txBody>
                    <a:bodyPr/>
                    <a:lstStyle/>
                    <a:p>
                      <a:pPr algn="ctr"/>
                      <a:r>
                        <a:rPr lang="en-US" sz="1600" dirty="0"/>
                        <a:t>11011</a:t>
                      </a:r>
                    </a:p>
                  </a:txBody>
                  <a:tcPr/>
                </a:tc>
                <a:tc>
                  <a:txBody>
                    <a:bodyPr/>
                    <a:lstStyle/>
                    <a:p>
                      <a:pPr algn="ctr"/>
                      <a:r>
                        <a:rPr lang="en-US" sz="1600" dirty="0"/>
                        <a:t>1</a:t>
                      </a:r>
                    </a:p>
                  </a:txBody>
                  <a:tcPr/>
                </a:tc>
                <a:tc>
                  <a:txBody>
                    <a:bodyPr/>
                    <a:lstStyle/>
                    <a:p>
                      <a:pPr algn="ctr"/>
                      <a:r>
                        <a:rPr lang="en-US" sz="1600" dirty="0"/>
                        <a:t>11001</a:t>
                      </a:r>
                    </a:p>
                  </a:txBody>
                  <a:tcPr/>
                </a:tc>
                <a:extLst>
                  <a:ext uri="{0D108BD9-81ED-4DB2-BD59-A6C34878D82A}">
                    <a16:rowId xmlns:a16="http://schemas.microsoft.com/office/drawing/2014/main" val="10011"/>
                  </a:ext>
                </a:extLst>
              </a:tr>
              <a:tr h="293390">
                <a:tc>
                  <a:txBody>
                    <a:bodyPr/>
                    <a:lstStyle/>
                    <a:p>
                      <a:pPr algn="ctr"/>
                      <a:r>
                        <a:rPr lang="en-US" sz="1600" dirty="0"/>
                        <a:t>01101</a:t>
                      </a:r>
                    </a:p>
                  </a:txBody>
                  <a:tcPr/>
                </a:tc>
                <a:tc>
                  <a:txBody>
                    <a:bodyPr/>
                    <a:lstStyle/>
                    <a:p>
                      <a:pPr algn="ctr"/>
                      <a:r>
                        <a:rPr lang="en-US" sz="1600"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00111 or 11001</a:t>
                      </a:r>
                    </a:p>
                  </a:txBody>
                  <a:tcPr/>
                </a:tc>
                <a:tc>
                  <a:txBody>
                    <a:bodyPr/>
                    <a:lstStyle/>
                    <a:p>
                      <a:pPr algn="ctr"/>
                      <a:r>
                        <a:rPr lang="en-US" sz="1600" dirty="0"/>
                        <a:t>11100</a:t>
                      </a:r>
                    </a:p>
                  </a:txBody>
                  <a:tcPr/>
                </a:tc>
                <a:tc>
                  <a:txBody>
                    <a:bodyPr/>
                    <a:lstStyle/>
                    <a:p>
                      <a:pPr algn="ctr"/>
                      <a:r>
                        <a:rPr lang="en-US" sz="1600" dirty="0"/>
                        <a:t>1</a:t>
                      </a:r>
                    </a:p>
                  </a:txBody>
                  <a:tcPr/>
                </a:tc>
                <a:tc>
                  <a:txBody>
                    <a:bodyPr/>
                    <a:lstStyle/>
                    <a:p>
                      <a:pPr algn="ctr"/>
                      <a:r>
                        <a:rPr lang="en-US" sz="1600" dirty="0"/>
                        <a:t>11110</a:t>
                      </a:r>
                    </a:p>
                  </a:txBody>
                  <a:tcPr/>
                </a:tc>
                <a:extLst>
                  <a:ext uri="{0D108BD9-81ED-4DB2-BD59-A6C34878D82A}">
                    <a16:rowId xmlns:a16="http://schemas.microsoft.com/office/drawing/2014/main" val="10012"/>
                  </a:ext>
                </a:extLst>
              </a:tr>
              <a:tr h="293390">
                <a:tc>
                  <a:txBody>
                    <a:bodyPr/>
                    <a:lstStyle/>
                    <a:p>
                      <a:pPr algn="ctr"/>
                      <a:r>
                        <a:rPr lang="en-US" sz="1600" dirty="0"/>
                        <a:t>01110</a:t>
                      </a:r>
                    </a:p>
                  </a:txBody>
                  <a:tcPr/>
                </a:tc>
                <a:tc>
                  <a:txBody>
                    <a:bodyPr/>
                    <a:lstStyle/>
                    <a:p>
                      <a:pPr algn="ctr"/>
                      <a:r>
                        <a:rPr lang="en-US" sz="1600" dirty="0"/>
                        <a:t>1</a:t>
                      </a:r>
                    </a:p>
                  </a:txBody>
                  <a:tcPr/>
                </a:tc>
                <a:tc>
                  <a:txBody>
                    <a:bodyPr/>
                    <a:lstStyle/>
                    <a:p>
                      <a:pPr algn="ctr"/>
                      <a:r>
                        <a:rPr lang="en-US" sz="1600" dirty="0"/>
                        <a:t>11110</a:t>
                      </a:r>
                    </a:p>
                  </a:txBody>
                  <a:tcPr/>
                </a:tc>
                <a:tc>
                  <a:txBody>
                    <a:bodyPr/>
                    <a:lstStyle/>
                    <a:p>
                      <a:pPr algn="ctr"/>
                      <a:r>
                        <a:rPr lang="en-US" sz="1600" dirty="0"/>
                        <a:t>11101</a:t>
                      </a:r>
                    </a:p>
                  </a:txBody>
                  <a:tcPr/>
                </a:tc>
                <a:tc>
                  <a:txBody>
                    <a:bodyPr/>
                    <a:lstStyle/>
                    <a:p>
                      <a:pPr algn="ctr"/>
                      <a:r>
                        <a:rPr lang="en-US" sz="1600" dirty="0"/>
                        <a:t>1</a:t>
                      </a:r>
                    </a:p>
                  </a:txBody>
                  <a:tcPr/>
                </a:tc>
                <a:tc>
                  <a:txBody>
                    <a:bodyPr/>
                    <a:lstStyle/>
                    <a:p>
                      <a:pPr algn="ctr"/>
                      <a:r>
                        <a:rPr lang="en-US" sz="1600" dirty="0"/>
                        <a:t>11001</a:t>
                      </a:r>
                    </a:p>
                  </a:txBody>
                  <a:tcPr/>
                </a:tc>
                <a:extLst>
                  <a:ext uri="{0D108BD9-81ED-4DB2-BD59-A6C34878D82A}">
                    <a16:rowId xmlns:a16="http://schemas.microsoft.com/office/drawing/2014/main" val="10013"/>
                  </a:ext>
                </a:extLst>
              </a:tr>
              <a:tr h="366738">
                <a:tc>
                  <a:txBody>
                    <a:bodyPr/>
                    <a:lstStyle/>
                    <a:p>
                      <a:pPr algn="ctr"/>
                      <a:r>
                        <a:rPr lang="en-US" sz="1600" dirty="0"/>
                        <a:t>01111</a:t>
                      </a:r>
                    </a:p>
                  </a:txBody>
                  <a:tcPr/>
                </a:tc>
                <a:tc>
                  <a:txBody>
                    <a:bodyPr/>
                    <a:lstStyle/>
                    <a:p>
                      <a:pPr algn="ctr"/>
                      <a:r>
                        <a:rPr lang="en-US" sz="1600" dirty="0"/>
                        <a:t>1</a:t>
                      </a:r>
                    </a:p>
                  </a:txBody>
                  <a:tcPr/>
                </a:tc>
                <a:tc>
                  <a:txBody>
                    <a:bodyPr/>
                    <a:lstStyle/>
                    <a:p>
                      <a:pPr algn="ctr"/>
                      <a:r>
                        <a:rPr lang="en-US" sz="1600" dirty="0"/>
                        <a:t>00111</a:t>
                      </a:r>
                    </a:p>
                  </a:txBody>
                  <a:tcPr/>
                </a:tc>
                <a:tc>
                  <a:txBody>
                    <a:bodyPr/>
                    <a:lstStyle/>
                    <a:p>
                      <a:pPr algn="ctr"/>
                      <a:r>
                        <a:rPr lang="en-US" sz="1600" dirty="0"/>
                        <a:t>11111</a:t>
                      </a:r>
                    </a:p>
                  </a:txBody>
                  <a:tcPr/>
                </a:tc>
                <a:tc>
                  <a:txBody>
                    <a:bodyPr/>
                    <a:lstStyle/>
                    <a:p>
                      <a:pPr algn="ctr"/>
                      <a:r>
                        <a:rPr lang="en-US" sz="1600" dirty="0"/>
                        <a:t>1</a:t>
                      </a:r>
                    </a:p>
                  </a:txBody>
                  <a:tcPr/>
                </a:tc>
                <a:tc>
                  <a:txBody>
                    <a:bodyPr/>
                    <a:lstStyle/>
                    <a:p>
                      <a:pPr algn="ctr"/>
                      <a:r>
                        <a:rPr lang="en-US" sz="1600" dirty="0"/>
                        <a:t>11110</a:t>
                      </a:r>
                    </a:p>
                  </a:txBody>
                  <a:tcPr/>
                </a:tc>
                <a:extLst>
                  <a:ext uri="{0D108BD9-81ED-4DB2-BD59-A6C34878D82A}">
                    <a16:rowId xmlns:a16="http://schemas.microsoft.com/office/drawing/2014/main" val="10014"/>
                  </a:ext>
                </a:extLst>
              </a:tr>
            </a:tbl>
          </a:graphicData>
        </a:graphic>
      </p:graphicFrame>
      <p:grpSp>
        <p:nvGrpSpPr>
          <p:cNvPr id="7" name="Group 6"/>
          <p:cNvGrpSpPr/>
          <p:nvPr/>
        </p:nvGrpSpPr>
        <p:grpSpPr>
          <a:xfrm>
            <a:off x="160337" y="2184134"/>
            <a:ext cx="8823324" cy="3683266"/>
            <a:chOff x="160337" y="2184134"/>
            <a:chExt cx="8823324" cy="3683266"/>
          </a:xfrm>
        </p:grpSpPr>
        <p:sp>
          <p:nvSpPr>
            <p:cNvPr id="3" name="Rectangle 2"/>
            <p:cNvSpPr/>
            <p:nvPr/>
          </p:nvSpPr>
          <p:spPr>
            <a:xfrm>
              <a:off x="160337" y="4419600"/>
              <a:ext cx="4411663" cy="1447800"/>
            </a:xfrm>
            <a:prstGeom prst="rect">
              <a:avLst/>
            </a:prstGeom>
            <a:noFill/>
            <a:ln w="508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Rectangle 5"/>
            <p:cNvSpPr/>
            <p:nvPr/>
          </p:nvSpPr>
          <p:spPr>
            <a:xfrm>
              <a:off x="4571998" y="2184134"/>
              <a:ext cx="4411663" cy="1447800"/>
            </a:xfrm>
            <a:prstGeom prst="rect">
              <a:avLst/>
            </a:prstGeom>
            <a:noFill/>
            <a:ln w="508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grpSp>
    </p:spTree>
    <p:extLst>
      <p:ext uri="{BB962C8B-B14F-4D97-AF65-F5344CB8AC3E}">
        <p14:creationId xmlns:p14="http://schemas.microsoft.com/office/powerpoint/2010/main" val="2855519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0056"/>
            <a:ext cx="9067800" cy="723900"/>
          </a:xfrm>
        </p:spPr>
        <p:txBody>
          <a:bodyPr/>
          <a:lstStyle/>
          <a:p>
            <a:r>
              <a:rPr lang="en-GB" sz="3200" dirty="0"/>
              <a:t>Pairwise Distances between Valid Codewords</a:t>
            </a:r>
            <a:endParaRPr lang="en-US" sz="3200" dirty="0"/>
          </a:p>
        </p:txBody>
      </p:sp>
      <p:sp>
        <p:nvSpPr>
          <p:cNvPr id="7" name="TextBox 6"/>
          <p:cNvSpPr txBox="1"/>
          <p:nvPr/>
        </p:nvSpPr>
        <p:spPr>
          <a:xfrm>
            <a:off x="226432" y="2963881"/>
            <a:ext cx="2281330" cy="1754326"/>
          </a:xfrm>
          <a:prstGeom prst="rect">
            <a:avLst/>
          </a:prstGeom>
          <a:noFill/>
        </p:spPr>
        <p:txBody>
          <a:bodyPr wrap="none" rtlCol="0">
            <a:spAutoFit/>
          </a:bodyPr>
          <a:lstStyle/>
          <a:p>
            <a:r>
              <a:rPr lang="en-NZ" dirty="0"/>
              <a:t>d(00000,00111) = 3;</a:t>
            </a:r>
          </a:p>
          <a:p>
            <a:r>
              <a:rPr lang="en-NZ" dirty="0"/>
              <a:t>d(00000,11001) = 3;</a:t>
            </a:r>
          </a:p>
          <a:p>
            <a:r>
              <a:rPr lang="en-NZ" dirty="0"/>
              <a:t>d(00000,11110) = 4;</a:t>
            </a:r>
          </a:p>
          <a:p>
            <a:r>
              <a:rPr lang="en-NZ" dirty="0"/>
              <a:t>d(00111,11001) = 4;</a:t>
            </a:r>
          </a:p>
          <a:p>
            <a:r>
              <a:rPr lang="en-NZ" dirty="0"/>
              <a:t>d(00111,11110) = 3;</a:t>
            </a:r>
          </a:p>
          <a:p>
            <a:r>
              <a:rPr lang="en-NZ" dirty="0"/>
              <a:t>d(11001,11110) = 3;</a:t>
            </a:r>
          </a:p>
        </p:txBody>
      </p:sp>
      <p:grpSp>
        <p:nvGrpSpPr>
          <p:cNvPr id="45" name="Group 44"/>
          <p:cNvGrpSpPr/>
          <p:nvPr/>
        </p:nvGrpSpPr>
        <p:grpSpPr>
          <a:xfrm>
            <a:off x="3878052" y="1676400"/>
            <a:ext cx="4998679" cy="4102519"/>
            <a:chOff x="3878052" y="2603207"/>
            <a:chExt cx="4998679" cy="4102519"/>
          </a:xfrm>
        </p:grpSpPr>
        <p:sp>
          <p:nvSpPr>
            <p:cNvPr id="8" name="Flowchart: Or 7"/>
            <p:cNvSpPr/>
            <p:nvPr/>
          </p:nvSpPr>
          <p:spPr>
            <a:xfrm>
              <a:off x="4698064" y="2950719"/>
              <a:ext cx="3352800" cy="335280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 name="TextBox 8"/>
            <p:cNvSpPr txBox="1"/>
            <p:nvPr/>
          </p:nvSpPr>
          <p:spPr>
            <a:xfrm>
              <a:off x="5943370" y="2603207"/>
              <a:ext cx="791627" cy="369332"/>
            </a:xfrm>
            <a:prstGeom prst="rect">
              <a:avLst/>
            </a:prstGeom>
            <a:noFill/>
          </p:spPr>
          <p:txBody>
            <a:bodyPr wrap="none" rtlCol="0">
              <a:spAutoFit/>
            </a:bodyPr>
            <a:lstStyle/>
            <a:p>
              <a:r>
                <a:rPr lang="en-NZ" dirty="0"/>
                <a:t>00111</a:t>
              </a:r>
            </a:p>
          </p:txBody>
        </p:sp>
        <p:sp>
          <p:nvSpPr>
            <p:cNvPr id="10" name="TextBox 9"/>
            <p:cNvSpPr txBox="1"/>
            <p:nvPr/>
          </p:nvSpPr>
          <p:spPr>
            <a:xfrm>
              <a:off x="8050864" y="4398519"/>
              <a:ext cx="825867" cy="369332"/>
            </a:xfrm>
            <a:prstGeom prst="rect">
              <a:avLst/>
            </a:prstGeom>
            <a:noFill/>
          </p:spPr>
          <p:txBody>
            <a:bodyPr wrap="none" rtlCol="0">
              <a:spAutoFit/>
            </a:bodyPr>
            <a:lstStyle/>
            <a:p>
              <a:r>
                <a:rPr lang="en-NZ" dirty="0"/>
                <a:t>00000</a:t>
              </a:r>
            </a:p>
          </p:txBody>
        </p:sp>
        <p:sp>
          <p:nvSpPr>
            <p:cNvPr id="11" name="TextBox 10"/>
            <p:cNvSpPr txBox="1"/>
            <p:nvPr/>
          </p:nvSpPr>
          <p:spPr>
            <a:xfrm>
              <a:off x="3878052" y="4442453"/>
              <a:ext cx="808748" cy="369332"/>
            </a:xfrm>
            <a:prstGeom prst="rect">
              <a:avLst/>
            </a:prstGeom>
            <a:noFill/>
          </p:spPr>
          <p:txBody>
            <a:bodyPr wrap="none" rtlCol="0">
              <a:spAutoFit/>
            </a:bodyPr>
            <a:lstStyle/>
            <a:p>
              <a:r>
                <a:rPr lang="en-NZ" dirty="0"/>
                <a:t>11001</a:t>
              </a:r>
            </a:p>
          </p:txBody>
        </p:sp>
        <p:sp>
          <p:nvSpPr>
            <p:cNvPr id="12" name="TextBox 11"/>
            <p:cNvSpPr txBox="1"/>
            <p:nvPr/>
          </p:nvSpPr>
          <p:spPr>
            <a:xfrm>
              <a:off x="5951929" y="6336394"/>
              <a:ext cx="774507" cy="369332"/>
            </a:xfrm>
            <a:prstGeom prst="rect">
              <a:avLst/>
            </a:prstGeom>
            <a:noFill/>
          </p:spPr>
          <p:txBody>
            <a:bodyPr wrap="none" rtlCol="0">
              <a:spAutoFit/>
            </a:bodyPr>
            <a:lstStyle/>
            <a:p>
              <a:r>
                <a:rPr lang="en-NZ" dirty="0"/>
                <a:t>11110</a:t>
              </a:r>
            </a:p>
          </p:txBody>
        </p:sp>
      </p:grpSp>
      <p:grpSp>
        <p:nvGrpSpPr>
          <p:cNvPr id="46" name="Group 45"/>
          <p:cNvGrpSpPr/>
          <p:nvPr/>
        </p:nvGrpSpPr>
        <p:grpSpPr>
          <a:xfrm>
            <a:off x="6374464" y="2345086"/>
            <a:ext cx="1536529" cy="1355226"/>
            <a:chOff x="6374464" y="3271893"/>
            <a:chExt cx="1536529" cy="1355226"/>
          </a:xfrm>
        </p:grpSpPr>
        <p:cxnSp>
          <p:nvCxnSpPr>
            <p:cNvPr id="14" name="Straight Arrow Connector 13"/>
            <p:cNvCxnSpPr/>
            <p:nvPr/>
          </p:nvCxnSpPr>
          <p:spPr>
            <a:xfrm flipV="1">
              <a:off x="6374464" y="3930865"/>
              <a:ext cx="1536529" cy="69625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6407990" y="3271893"/>
              <a:ext cx="888064" cy="134325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4811538" y="2156452"/>
            <a:ext cx="1531399" cy="1511670"/>
            <a:chOff x="4811538" y="3125972"/>
            <a:chExt cx="1531399" cy="1511670"/>
          </a:xfrm>
        </p:grpSpPr>
        <p:cxnSp>
          <p:nvCxnSpPr>
            <p:cNvPr id="30" name="Straight Arrow Connector 29"/>
            <p:cNvCxnSpPr/>
            <p:nvPr/>
          </p:nvCxnSpPr>
          <p:spPr>
            <a:xfrm flipH="1" flipV="1">
              <a:off x="5766003" y="3125972"/>
              <a:ext cx="576934" cy="150114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p:cNvCxnSpPr>
            <p:nvPr/>
          </p:nvCxnSpPr>
          <p:spPr>
            <a:xfrm flipH="1" flipV="1">
              <a:off x="5174297" y="3452248"/>
              <a:ext cx="1153866" cy="1185394"/>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flipV="1">
              <a:off x="4811538" y="4034422"/>
              <a:ext cx="1531399" cy="59269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42" name="TextBox 41"/>
          <p:cNvSpPr txBox="1"/>
          <p:nvPr/>
        </p:nvSpPr>
        <p:spPr>
          <a:xfrm>
            <a:off x="7256644" y="1835235"/>
            <a:ext cx="1184940" cy="369332"/>
          </a:xfrm>
          <a:prstGeom prst="rect">
            <a:avLst/>
          </a:prstGeom>
          <a:noFill/>
        </p:spPr>
        <p:txBody>
          <a:bodyPr wrap="none" rtlCol="0">
            <a:spAutoFit/>
          </a:bodyPr>
          <a:lstStyle/>
          <a:p>
            <a:r>
              <a:rPr lang="en-NZ" dirty="0"/>
              <a:t>1-bit error</a:t>
            </a:r>
          </a:p>
        </p:txBody>
      </p:sp>
      <p:sp>
        <p:nvSpPr>
          <p:cNvPr id="43" name="TextBox 42"/>
          <p:cNvSpPr txBox="1"/>
          <p:nvPr/>
        </p:nvSpPr>
        <p:spPr>
          <a:xfrm>
            <a:off x="7990241" y="2685363"/>
            <a:ext cx="1184940" cy="369332"/>
          </a:xfrm>
          <a:prstGeom prst="rect">
            <a:avLst/>
          </a:prstGeom>
          <a:noFill/>
        </p:spPr>
        <p:txBody>
          <a:bodyPr wrap="none" rtlCol="0">
            <a:spAutoFit/>
          </a:bodyPr>
          <a:lstStyle/>
          <a:p>
            <a:r>
              <a:rPr lang="en-NZ" dirty="0"/>
              <a:t>1-bit error</a:t>
            </a:r>
          </a:p>
        </p:txBody>
      </p:sp>
      <p:sp>
        <p:nvSpPr>
          <p:cNvPr id="44" name="TextBox 43"/>
          <p:cNvSpPr txBox="1"/>
          <p:nvPr/>
        </p:nvSpPr>
        <p:spPr>
          <a:xfrm>
            <a:off x="3400685" y="1881401"/>
            <a:ext cx="1813317" cy="646331"/>
          </a:xfrm>
          <a:prstGeom prst="rect">
            <a:avLst/>
          </a:prstGeom>
          <a:noFill/>
        </p:spPr>
        <p:txBody>
          <a:bodyPr wrap="none" rtlCol="0">
            <a:spAutoFit/>
          </a:bodyPr>
          <a:lstStyle/>
          <a:p>
            <a:r>
              <a:rPr lang="en-NZ" dirty="0"/>
              <a:t>2-bit error</a:t>
            </a:r>
          </a:p>
          <a:p>
            <a:r>
              <a:rPr lang="en-NZ" dirty="0"/>
              <a:t>Not correctable!</a:t>
            </a:r>
          </a:p>
        </p:txBody>
      </p:sp>
      <p:sp>
        <p:nvSpPr>
          <p:cNvPr id="50" name="Wave 49"/>
          <p:cNvSpPr/>
          <p:nvPr/>
        </p:nvSpPr>
        <p:spPr>
          <a:xfrm>
            <a:off x="166039" y="5435311"/>
            <a:ext cx="5411198" cy="1162973"/>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The error-correction ability is related to the minimum Hamming distance of the </a:t>
            </a:r>
            <a:r>
              <a:rPr lang="en-NZ" dirty="0" err="1">
                <a:ln w="0"/>
                <a:solidFill>
                  <a:schemeClr val="tx1"/>
                </a:solidFill>
                <a:effectLst>
                  <a:outerShdw blurRad="38100" dist="19050" dir="2700000" algn="tl" rotWithShape="0">
                    <a:schemeClr val="dk1">
                      <a:alpha val="40000"/>
                    </a:schemeClr>
                  </a:outerShdw>
                </a:effectLst>
              </a:rPr>
              <a:t>codewords</a:t>
            </a:r>
            <a:r>
              <a:rPr lang="en-NZ" dirty="0">
                <a:ln w="0"/>
                <a:solidFill>
                  <a:schemeClr val="tx1"/>
                </a:solidFill>
                <a:effectLst>
                  <a:outerShdw blurRad="38100" dist="19050" dir="2700000" algn="tl" rotWithShape="0">
                    <a:schemeClr val="dk1">
                      <a:alpha val="40000"/>
                    </a:schemeClr>
                  </a:outerShdw>
                </a:effectLst>
              </a:rPr>
              <a:t>.</a:t>
            </a:r>
          </a:p>
        </p:txBody>
      </p:sp>
      <p:pic>
        <p:nvPicPr>
          <p:cNvPr id="13" name="Picture 12">
            <a:extLst>
              <a:ext uri="{FF2B5EF4-FFF2-40B4-BE49-F238E27FC236}">
                <a16:creationId xmlns:a16="http://schemas.microsoft.com/office/drawing/2014/main" id="{A48C341C-4D91-1647-143D-3AB16EC7BF41}"/>
              </a:ext>
            </a:extLst>
          </p:cNvPr>
          <p:cNvPicPr>
            <a:picLocks noChangeAspect="1"/>
          </p:cNvPicPr>
          <p:nvPr/>
        </p:nvPicPr>
        <p:blipFill>
          <a:blip r:embed="rId3"/>
          <a:stretch>
            <a:fillRect/>
          </a:stretch>
        </p:blipFill>
        <p:spPr>
          <a:xfrm>
            <a:off x="153993" y="1117117"/>
            <a:ext cx="2616001" cy="1436235"/>
          </a:xfrm>
          <a:prstGeom prst="rect">
            <a:avLst/>
          </a:prstGeom>
        </p:spPr>
      </p:pic>
      <p:sp>
        <p:nvSpPr>
          <p:cNvPr id="15" name="Slide Number Placeholder 3">
            <a:extLst>
              <a:ext uri="{FF2B5EF4-FFF2-40B4-BE49-F238E27FC236}">
                <a16:creationId xmlns:a16="http://schemas.microsoft.com/office/drawing/2014/main" id="{299BBD78-0039-74AB-045A-FA8317415BC9}"/>
              </a:ext>
            </a:extLst>
          </p:cNvPr>
          <p:cNvSpPr>
            <a:spLocks noGrp="1"/>
          </p:cNvSpPr>
          <p:nvPr>
            <p:ph type="sldNum" sz="quarter" idx="4"/>
          </p:nvPr>
        </p:nvSpPr>
        <p:spPr>
          <a:xfrm>
            <a:off x="6972300" y="6553200"/>
            <a:ext cx="2011363" cy="278273"/>
          </a:xfrm>
        </p:spPr>
        <p:txBody>
          <a:bodyPr/>
          <a:lstStyle/>
          <a:p>
            <a:pPr>
              <a:defRPr/>
            </a:pPr>
            <a:fld id="{DACE9E11-39C8-4E20-894F-A4A883CCF6EF}" type="slidenum">
              <a:rPr lang="en-US" smtClean="0"/>
              <a:pPr>
                <a:defRPr/>
              </a:pPr>
              <a:t>39</a:t>
            </a:fld>
            <a:endParaRPr lang="en-US" dirty="0"/>
          </a:p>
        </p:txBody>
      </p:sp>
    </p:spTree>
    <p:extLst>
      <p:ext uri="{BB962C8B-B14F-4D97-AF65-F5344CB8AC3E}">
        <p14:creationId xmlns:p14="http://schemas.microsoft.com/office/powerpoint/2010/main" val="387075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CCB2A-2E00-B734-A3DB-F71375EFE6E3}"/>
              </a:ext>
            </a:extLst>
          </p:cNvPr>
          <p:cNvSpPr>
            <a:spLocks noGrp="1"/>
          </p:cNvSpPr>
          <p:nvPr>
            <p:ph type="title"/>
          </p:nvPr>
        </p:nvSpPr>
        <p:spPr/>
        <p:txBody>
          <a:bodyPr/>
          <a:lstStyle/>
          <a:p>
            <a:r>
              <a:rPr lang="en-NZ" dirty="0"/>
              <a:t>Summary</a:t>
            </a:r>
          </a:p>
        </p:txBody>
      </p:sp>
      <p:sp>
        <p:nvSpPr>
          <p:cNvPr id="3" name="Content Placeholder 2">
            <a:extLst>
              <a:ext uri="{FF2B5EF4-FFF2-40B4-BE49-F238E27FC236}">
                <a16:creationId xmlns:a16="http://schemas.microsoft.com/office/drawing/2014/main" id="{6411FDD7-BDF9-3CED-5008-9F25D81611FB}"/>
              </a:ext>
            </a:extLst>
          </p:cNvPr>
          <p:cNvSpPr>
            <a:spLocks noGrp="1"/>
          </p:cNvSpPr>
          <p:nvPr>
            <p:ph idx="1"/>
          </p:nvPr>
        </p:nvSpPr>
        <p:spPr>
          <a:xfrm>
            <a:off x="457200" y="1524000"/>
            <a:ext cx="8229600" cy="4800600"/>
          </a:xfrm>
        </p:spPr>
        <p:txBody>
          <a:bodyPr/>
          <a:lstStyle/>
          <a:p>
            <a:pPr>
              <a:spcBef>
                <a:spcPts val="1200"/>
              </a:spcBef>
              <a:spcAft>
                <a:spcPts val="1200"/>
              </a:spcAft>
            </a:pPr>
            <a:r>
              <a:rPr lang="en-NZ" dirty="0"/>
              <a:t>CRC and FEC (the data link layer)</a:t>
            </a:r>
          </a:p>
          <a:p>
            <a:pPr>
              <a:spcBef>
                <a:spcPts val="1200"/>
              </a:spcBef>
              <a:spcAft>
                <a:spcPts val="1200"/>
              </a:spcAft>
            </a:pPr>
            <a:r>
              <a:rPr lang="en-NZ" dirty="0"/>
              <a:t>IPv4 header checksum (the network layer)</a:t>
            </a:r>
          </a:p>
          <a:p>
            <a:pPr>
              <a:spcBef>
                <a:spcPts val="1200"/>
              </a:spcBef>
              <a:spcAft>
                <a:spcPts val="1200"/>
              </a:spcAft>
            </a:pPr>
            <a:r>
              <a:rPr lang="en-NZ" dirty="0"/>
              <a:t>TCP/UDP checksum (the transport layer)</a:t>
            </a:r>
          </a:p>
        </p:txBody>
      </p:sp>
      <p:sp>
        <p:nvSpPr>
          <p:cNvPr id="4" name="Slide Number Placeholder 3">
            <a:extLst>
              <a:ext uri="{FF2B5EF4-FFF2-40B4-BE49-F238E27FC236}">
                <a16:creationId xmlns:a16="http://schemas.microsoft.com/office/drawing/2014/main" id="{AB7BBA03-C7F4-A19A-9805-025FA73522D9}"/>
              </a:ext>
            </a:extLst>
          </p:cNvPr>
          <p:cNvSpPr>
            <a:spLocks noGrp="1"/>
          </p:cNvSpPr>
          <p:nvPr>
            <p:ph type="sldNum" sz="quarter" idx="4"/>
          </p:nvPr>
        </p:nvSpPr>
        <p:spPr/>
        <p:txBody>
          <a:bodyPr/>
          <a:lstStyle/>
          <a:p>
            <a:pPr>
              <a:defRPr/>
            </a:pPr>
            <a:fld id="{DACE9E11-39C8-4E20-894F-A4A883CCF6EF}" type="slidenum">
              <a:rPr lang="en-US" smtClean="0"/>
              <a:pPr>
                <a:defRPr/>
              </a:pPr>
              <a:t>40</a:t>
            </a:fld>
            <a:endParaRPr lang="en-US" dirty="0"/>
          </a:p>
        </p:txBody>
      </p:sp>
    </p:spTree>
    <p:extLst>
      <p:ext uri="{BB962C8B-B14F-4D97-AF65-F5344CB8AC3E}">
        <p14:creationId xmlns:p14="http://schemas.microsoft.com/office/powerpoint/2010/main" val="41456207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References</a:t>
            </a:r>
          </a:p>
        </p:txBody>
      </p:sp>
      <p:sp>
        <p:nvSpPr>
          <p:cNvPr id="3" name="Content Placeholder 2"/>
          <p:cNvSpPr>
            <a:spLocks noGrp="1"/>
          </p:cNvSpPr>
          <p:nvPr>
            <p:ph idx="1"/>
          </p:nvPr>
        </p:nvSpPr>
        <p:spPr>
          <a:xfrm>
            <a:off x="457200" y="1066800"/>
            <a:ext cx="8229600" cy="5257800"/>
          </a:xfrm>
        </p:spPr>
        <p:txBody>
          <a:bodyPr/>
          <a:lstStyle/>
          <a:p>
            <a:pPr>
              <a:spcBef>
                <a:spcPts val="600"/>
              </a:spcBef>
              <a:spcAft>
                <a:spcPts val="600"/>
              </a:spcAft>
            </a:pPr>
            <a:r>
              <a:rPr lang="en-GB" sz="2600" dirty="0"/>
              <a:t>James F. Kurose &amp; Keith W. Ross, Computer networking: a top-down approach featuring the Internet, Addison Wesley, 3rd edition, 2005. ​</a:t>
            </a:r>
            <a:r>
              <a:rPr lang="en-US" sz="2600" dirty="0"/>
              <a:t>​</a:t>
            </a:r>
          </a:p>
          <a:p>
            <a:pPr lvl="1">
              <a:spcBef>
                <a:spcPts val="600"/>
              </a:spcBef>
              <a:spcAft>
                <a:spcPts val="600"/>
              </a:spcAft>
            </a:pPr>
            <a:r>
              <a:rPr lang="en-GB" sz="2200" dirty="0"/>
              <a:t>Chapter 5 The Link Layer and Local Area Network (5.2)​</a:t>
            </a:r>
          </a:p>
          <a:p>
            <a:pPr>
              <a:spcBef>
                <a:spcPts val="1200"/>
              </a:spcBef>
              <a:spcAft>
                <a:spcPts val="600"/>
              </a:spcAft>
            </a:pPr>
            <a:r>
              <a:rPr lang="en-GB" sz="2600" dirty="0"/>
              <a:t>William Stallings, Data and Computer Communications, Pearson, 10</a:t>
            </a:r>
            <a:r>
              <a:rPr lang="en-GB" sz="2600" baseline="30000" dirty="0"/>
              <a:t>th</a:t>
            </a:r>
            <a:r>
              <a:rPr lang="en-GB" sz="2600" dirty="0"/>
              <a:t> edition, 2013. </a:t>
            </a:r>
          </a:p>
          <a:p>
            <a:pPr lvl="1">
              <a:spcBef>
                <a:spcPts val="600"/>
              </a:spcBef>
              <a:spcAft>
                <a:spcPts val="600"/>
              </a:spcAft>
            </a:pPr>
            <a:r>
              <a:rPr lang="en-GB" sz="2200" dirty="0"/>
              <a:t>Chapter 6 Error Detection and Correction</a:t>
            </a:r>
          </a:p>
          <a:p>
            <a:pPr>
              <a:spcBef>
                <a:spcPts val="1200"/>
              </a:spcBef>
              <a:spcAft>
                <a:spcPts val="600"/>
              </a:spcAft>
            </a:pPr>
            <a:r>
              <a:rPr lang="en-GB" sz="2600" dirty="0"/>
              <a:t>Andrew S. Tanenbaum &amp; David J. Wetherall, Computer Networks, Prentice Hall, 5</a:t>
            </a:r>
            <a:r>
              <a:rPr lang="en-GB" sz="2600" baseline="30000" dirty="0"/>
              <a:t>th</a:t>
            </a:r>
            <a:r>
              <a:rPr lang="en-GB" sz="2600" dirty="0"/>
              <a:t> edition, 2010.</a:t>
            </a:r>
          </a:p>
          <a:p>
            <a:pPr lvl="1">
              <a:spcBef>
                <a:spcPts val="600"/>
              </a:spcBef>
              <a:spcAft>
                <a:spcPts val="600"/>
              </a:spcAft>
            </a:pPr>
            <a:r>
              <a:rPr lang="en-GB" sz="2200" dirty="0"/>
              <a:t>Chapter 3 The Data Link Layer (3.2)</a:t>
            </a:r>
            <a:endParaRPr lang="en-NZ" sz="22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41</a:t>
            </a:fld>
            <a:endParaRPr lang="en-US" dirty="0"/>
          </a:p>
        </p:txBody>
      </p:sp>
    </p:spTree>
    <p:extLst>
      <p:ext uri="{BB962C8B-B14F-4D97-AF65-F5344CB8AC3E}">
        <p14:creationId xmlns:p14="http://schemas.microsoft.com/office/powerpoint/2010/main" val="28521108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Acknowledgements</a:t>
            </a:r>
          </a:p>
        </p:txBody>
      </p:sp>
      <p:sp>
        <p:nvSpPr>
          <p:cNvPr id="3" name="Content Placeholder 2"/>
          <p:cNvSpPr>
            <a:spLocks noGrp="1"/>
          </p:cNvSpPr>
          <p:nvPr>
            <p:ph idx="1"/>
          </p:nvPr>
        </p:nvSpPr>
        <p:spPr/>
        <p:txBody>
          <a:bodyPr/>
          <a:lstStyle/>
          <a:p>
            <a:pPr>
              <a:spcBef>
                <a:spcPts val="600"/>
              </a:spcBef>
              <a:spcAft>
                <a:spcPts val="600"/>
              </a:spcAft>
            </a:pPr>
            <a:r>
              <a:rPr lang="en-NZ" sz="3000" dirty="0"/>
              <a:t>Lecture notes are developed based on slides from the following three sources:</a:t>
            </a:r>
          </a:p>
          <a:p>
            <a:pPr lvl="1">
              <a:spcBef>
                <a:spcPts val="600"/>
              </a:spcBef>
              <a:spcAft>
                <a:spcPts val="600"/>
              </a:spcAft>
            </a:pPr>
            <a:r>
              <a:rPr lang="en-NZ" dirty="0"/>
              <a:t>Dr </a:t>
            </a:r>
            <a:r>
              <a:rPr lang="en-NZ"/>
              <a:t>Mengmeng Ge’s </a:t>
            </a:r>
            <a:r>
              <a:rPr lang="en-NZ" dirty="0"/>
              <a:t>lecture notes for COSC264, University of Canterbury, 2023</a:t>
            </a:r>
          </a:p>
          <a:p>
            <a:pPr lvl="1">
              <a:spcBef>
                <a:spcPts val="600"/>
              </a:spcBef>
              <a:spcAft>
                <a:spcPts val="600"/>
              </a:spcAft>
            </a:pPr>
            <a:r>
              <a:rPr lang="en-NZ" dirty="0"/>
              <a:t>Assoc Prof Dan Kim’s lecture notes for COSC264, University of Canterbury, 2017</a:t>
            </a:r>
          </a:p>
          <a:p>
            <a:pPr lvl="1">
              <a:spcBef>
                <a:spcPts val="600"/>
              </a:spcBef>
              <a:spcAft>
                <a:spcPts val="600"/>
              </a:spcAft>
            </a:pPr>
            <a:r>
              <a:rPr lang="en-NZ" dirty="0"/>
              <a:t>Prof Aleksandar Kuzmanovic’s lecture notes for CS340, Northwestern University, 2005, </a:t>
            </a:r>
            <a:r>
              <a:rPr lang="en-NZ" dirty="0">
                <a:hlinkClick r:id="rId2"/>
              </a:rPr>
              <a:t>https://users.cs.northwestern.edu/~akuzma/classes/CS340-w05/lecture_notes.htm</a:t>
            </a:r>
            <a:endParaRPr lang="en-NZ" dirty="0"/>
          </a:p>
          <a:p>
            <a:pPr lvl="1">
              <a:spcBef>
                <a:spcPts val="600"/>
              </a:spcBef>
              <a:spcAft>
                <a:spcPts val="600"/>
              </a:spcAft>
            </a:pPr>
            <a:endParaRPr lang="en-NZ"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42</a:t>
            </a:fld>
            <a:endParaRPr lang="en-US" dirty="0"/>
          </a:p>
        </p:txBody>
      </p:sp>
    </p:spTree>
    <p:extLst>
      <p:ext uri="{BB962C8B-B14F-4D97-AF65-F5344CB8AC3E}">
        <p14:creationId xmlns:p14="http://schemas.microsoft.com/office/powerpoint/2010/main" val="3611239117"/>
      </p:ext>
    </p:extLst>
  </p:cSld>
  <p:clrMapOvr>
    <a:masterClrMapping/>
  </p:clrMapOvr>
</p:sld>
</file>

<file path=ppt/theme/theme1.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Palatino Linotype"/>
        <a:ea typeface=""/>
        <a:cs typeface="Arial"/>
      </a:majorFont>
      <a:minorFont>
        <a:latin typeface="Palatino Linotype"/>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20877</TotalTime>
  <Words>4600</Words>
  <Application>Microsoft Macintosh PowerPoint</Application>
  <PresentationFormat>On-screen Show (4:3)</PresentationFormat>
  <Paragraphs>723</Paragraphs>
  <Slides>42</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Google Sans</vt:lpstr>
      <vt:lpstr>ZapfDingbats</vt:lpstr>
      <vt:lpstr>Arial</vt:lpstr>
      <vt:lpstr>Calibri</vt:lpstr>
      <vt:lpstr>Palatino Linotype</vt:lpstr>
      <vt:lpstr>Times New Roman</vt:lpstr>
      <vt:lpstr>Wingdings</vt:lpstr>
      <vt:lpstr>1_Default Design</vt:lpstr>
      <vt:lpstr>Reliable Data Transfer: Error Detection and Correction</vt:lpstr>
      <vt:lpstr>Learning Objectives</vt:lpstr>
      <vt:lpstr>Outline</vt:lpstr>
      <vt:lpstr>The Journey of a Packet</vt:lpstr>
      <vt:lpstr>The Journal of a Packet (cont.)</vt:lpstr>
      <vt:lpstr>Some Causes for Transmission Errors</vt:lpstr>
      <vt:lpstr>Types of Bit Errors</vt:lpstr>
      <vt:lpstr>Error Detection</vt:lpstr>
      <vt:lpstr>Error Detection Process</vt:lpstr>
      <vt:lpstr>Parity Check</vt:lpstr>
      <vt:lpstr>Parity Check (cont.)</vt:lpstr>
      <vt:lpstr>2-Dimensional Parity Check</vt:lpstr>
      <vt:lpstr>2-Dimensional Even Parity Example</vt:lpstr>
      <vt:lpstr> Internet Checksum</vt:lpstr>
      <vt:lpstr>Why do we need checksums at IP and TCP/UDP?​</vt:lpstr>
      <vt:lpstr>Internet Checksum (cont.)</vt:lpstr>
      <vt:lpstr>Internet Checksum (cont.)</vt:lpstr>
      <vt:lpstr>Internet Checksum (cont.)</vt:lpstr>
      <vt:lpstr>Internet Checksum (cont.)</vt:lpstr>
      <vt:lpstr> Internet Checksum (cont.)</vt:lpstr>
      <vt:lpstr>Cyclic Redundancy Check (CRC)</vt:lpstr>
      <vt:lpstr>CRC – Notations</vt:lpstr>
      <vt:lpstr>CRC – Notations (cont.)</vt:lpstr>
      <vt:lpstr>CRC – Modulo-2 Arithmetic</vt:lpstr>
      <vt:lpstr>CRC – An Example</vt:lpstr>
      <vt:lpstr>CRC – An Example (cont.)</vt:lpstr>
      <vt:lpstr>CRC – An Example (cont.)</vt:lpstr>
      <vt:lpstr>CRC, also known as polynomial codes</vt:lpstr>
      <vt:lpstr>CRC – Some Standard Polynomials</vt:lpstr>
      <vt:lpstr>Error Correction</vt:lpstr>
      <vt:lpstr>Forward Error Correction (FEC)</vt:lpstr>
      <vt:lpstr>FEC Process</vt:lpstr>
      <vt:lpstr>An Example</vt:lpstr>
      <vt:lpstr>Block Code Principles</vt:lpstr>
      <vt:lpstr>Block Code Principles (cont.)</vt:lpstr>
      <vt:lpstr>Block Code Principles (cont.)</vt:lpstr>
      <vt:lpstr>Block Code Principles (cont.)</vt:lpstr>
      <vt:lpstr>An Example of Invalid Codewords</vt:lpstr>
      <vt:lpstr>Pairwise Distances between Valid Codewords</vt:lpstr>
      <vt:lpstr>Summary</vt:lpstr>
      <vt:lpstr>References</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dc:creator>
  <cp:lastModifiedBy>Barry Wu</cp:lastModifiedBy>
  <cp:revision>664</cp:revision>
  <cp:lastPrinted>2025-09-23T21:07:40Z</cp:lastPrinted>
  <dcterms:created xsi:type="dcterms:W3CDTF">1601-01-01T00:00:00Z</dcterms:created>
  <dcterms:modified xsi:type="dcterms:W3CDTF">2025-09-23T21:59:23Z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MSIP_Label_d2b2326c-f811-4ccc-abcb-1b955c303c2e_Enabled">
    <vt:lpwstr>true</vt:lpwstr>
  </property>
  <property fmtid="{D5CDD505-2E9C-101B-9397-08002B2CF9AE}" pid="4" name="MSIP_Label_d2b2326c-f811-4ccc-abcb-1b955c303c2e_SetDate">
    <vt:lpwstr>2025-06-12T02:33:52Z</vt:lpwstr>
  </property>
  <property fmtid="{D5CDD505-2E9C-101B-9397-08002B2CF9AE}" pid="5" name="MSIP_Label_d2b2326c-f811-4ccc-abcb-1b955c303c2e_Method">
    <vt:lpwstr>Standard</vt:lpwstr>
  </property>
  <property fmtid="{D5CDD505-2E9C-101B-9397-08002B2CF9AE}" pid="6" name="MSIP_Label_d2b2326c-f811-4ccc-abcb-1b955c303c2e_Name">
    <vt:lpwstr>In-Confidence</vt:lpwstr>
  </property>
  <property fmtid="{D5CDD505-2E9C-101B-9397-08002B2CF9AE}" pid="7" name="MSIP_Label_d2b2326c-f811-4ccc-abcb-1b955c303c2e_SiteId">
    <vt:lpwstr>dc781727-710e-4855-bc4c-690266a1b551</vt:lpwstr>
  </property>
  <property fmtid="{D5CDD505-2E9C-101B-9397-08002B2CF9AE}" pid="8" name="MSIP_Label_d2b2326c-f811-4ccc-abcb-1b955c303c2e_ActionId">
    <vt:lpwstr>6fa3a9b6-1d11-4c3d-949e-48f46c5c9bcd</vt:lpwstr>
  </property>
  <property fmtid="{D5CDD505-2E9C-101B-9397-08002B2CF9AE}" pid="9" name="MSIP_Label_d2b2326c-f811-4ccc-abcb-1b955c303c2e_ContentBits">
    <vt:lpwstr>2</vt:lpwstr>
  </property>
  <property fmtid="{D5CDD505-2E9C-101B-9397-08002B2CF9AE}" pid="10" name="MSIP_Label_d2b2326c-f811-4ccc-abcb-1b955c303c2e_Tag">
    <vt:lpwstr>50, 3, 0, 1</vt:lpwstr>
  </property>
  <property fmtid="{D5CDD505-2E9C-101B-9397-08002B2CF9AE}" pid="11" name="ClassificationContentMarkingFooterLocations">
    <vt:lpwstr>1_Default Design:3</vt:lpwstr>
  </property>
  <property fmtid="{D5CDD505-2E9C-101B-9397-08002B2CF9AE}" pid="12" name="ClassificationContentMarkingFooterText">
    <vt:lpwstr>In-Confidence</vt:lpwstr>
  </property>
</Properties>
</file>