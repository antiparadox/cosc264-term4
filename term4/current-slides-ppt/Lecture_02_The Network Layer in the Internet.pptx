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notesSlides/notesSlide30.xml" ContentType="application/vnd.openxmlformats-officedocument.presentationml.notesSlide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718" r:id="rId1"/>
  </p:sldMasterIdLst>
  <p:notesMasterIdLst>
    <p:notesMasterId r:id="rId62"/>
  </p:notesMasterIdLst>
  <p:handoutMasterIdLst>
    <p:handoutMasterId r:id="rId63"/>
  </p:handoutMasterIdLst>
  <p:sldIdLst>
    <p:sldId id="409" r:id="rId2"/>
    <p:sldId id="632" r:id="rId3"/>
    <p:sldId id="309" r:id="rId4"/>
    <p:sldId id="668" r:id="rId5"/>
    <p:sldId id="669" r:id="rId6"/>
    <p:sldId id="666" r:id="rId7"/>
    <p:sldId id="366" r:id="rId8"/>
    <p:sldId id="367" r:id="rId9"/>
    <p:sldId id="671" r:id="rId10"/>
    <p:sldId id="368" r:id="rId11"/>
    <p:sldId id="365" r:id="rId12"/>
    <p:sldId id="649" r:id="rId13"/>
    <p:sldId id="370" r:id="rId14"/>
    <p:sldId id="672" r:id="rId15"/>
    <p:sldId id="371" r:id="rId16"/>
    <p:sldId id="651" r:id="rId17"/>
    <p:sldId id="652" r:id="rId18"/>
    <p:sldId id="650" r:id="rId19"/>
    <p:sldId id="673" r:id="rId20"/>
    <p:sldId id="667" r:id="rId21"/>
    <p:sldId id="655" r:id="rId22"/>
    <p:sldId id="376" r:id="rId23"/>
    <p:sldId id="674" r:id="rId24"/>
    <p:sldId id="670" r:id="rId25"/>
    <p:sldId id="678" r:id="rId26"/>
    <p:sldId id="653" r:id="rId27"/>
    <p:sldId id="280" r:id="rId28"/>
    <p:sldId id="282" r:id="rId29"/>
    <p:sldId id="283" r:id="rId30"/>
    <p:sldId id="369" r:id="rId31"/>
    <p:sldId id="662" r:id="rId32"/>
    <p:sldId id="675" r:id="rId33"/>
    <p:sldId id="657" r:id="rId34"/>
    <p:sldId id="289" r:id="rId35"/>
    <p:sldId id="658" r:id="rId36"/>
    <p:sldId id="290" r:id="rId37"/>
    <p:sldId id="659" r:id="rId38"/>
    <p:sldId id="679" r:id="rId39"/>
    <p:sldId id="656" r:id="rId40"/>
    <p:sldId id="661" r:id="rId41"/>
    <p:sldId id="664" r:id="rId42"/>
    <p:sldId id="663" r:id="rId43"/>
    <p:sldId id="384" r:id="rId44"/>
    <p:sldId id="385" r:id="rId45"/>
    <p:sldId id="676" r:id="rId46"/>
    <p:sldId id="389" r:id="rId47"/>
    <p:sldId id="680" r:id="rId48"/>
    <p:sldId id="391" r:id="rId49"/>
    <p:sldId id="392" r:id="rId50"/>
    <p:sldId id="665" r:id="rId51"/>
    <p:sldId id="677" r:id="rId52"/>
    <p:sldId id="395" r:id="rId53"/>
    <p:sldId id="396" r:id="rId54"/>
    <p:sldId id="397" r:id="rId55"/>
    <p:sldId id="681" r:id="rId56"/>
    <p:sldId id="683" r:id="rId57"/>
    <p:sldId id="682" r:id="rId58"/>
    <p:sldId id="684" r:id="rId59"/>
    <p:sldId id="457" r:id="rId60"/>
    <p:sldId id="524" r:id="rId61"/>
  </p:sldIdLst>
  <p:sldSz cx="9144000" cy="6858000" type="screen4x3"/>
  <p:notesSz cx="10234613" cy="70993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CC00"/>
    <a:srgbClr val="FF0000"/>
    <a:srgbClr val="CC0000"/>
    <a:srgbClr val="FF00FF"/>
    <a:srgbClr val="3333CC"/>
    <a:srgbClr val="FF3399"/>
    <a:srgbClr val="008080"/>
    <a:srgbClr val="99CCFF"/>
    <a:srgbClr val="FF0066"/>
    <a:srgbClr val="8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202B0CA-FC54-4496-8BCA-5EF66A818D29}" styleName="Dark Style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0660B408-B3CF-4A94-85FC-2B1E0A45F4A2}" styleName="Dark Style 2 - Accent 1/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91EBBBCC-DAD2-459C-BE2E-F6DE35CF9A28}" styleName="Dark Style 2 - Accent 3/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46F890A9-2807-4EBB-B81D-B2AA78EC7F39}" styleName="Dark Style 2 - Accent 5/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327F97BB-C833-4FB7-BDE5-3F7075034690}" styleName="Themed Style 2 - Accent 5">
    <a:tblBg>
      <a:fillRef idx="3">
        <a:schemeClr val="accent5"/>
      </a:fillRef>
      <a:effectRef idx="3">
        <a:schemeClr val="accent5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5">
                <a:tint val="50000"/>
              </a:schemeClr>
            </a:lnRef>
          </a:left>
          <a:right>
            <a:lnRef idx="1">
              <a:schemeClr val="accent5">
                <a:tint val="50000"/>
              </a:schemeClr>
            </a:lnRef>
          </a:right>
          <a:top>
            <a:lnRef idx="1">
              <a:schemeClr val="accent5">
                <a:tint val="50000"/>
              </a:schemeClr>
            </a:lnRef>
          </a:top>
          <a:bottom>
            <a:lnRef idx="1">
              <a:schemeClr val="accent5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E269D01E-BC32-4049-B463-5C60D7B0CCD2}" styleName="Themed Style 2 - Accent 4">
    <a:tblBg>
      <a:fillRef idx="3">
        <a:schemeClr val="accent4"/>
      </a:fillRef>
      <a:effectRef idx="3">
        <a:schemeClr val="accent4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4">
                <a:tint val="50000"/>
              </a:schemeClr>
            </a:lnRef>
          </a:left>
          <a:right>
            <a:lnRef idx="1">
              <a:schemeClr val="accent4">
                <a:tint val="50000"/>
              </a:schemeClr>
            </a:lnRef>
          </a:right>
          <a:top>
            <a:lnRef idx="1">
              <a:schemeClr val="accent4">
                <a:tint val="50000"/>
              </a:schemeClr>
            </a:lnRef>
          </a:top>
          <a:bottom>
            <a:lnRef idx="1">
              <a:schemeClr val="accent4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18603FDC-E32A-4AB5-989C-0864C3EAD2B8}" styleName="Themed Style 2 - Accent 2">
    <a:tblBg>
      <a:fillRef idx="3">
        <a:schemeClr val="accent2"/>
      </a:fillRef>
      <a:effectRef idx="3">
        <a:schemeClr val="accent2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2">
                <a:tint val="50000"/>
              </a:schemeClr>
            </a:lnRef>
          </a:left>
          <a:right>
            <a:lnRef idx="1">
              <a:schemeClr val="accent2">
                <a:tint val="50000"/>
              </a:schemeClr>
            </a:lnRef>
          </a:right>
          <a:top>
            <a:lnRef idx="1">
              <a:schemeClr val="accent2">
                <a:tint val="50000"/>
              </a:schemeClr>
            </a:lnRef>
          </a:top>
          <a:bottom>
            <a:lnRef idx="1">
              <a:schemeClr val="accent2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EB344D84-9AFB-497E-A393-DC336BA19D2E}" styleName="Medium Style 3 -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125E5076-3810-47DD-B79F-674D7AD40C01}" styleName="Dark Style 1 - Accent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E8034E78-7F5D-4C2E-B375-FC64B27BC917}" styleName="Dark Style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8FD4443E-F989-4FC4-A0C8-D5A2AF1F390B}" styleName="Dark Style 1 - Accent 5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wholeTbl>
    <a:band1H>
      <a:tcStyle>
        <a:tcBdr/>
        <a:fill>
          <a:solidFill>
            <a:schemeClr val="accent5">
              <a:shade val="60000"/>
            </a:schemeClr>
          </a:solidFill>
        </a:fill>
      </a:tcStyle>
    </a:band1H>
    <a:band1V>
      <a:tcStyle>
        <a:tcBdr/>
        <a:fill>
          <a:solidFill>
            <a:schemeClr val="accent5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5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5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5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D03447BB-5D67-496B-8E87-E561075AD55C}" styleName="Dark Style 1 - Accent 3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wholeTbl>
    <a:band1H>
      <a:tcStyle>
        <a:tcBdr/>
        <a:fill>
          <a:solidFill>
            <a:schemeClr val="accent3">
              <a:shade val="60000"/>
            </a:schemeClr>
          </a:solidFill>
        </a:fill>
      </a:tcStyle>
    </a:band1H>
    <a:band1V>
      <a:tcStyle>
        <a:tcBdr/>
        <a:fill>
          <a:solidFill>
            <a:schemeClr val="accent3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3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3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3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22838BEF-8BB2-4498-84A7-C5851F593DF1}" styleName="Medium Style 4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1348" autoAdjust="0"/>
    <p:restoredTop sz="80849" autoAdjust="0"/>
  </p:normalViewPr>
  <p:slideViewPr>
    <p:cSldViewPr>
      <p:cViewPr varScale="1">
        <p:scale>
          <a:sx n="71" d="100"/>
          <a:sy n="71" d="100"/>
        </p:scale>
        <p:origin x="1984" y="184"/>
      </p:cViewPr>
      <p:guideLst>
        <p:guide orient="horz" pos="2160"/>
        <p:guide pos="2880"/>
      </p:guideLst>
    </p:cSldViewPr>
  </p:slideViewPr>
  <p:outlineViewPr>
    <p:cViewPr>
      <p:scale>
        <a:sx n="20" d="100"/>
        <a:sy n="20" d="100"/>
      </p:scale>
      <p:origin x="0" y="23328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handoutMaster" Target="handoutMasters/handoutMaster1.xml"/><Relationship Id="rId68" Type="http://schemas.microsoft.com/office/2016/11/relationships/changesInfo" Target="changesInfos/changesInfo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theme" Target="theme/theme1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engmeng Ge" userId="bb5bc401-97cb-4caf-9857-8ff441375414" providerId="ADAL" clId="{305860EC-1216-40A8-882C-1B3BFD27570F}"/>
    <pc:docChg chg="undo custSel addSld delSld modSld">
      <pc:chgData name="Mengmeng Ge" userId="bb5bc401-97cb-4caf-9857-8ff441375414" providerId="ADAL" clId="{305860EC-1216-40A8-882C-1B3BFD27570F}" dt="2024-04-24T02:21:50.290" v="2306" actId="47"/>
      <pc:docMkLst>
        <pc:docMk/>
      </pc:docMkLst>
      <pc:sldChg chg="modSp del mod">
        <pc:chgData name="Mengmeng Ge" userId="bb5bc401-97cb-4caf-9857-8ff441375414" providerId="ADAL" clId="{305860EC-1216-40A8-882C-1B3BFD27570F}" dt="2024-04-23T05:11:25.145" v="139" actId="47"/>
        <pc:sldMkLst>
          <pc:docMk/>
          <pc:sldMk cId="3501627605" sldId="381"/>
        </pc:sldMkLst>
        <pc:spChg chg="mod">
          <ac:chgData name="Mengmeng Ge" userId="bb5bc401-97cb-4caf-9857-8ff441375414" providerId="ADAL" clId="{305860EC-1216-40A8-882C-1B3BFD27570F}" dt="2024-04-23T04:43:01.324" v="97" actId="20577"/>
          <ac:spMkLst>
            <pc:docMk/>
            <pc:sldMk cId="3501627605" sldId="381"/>
            <ac:spMk id="3" creationId="{00000000-0000-0000-0000-000000000000}"/>
          </ac:spMkLst>
        </pc:spChg>
      </pc:sldChg>
      <pc:sldChg chg="addSp delSp modSp mod delAnim modAnim chgLayout">
        <pc:chgData name="Mengmeng Ge" userId="bb5bc401-97cb-4caf-9857-8ff441375414" providerId="ADAL" clId="{305860EC-1216-40A8-882C-1B3BFD27570F}" dt="2024-04-23T05:15:27.007" v="196" actId="122"/>
        <pc:sldMkLst>
          <pc:docMk/>
          <pc:sldMk cId="1674254514" sldId="382"/>
        </pc:sldMkLst>
        <pc:spChg chg="add del mod ord">
          <ac:chgData name="Mengmeng Ge" userId="bb5bc401-97cb-4caf-9857-8ff441375414" providerId="ADAL" clId="{305860EC-1216-40A8-882C-1B3BFD27570F}" dt="2024-04-23T05:13:39.501" v="173" actId="478"/>
          <ac:spMkLst>
            <pc:docMk/>
            <pc:sldMk cId="1674254514" sldId="382"/>
            <ac:spMk id="3" creationId="{BC2AC238-6184-5B3D-FF32-204ABDAA5D6E}"/>
          </ac:spMkLst>
        </pc:spChg>
        <pc:spChg chg="del">
          <ac:chgData name="Mengmeng Ge" userId="bb5bc401-97cb-4caf-9857-8ff441375414" providerId="ADAL" clId="{305860EC-1216-40A8-882C-1B3BFD27570F}" dt="2024-04-23T05:14:30.283" v="180" actId="478"/>
          <ac:spMkLst>
            <pc:docMk/>
            <pc:sldMk cId="1674254514" sldId="382"/>
            <ac:spMk id="7" creationId="{00000000-0000-0000-0000-000000000000}"/>
          </ac:spMkLst>
        </pc:spChg>
        <pc:spChg chg="mod ord">
          <ac:chgData name="Mengmeng Ge" userId="bb5bc401-97cb-4caf-9857-8ff441375414" providerId="ADAL" clId="{305860EC-1216-40A8-882C-1B3BFD27570F}" dt="2024-04-23T05:11:14.876" v="127" actId="700"/>
          <ac:spMkLst>
            <pc:docMk/>
            <pc:sldMk cId="1674254514" sldId="382"/>
            <ac:spMk id="46" creationId="{00000000-0000-0000-0000-000000000000}"/>
          </ac:spMkLst>
        </pc:spChg>
        <pc:spChg chg="mod ord">
          <ac:chgData name="Mengmeng Ge" userId="bb5bc401-97cb-4caf-9857-8ff441375414" providerId="ADAL" clId="{305860EC-1216-40A8-882C-1B3BFD27570F}" dt="2024-04-23T05:11:21.152" v="138" actId="20577"/>
          <ac:spMkLst>
            <pc:docMk/>
            <pc:sldMk cId="1674254514" sldId="382"/>
            <ac:spMk id="245762" creationId="{00000000-0000-0000-0000-000000000000}"/>
          </ac:spMkLst>
        </pc:spChg>
        <pc:spChg chg="mod">
          <ac:chgData name="Mengmeng Ge" userId="bb5bc401-97cb-4caf-9857-8ff441375414" providerId="ADAL" clId="{305860EC-1216-40A8-882C-1B3BFD27570F}" dt="2024-04-23T05:13:53.135" v="179" actId="20577"/>
          <ac:spMkLst>
            <pc:docMk/>
            <pc:sldMk cId="1674254514" sldId="382"/>
            <ac:spMk id="245841" creationId="{00000000-0000-0000-0000-000000000000}"/>
          </ac:spMkLst>
        </pc:spChg>
        <pc:spChg chg="mod">
          <ac:chgData name="Mengmeng Ge" userId="bb5bc401-97cb-4caf-9857-8ff441375414" providerId="ADAL" clId="{305860EC-1216-40A8-882C-1B3BFD27570F}" dt="2024-04-23T05:13:49.727" v="177" actId="1076"/>
          <ac:spMkLst>
            <pc:docMk/>
            <pc:sldMk cId="1674254514" sldId="382"/>
            <ac:spMk id="245848" creationId="{00000000-0000-0000-0000-000000000000}"/>
          </ac:spMkLst>
        </pc:spChg>
        <pc:spChg chg="del">
          <ac:chgData name="Mengmeng Ge" userId="bb5bc401-97cb-4caf-9857-8ff441375414" providerId="ADAL" clId="{305860EC-1216-40A8-882C-1B3BFD27570F}" dt="2024-04-23T05:13:27.178" v="169" actId="478"/>
          <ac:spMkLst>
            <pc:docMk/>
            <pc:sldMk cId="1674254514" sldId="382"/>
            <ac:spMk id="245849" creationId="{00000000-0000-0000-0000-000000000000}"/>
          </ac:spMkLst>
        </pc:spChg>
        <pc:spChg chg="mod">
          <ac:chgData name="Mengmeng Ge" userId="bb5bc401-97cb-4caf-9857-8ff441375414" providerId="ADAL" clId="{305860EC-1216-40A8-882C-1B3BFD27570F}" dt="2024-04-23T05:14:41.716" v="182" actId="1038"/>
          <ac:spMkLst>
            <pc:docMk/>
            <pc:sldMk cId="1674254514" sldId="382"/>
            <ac:spMk id="245850" creationId="{00000000-0000-0000-0000-000000000000}"/>
          </ac:spMkLst>
        </pc:spChg>
        <pc:spChg chg="mod">
          <ac:chgData name="Mengmeng Ge" userId="bb5bc401-97cb-4caf-9857-8ff441375414" providerId="ADAL" clId="{305860EC-1216-40A8-882C-1B3BFD27570F}" dt="2024-04-23T05:15:27.007" v="196" actId="122"/>
          <ac:spMkLst>
            <pc:docMk/>
            <pc:sldMk cId="1674254514" sldId="382"/>
            <ac:spMk id="245852" creationId="{00000000-0000-0000-0000-000000000000}"/>
          </ac:spMkLst>
        </pc:spChg>
        <pc:grpChg chg="del mod">
          <ac:chgData name="Mengmeng Ge" userId="bb5bc401-97cb-4caf-9857-8ff441375414" providerId="ADAL" clId="{305860EC-1216-40A8-882C-1B3BFD27570F}" dt="2024-04-23T05:13:27.178" v="169" actId="478"/>
          <ac:grpSpMkLst>
            <pc:docMk/>
            <pc:sldMk cId="1674254514" sldId="382"/>
            <ac:grpSpMk id="2" creationId="{00000000-0000-0000-0000-000000000000}"/>
          </ac:grpSpMkLst>
        </pc:grpChg>
        <pc:grpChg chg="mod">
          <ac:chgData name="Mengmeng Ge" userId="bb5bc401-97cb-4caf-9857-8ff441375414" providerId="ADAL" clId="{305860EC-1216-40A8-882C-1B3BFD27570F}" dt="2024-04-23T05:14:41.716" v="182" actId="1038"/>
          <ac:grpSpMkLst>
            <pc:docMk/>
            <pc:sldMk cId="1674254514" sldId="382"/>
            <ac:grpSpMk id="6" creationId="{00000000-0000-0000-0000-000000000000}"/>
          </ac:grpSpMkLst>
        </pc:grpChg>
        <pc:grpChg chg="add mod">
          <ac:chgData name="Mengmeng Ge" userId="bb5bc401-97cb-4caf-9857-8ff441375414" providerId="ADAL" clId="{305860EC-1216-40A8-882C-1B3BFD27570F}" dt="2024-04-23T05:13:35.555" v="172" actId="164"/>
          <ac:grpSpMkLst>
            <pc:docMk/>
            <pc:sldMk cId="1674254514" sldId="382"/>
            <ac:grpSpMk id="12" creationId="{0860F10A-DB1A-52CF-0D96-0DDFE8A46310}"/>
          </ac:grpSpMkLst>
        </pc:grpChg>
        <pc:cxnChg chg="mod">
          <ac:chgData name="Mengmeng Ge" userId="bb5bc401-97cb-4caf-9857-8ff441375414" providerId="ADAL" clId="{305860EC-1216-40A8-882C-1B3BFD27570F}" dt="2024-04-23T05:14:41.716" v="182" actId="1038"/>
          <ac:cxnSpMkLst>
            <pc:docMk/>
            <pc:sldMk cId="1674254514" sldId="382"/>
            <ac:cxnSpMk id="4" creationId="{00000000-0000-0000-0000-000000000000}"/>
          </ac:cxnSpMkLst>
        </pc:cxnChg>
        <pc:cxnChg chg="add mod">
          <ac:chgData name="Mengmeng Ge" userId="bb5bc401-97cb-4caf-9857-8ff441375414" providerId="ADAL" clId="{305860EC-1216-40A8-882C-1B3BFD27570F}" dt="2024-04-23T05:13:35.555" v="172" actId="164"/>
          <ac:cxnSpMkLst>
            <pc:docMk/>
            <pc:sldMk cId="1674254514" sldId="382"/>
            <ac:cxnSpMk id="11" creationId="{6EF42A4C-6809-14C1-AFA0-4867064E948D}"/>
          </ac:cxnSpMkLst>
        </pc:cxnChg>
      </pc:sldChg>
      <pc:sldChg chg="addSp delSp modSp mod modAnim modNotesTx">
        <pc:chgData name="Mengmeng Ge" userId="bb5bc401-97cb-4caf-9857-8ff441375414" providerId="ADAL" clId="{305860EC-1216-40A8-882C-1B3BFD27570F}" dt="2024-04-24T00:14:09.281" v="1291" actId="1076"/>
        <pc:sldMkLst>
          <pc:docMk/>
          <pc:sldMk cId="2967180200" sldId="384"/>
        </pc:sldMkLst>
        <pc:spChg chg="add mod">
          <ac:chgData name="Mengmeng Ge" userId="bb5bc401-97cb-4caf-9857-8ff441375414" providerId="ADAL" clId="{305860EC-1216-40A8-882C-1B3BFD27570F}" dt="2024-04-24T00:10:07.519" v="1198"/>
          <ac:spMkLst>
            <pc:docMk/>
            <pc:sldMk cId="2967180200" sldId="384"/>
            <ac:spMk id="5" creationId="{09B66E00-86AB-E9C2-A323-34F8483B9DA9}"/>
          </ac:spMkLst>
        </pc:spChg>
        <pc:spChg chg="add mod">
          <ac:chgData name="Mengmeng Ge" userId="bb5bc401-97cb-4caf-9857-8ff441375414" providerId="ADAL" clId="{305860EC-1216-40A8-882C-1B3BFD27570F}" dt="2024-04-24T00:10:07.519" v="1198"/>
          <ac:spMkLst>
            <pc:docMk/>
            <pc:sldMk cId="2967180200" sldId="384"/>
            <ac:spMk id="6" creationId="{68A7ED16-A45F-305F-84D0-48749959706E}"/>
          </ac:spMkLst>
        </pc:spChg>
        <pc:spChg chg="add mod">
          <ac:chgData name="Mengmeng Ge" userId="bb5bc401-97cb-4caf-9857-8ff441375414" providerId="ADAL" clId="{305860EC-1216-40A8-882C-1B3BFD27570F}" dt="2024-04-24T00:10:07.519" v="1198"/>
          <ac:spMkLst>
            <pc:docMk/>
            <pc:sldMk cId="2967180200" sldId="384"/>
            <ac:spMk id="7" creationId="{6AAAE870-D9AB-3477-5E04-6C219DDC2B7A}"/>
          </ac:spMkLst>
        </pc:spChg>
        <pc:spChg chg="add mod">
          <ac:chgData name="Mengmeng Ge" userId="bb5bc401-97cb-4caf-9857-8ff441375414" providerId="ADAL" clId="{305860EC-1216-40A8-882C-1B3BFD27570F}" dt="2024-04-24T00:10:07.519" v="1198"/>
          <ac:spMkLst>
            <pc:docMk/>
            <pc:sldMk cId="2967180200" sldId="384"/>
            <ac:spMk id="8" creationId="{5D81F224-A670-AEE6-70E5-06F114546EA1}"/>
          </ac:spMkLst>
        </pc:spChg>
        <pc:spChg chg="add mod">
          <ac:chgData name="Mengmeng Ge" userId="bb5bc401-97cb-4caf-9857-8ff441375414" providerId="ADAL" clId="{305860EC-1216-40A8-882C-1B3BFD27570F}" dt="2024-04-24T00:10:07.519" v="1198"/>
          <ac:spMkLst>
            <pc:docMk/>
            <pc:sldMk cId="2967180200" sldId="384"/>
            <ac:spMk id="9" creationId="{2A2D3193-3799-FFCC-305B-654B7C327207}"/>
          </ac:spMkLst>
        </pc:spChg>
        <pc:spChg chg="add mod">
          <ac:chgData name="Mengmeng Ge" userId="bb5bc401-97cb-4caf-9857-8ff441375414" providerId="ADAL" clId="{305860EC-1216-40A8-882C-1B3BFD27570F}" dt="2024-04-24T00:10:07.519" v="1198"/>
          <ac:spMkLst>
            <pc:docMk/>
            <pc:sldMk cId="2967180200" sldId="384"/>
            <ac:spMk id="12" creationId="{0BA9E925-2BB0-FD7B-EB31-52A73015C3F6}"/>
          </ac:spMkLst>
        </pc:spChg>
        <pc:spChg chg="add mod">
          <ac:chgData name="Mengmeng Ge" userId="bb5bc401-97cb-4caf-9857-8ff441375414" providerId="ADAL" clId="{305860EC-1216-40A8-882C-1B3BFD27570F}" dt="2024-04-24T00:10:07.519" v="1198"/>
          <ac:spMkLst>
            <pc:docMk/>
            <pc:sldMk cId="2967180200" sldId="384"/>
            <ac:spMk id="13" creationId="{09253293-910B-1B1E-C32E-7ADE166C0E05}"/>
          </ac:spMkLst>
        </pc:spChg>
        <pc:spChg chg="add mod">
          <ac:chgData name="Mengmeng Ge" userId="bb5bc401-97cb-4caf-9857-8ff441375414" providerId="ADAL" clId="{305860EC-1216-40A8-882C-1B3BFD27570F}" dt="2024-04-24T00:10:07.519" v="1198"/>
          <ac:spMkLst>
            <pc:docMk/>
            <pc:sldMk cId="2967180200" sldId="384"/>
            <ac:spMk id="14" creationId="{367DF870-0307-A226-5585-87D5425EBAE9}"/>
          </ac:spMkLst>
        </pc:spChg>
        <pc:spChg chg="add mod">
          <ac:chgData name="Mengmeng Ge" userId="bb5bc401-97cb-4caf-9857-8ff441375414" providerId="ADAL" clId="{305860EC-1216-40A8-882C-1B3BFD27570F}" dt="2024-04-24T00:10:07.519" v="1198"/>
          <ac:spMkLst>
            <pc:docMk/>
            <pc:sldMk cId="2967180200" sldId="384"/>
            <ac:spMk id="15" creationId="{50C648E5-5875-F50B-619F-3D241E329F33}"/>
          </ac:spMkLst>
        </pc:spChg>
        <pc:spChg chg="add mod">
          <ac:chgData name="Mengmeng Ge" userId="bb5bc401-97cb-4caf-9857-8ff441375414" providerId="ADAL" clId="{305860EC-1216-40A8-882C-1B3BFD27570F}" dt="2024-04-24T00:10:07.519" v="1198"/>
          <ac:spMkLst>
            <pc:docMk/>
            <pc:sldMk cId="2967180200" sldId="384"/>
            <ac:spMk id="16" creationId="{D38621A2-2772-B624-0F9E-25562E5A5163}"/>
          </ac:spMkLst>
        </pc:spChg>
        <pc:spChg chg="add mod">
          <ac:chgData name="Mengmeng Ge" userId="bb5bc401-97cb-4caf-9857-8ff441375414" providerId="ADAL" clId="{305860EC-1216-40A8-882C-1B3BFD27570F}" dt="2024-04-24T00:10:07.519" v="1198"/>
          <ac:spMkLst>
            <pc:docMk/>
            <pc:sldMk cId="2967180200" sldId="384"/>
            <ac:spMk id="17" creationId="{36798C23-B779-F708-9944-E100AB173BDC}"/>
          </ac:spMkLst>
        </pc:spChg>
        <pc:spChg chg="add mod">
          <ac:chgData name="Mengmeng Ge" userId="bb5bc401-97cb-4caf-9857-8ff441375414" providerId="ADAL" clId="{305860EC-1216-40A8-882C-1B3BFD27570F}" dt="2024-04-24T00:10:24.362" v="1206"/>
          <ac:spMkLst>
            <pc:docMk/>
            <pc:sldMk cId="2967180200" sldId="384"/>
            <ac:spMk id="19" creationId="{C011F5DF-AB1A-2E0B-EB52-581EBEAF6B6B}"/>
          </ac:spMkLst>
        </pc:spChg>
        <pc:spChg chg="add mod">
          <ac:chgData name="Mengmeng Ge" userId="bb5bc401-97cb-4caf-9857-8ff441375414" providerId="ADAL" clId="{305860EC-1216-40A8-882C-1B3BFD27570F}" dt="2024-04-24T00:10:24.362" v="1206"/>
          <ac:spMkLst>
            <pc:docMk/>
            <pc:sldMk cId="2967180200" sldId="384"/>
            <ac:spMk id="20" creationId="{1847A825-ECA8-F765-4F0B-164B5AD18921}"/>
          </ac:spMkLst>
        </pc:spChg>
        <pc:spChg chg="add mod">
          <ac:chgData name="Mengmeng Ge" userId="bb5bc401-97cb-4caf-9857-8ff441375414" providerId="ADAL" clId="{305860EC-1216-40A8-882C-1B3BFD27570F}" dt="2024-04-24T00:10:24.362" v="1206"/>
          <ac:spMkLst>
            <pc:docMk/>
            <pc:sldMk cId="2967180200" sldId="384"/>
            <ac:spMk id="21" creationId="{58523039-BFDB-E60D-82E8-FC9590044649}"/>
          </ac:spMkLst>
        </pc:spChg>
        <pc:spChg chg="add mod">
          <ac:chgData name="Mengmeng Ge" userId="bb5bc401-97cb-4caf-9857-8ff441375414" providerId="ADAL" clId="{305860EC-1216-40A8-882C-1B3BFD27570F}" dt="2024-04-24T00:10:24.362" v="1206"/>
          <ac:spMkLst>
            <pc:docMk/>
            <pc:sldMk cId="2967180200" sldId="384"/>
            <ac:spMk id="22" creationId="{FC05E529-D43C-D811-DD54-7C1A89AD09F9}"/>
          </ac:spMkLst>
        </pc:spChg>
        <pc:spChg chg="add mod">
          <ac:chgData name="Mengmeng Ge" userId="bb5bc401-97cb-4caf-9857-8ff441375414" providerId="ADAL" clId="{305860EC-1216-40A8-882C-1B3BFD27570F}" dt="2024-04-24T00:10:24.362" v="1206"/>
          <ac:spMkLst>
            <pc:docMk/>
            <pc:sldMk cId="2967180200" sldId="384"/>
            <ac:spMk id="23" creationId="{D7B12D52-AE93-906D-F2DA-B811B0AC609A}"/>
          </ac:spMkLst>
        </pc:spChg>
        <pc:spChg chg="add mod">
          <ac:chgData name="Mengmeng Ge" userId="bb5bc401-97cb-4caf-9857-8ff441375414" providerId="ADAL" clId="{305860EC-1216-40A8-882C-1B3BFD27570F}" dt="2024-04-24T00:10:24.362" v="1206"/>
          <ac:spMkLst>
            <pc:docMk/>
            <pc:sldMk cId="2967180200" sldId="384"/>
            <ac:spMk id="26" creationId="{47917464-DBE8-88B4-78E2-72A9CAB758E2}"/>
          </ac:spMkLst>
        </pc:spChg>
        <pc:spChg chg="add mod">
          <ac:chgData name="Mengmeng Ge" userId="bb5bc401-97cb-4caf-9857-8ff441375414" providerId="ADAL" clId="{305860EC-1216-40A8-882C-1B3BFD27570F}" dt="2024-04-24T00:10:24.362" v="1206"/>
          <ac:spMkLst>
            <pc:docMk/>
            <pc:sldMk cId="2967180200" sldId="384"/>
            <ac:spMk id="27" creationId="{87BFC071-C8E4-422A-0052-4B63B48F750A}"/>
          </ac:spMkLst>
        </pc:spChg>
        <pc:spChg chg="add mod">
          <ac:chgData name="Mengmeng Ge" userId="bb5bc401-97cb-4caf-9857-8ff441375414" providerId="ADAL" clId="{305860EC-1216-40A8-882C-1B3BFD27570F}" dt="2024-04-24T00:10:24.362" v="1206"/>
          <ac:spMkLst>
            <pc:docMk/>
            <pc:sldMk cId="2967180200" sldId="384"/>
            <ac:spMk id="28" creationId="{81511437-5BB9-CF1F-B3E9-DE37D8339AD7}"/>
          </ac:spMkLst>
        </pc:spChg>
        <pc:spChg chg="add mod">
          <ac:chgData name="Mengmeng Ge" userId="bb5bc401-97cb-4caf-9857-8ff441375414" providerId="ADAL" clId="{305860EC-1216-40A8-882C-1B3BFD27570F}" dt="2024-04-24T00:10:24.362" v="1206"/>
          <ac:spMkLst>
            <pc:docMk/>
            <pc:sldMk cId="2967180200" sldId="384"/>
            <ac:spMk id="29" creationId="{F99DA62D-6B30-AD6A-FB47-A07A4A8289F9}"/>
          </ac:spMkLst>
        </pc:spChg>
        <pc:spChg chg="add mod">
          <ac:chgData name="Mengmeng Ge" userId="bb5bc401-97cb-4caf-9857-8ff441375414" providerId="ADAL" clId="{305860EC-1216-40A8-882C-1B3BFD27570F}" dt="2024-04-24T00:10:24.362" v="1206"/>
          <ac:spMkLst>
            <pc:docMk/>
            <pc:sldMk cId="2967180200" sldId="384"/>
            <ac:spMk id="30" creationId="{2A055EF7-15BC-86C2-5A8E-A8EDE81B5A19}"/>
          </ac:spMkLst>
        </pc:spChg>
        <pc:spChg chg="add mod">
          <ac:chgData name="Mengmeng Ge" userId="bb5bc401-97cb-4caf-9857-8ff441375414" providerId="ADAL" clId="{305860EC-1216-40A8-882C-1B3BFD27570F}" dt="2024-04-24T00:10:24.362" v="1206"/>
          <ac:spMkLst>
            <pc:docMk/>
            <pc:sldMk cId="2967180200" sldId="384"/>
            <ac:spMk id="31" creationId="{89B477E4-8184-8B80-8ECB-2D8551A35681}"/>
          </ac:spMkLst>
        </pc:spChg>
        <pc:spChg chg="add mod">
          <ac:chgData name="Mengmeng Ge" userId="bb5bc401-97cb-4caf-9857-8ff441375414" providerId="ADAL" clId="{305860EC-1216-40A8-882C-1B3BFD27570F}" dt="2024-04-24T00:11:02.240" v="1208"/>
          <ac:spMkLst>
            <pc:docMk/>
            <pc:sldMk cId="2967180200" sldId="384"/>
            <ac:spMk id="33" creationId="{A820E952-6E32-C17B-69C7-195EF377D4FF}"/>
          </ac:spMkLst>
        </pc:spChg>
        <pc:spChg chg="add mod">
          <ac:chgData name="Mengmeng Ge" userId="bb5bc401-97cb-4caf-9857-8ff441375414" providerId="ADAL" clId="{305860EC-1216-40A8-882C-1B3BFD27570F}" dt="2024-04-24T00:11:02.240" v="1208"/>
          <ac:spMkLst>
            <pc:docMk/>
            <pc:sldMk cId="2967180200" sldId="384"/>
            <ac:spMk id="34" creationId="{CBE74D66-2DE7-E6D8-C153-498B88934909}"/>
          </ac:spMkLst>
        </pc:spChg>
        <pc:spChg chg="add mod">
          <ac:chgData name="Mengmeng Ge" userId="bb5bc401-97cb-4caf-9857-8ff441375414" providerId="ADAL" clId="{305860EC-1216-40A8-882C-1B3BFD27570F}" dt="2024-04-24T00:11:02.240" v="1208"/>
          <ac:spMkLst>
            <pc:docMk/>
            <pc:sldMk cId="2967180200" sldId="384"/>
            <ac:spMk id="35" creationId="{20839494-EEE8-1504-99FF-C2DFE08AD6C5}"/>
          </ac:spMkLst>
        </pc:spChg>
        <pc:spChg chg="add mod">
          <ac:chgData name="Mengmeng Ge" userId="bb5bc401-97cb-4caf-9857-8ff441375414" providerId="ADAL" clId="{305860EC-1216-40A8-882C-1B3BFD27570F}" dt="2024-04-24T00:11:02.240" v="1208"/>
          <ac:spMkLst>
            <pc:docMk/>
            <pc:sldMk cId="2967180200" sldId="384"/>
            <ac:spMk id="36" creationId="{AC0E7CFC-990B-CA75-2A1F-6826F25AA1B9}"/>
          </ac:spMkLst>
        </pc:spChg>
        <pc:spChg chg="add mod">
          <ac:chgData name="Mengmeng Ge" userId="bb5bc401-97cb-4caf-9857-8ff441375414" providerId="ADAL" clId="{305860EC-1216-40A8-882C-1B3BFD27570F}" dt="2024-04-24T00:11:02.240" v="1208"/>
          <ac:spMkLst>
            <pc:docMk/>
            <pc:sldMk cId="2967180200" sldId="384"/>
            <ac:spMk id="37" creationId="{A08ABBE6-82BE-9195-1E58-10EC32181B30}"/>
          </ac:spMkLst>
        </pc:spChg>
        <pc:spChg chg="add mod">
          <ac:chgData name="Mengmeng Ge" userId="bb5bc401-97cb-4caf-9857-8ff441375414" providerId="ADAL" clId="{305860EC-1216-40A8-882C-1B3BFD27570F}" dt="2024-04-24T00:11:02.240" v="1208"/>
          <ac:spMkLst>
            <pc:docMk/>
            <pc:sldMk cId="2967180200" sldId="384"/>
            <ac:spMk id="40" creationId="{F9E50A27-1DD0-D69B-2568-03A36EDCC2B5}"/>
          </ac:spMkLst>
        </pc:spChg>
        <pc:spChg chg="add mod">
          <ac:chgData name="Mengmeng Ge" userId="bb5bc401-97cb-4caf-9857-8ff441375414" providerId="ADAL" clId="{305860EC-1216-40A8-882C-1B3BFD27570F}" dt="2024-04-24T00:11:02.240" v="1208"/>
          <ac:spMkLst>
            <pc:docMk/>
            <pc:sldMk cId="2967180200" sldId="384"/>
            <ac:spMk id="41" creationId="{1925FAD9-D996-4143-156F-1D01084F5C24}"/>
          </ac:spMkLst>
        </pc:spChg>
        <pc:spChg chg="add mod">
          <ac:chgData name="Mengmeng Ge" userId="bb5bc401-97cb-4caf-9857-8ff441375414" providerId="ADAL" clId="{305860EC-1216-40A8-882C-1B3BFD27570F}" dt="2024-04-24T00:11:02.240" v="1208"/>
          <ac:spMkLst>
            <pc:docMk/>
            <pc:sldMk cId="2967180200" sldId="384"/>
            <ac:spMk id="42" creationId="{0430CC0B-4081-B175-66FE-6EBBCFC2C8BD}"/>
          </ac:spMkLst>
        </pc:spChg>
        <pc:spChg chg="add mod">
          <ac:chgData name="Mengmeng Ge" userId="bb5bc401-97cb-4caf-9857-8ff441375414" providerId="ADAL" clId="{305860EC-1216-40A8-882C-1B3BFD27570F}" dt="2024-04-24T00:11:02.240" v="1208"/>
          <ac:spMkLst>
            <pc:docMk/>
            <pc:sldMk cId="2967180200" sldId="384"/>
            <ac:spMk id="43" creationId="{D11896E7-08F1-4E1B-8D8A-38FF29BD1D7F}"/>
          </ac:spMkLst>
        </pc:spChg>
        <pc:spChg chg="add mod">
          <ac:chgData name="Mengmeng Ge" userId="bb5bc401-97cb-4caf-9857-8ff441375414" providerId="ADAL" clId="{305860EC-1216-40A8-882C-1B3BFD27570F}" dt="2024-04-24T00:11:02.240" v="1208"/>
          <ac:spMkLst>
            <pc:docMk/>
            <pc:sldMk cId="2967180200" sldId="384"/>
            <ac:spMk id="44" creationId="{F2A6068A-2C26-800F-5B8A-5EA420CF0FFA}"/>
          </ac:spMkLst>
        </pc:spChg>
        <pc:spChg chg="add mod">
          <ac:chgData name="Mengmeng Ge" userId="bb5bc401-97cb-4caf-9857-8ff441375414" providerId="ADAL" clId="{305860EC-1216-40A8-882C-1B3BFD27570F}" dt="2024-04-24T00:11:02.240" v="1208"/>
          <ac:spMkLst>
            <pc:docMk/>
            <pc:sldMk cId="2967180200" sldId="384"/>
            <ac:spMk id="45" creationId="{68DEE5AB-9EF9-5E03-668C-A5D20090EE8B}"/>
          </ac:spMkLst>
        </pc:spChg>
        <pc:spChg chg="add mod">
          <ac:chgData name="Mengmeng Ge" userId="bb5bc401-97cb-4caf-9857-8ff441375414" providerId="ADAL" clId="{305860EC-1216-40A8-882C-1B3BFD27570F}" dt="2024-04-24T00:11:21.330" v="1217"/>
          <ac:spMkLst>
            <pc:docMk/>
            <pc:sldMk cId="2967180200" sldId="384"/>
            <ac:spMk id="47" creationId="{3EE009CA-162F-C6CC-6161-7D0628A29019}"/>
          </ac:spMkLst>
        </pc:spChg>
        <pc:spChg chg="add mod">
          <ac:chgData name="Mengmeng Ge" userId="bb5bc401-97cb-4caf-9857-8ff441375414" providerId="ADAL" clId="{305860EC-1216-40A8-882C-1B3BFD27570F}" dt="2024-04-24T00:11:21.330" v="1217"/>
          <ac:spMkLst>
            <pc:docMk/>
            <pc:sldMk cId="2967180200" sldId="384"/>
            <ac:spMk id="48" creationId="{C0FB5291-5154-F29D-C9E1-C94C5AD009DD}"/>
          </ac:spMkLst>
        </pc:spChg>
        <pc:spChg chg="add mod">
          <ac:chgData name="Mengmeng Ge" userId="bb5bc401-97cb-4caf-9857-8ff441375414" providerId="ADAL" clId="{305860EC-1216-40A8-882C-1B3BFD27570F}" dt="2024-04-24T00:11:21.330" v="1217"/>
          <ac:spMkLst>
            <pc:docMk/>
            <pc:sldMk cId="2967180200" sldId="384"/>
            <ac:spMk id="49" creationId="{24A66FAA-1F25-F4D4-4ABD-E93BE6B77FB6}"/>
          </ac:spMkLst>
        </pc:spChg>
        <pc:spChg chg="add mod">
          <ac:chgData name="Mengmeng Ge" userId="bb5bc401-97cb-4caf-9857-8ff441375414" providerId="ADAL" clId="{305860EC-1216-40A8-882C-1B3BFD27570F}" dt="2024-04-24T00:11:21.330" v="1217"/>
          <ac:spMkLst>
            <pc:docMk/>
            <pc:sldMk cId="2967180200" sldId="384"/>
            <ac:spMk id="50" creationId="{E8D04651-FDE3-E31E-3DBF-1A345B52DB8C}"/>
          </ac:spMkLst>
        </pc:spChg>
        <pc:spChg chg="add mod">
          <ac:chgData name="Mengmeng Ge" userId="bb5bc401-97cb-4caf-9857-8ff441375414" providerId="ADAL" clId="{305860EC-1216-40A8-882C-1B3BFD27570F}" dt="2024-04-24T00:11:21.330" v="1217"/>
          <ac:spMkLst>
            <pc:docMk/>
            <pc:sldMk cId="2967180200" sldId="384"/>
            <ac:spMk id="51" creationId="{EF818E50-7205-84EB-FFF0-061A697560B9}"/>
          </ac:spMkLst>
        </pc:spChg>
        <pc:spChg chg="add mod">
          <ac:chgData name="Mengmeng Ge" userId="bb5bc401-97cb-4caf-9857-8ff441375414" providerId="ADAL" clId="{305860EC-1216-40A8-882C-1B3BFD27570F}" dt="2024-04-24T00:11:21.330" v="1217"/>
          <ac:spMkLst>
            <pc:docMk/>
            <pc:sldMk cId="2967180200" sldId="384"/>
            <ac:spMk id="54" creationId="{173F0911-F33C-92D6-FC90-C9C16EB83D2A}"/>
          </ac:spMkLst>
        </pc:spChg>
        <pc:spChg chg="add mod">
          <ac:chgData name="Mengmeng Ge" userId="bb5bc401-97cb-4caf-9857-8ff441375414" providerId="ADAL" clId="{305860EC-1216-40A8-882C-1B3BFD27570F}" dt="2024-04-24T00:11:21.330" v="1217"/>
          <ac:spMkLst>
            <pc:docMk/>
            <pc:sldMk cId="2967180200" sldId="384"/>
            <ac:spMk id="55" creationId="{DAD1B881-556A-27CF-BBCB-E632E61A86EA}"/>
          </ac:spMkLst>
        </pc:spChg>
        <pc:spChg chg="add mod">
          <ac:chgData name="Mengmeng Ge" userId="bb5bc401-97cb-4caf-9857-8ff441375414" providerId="ADAL" clId="{305860EC-1216-40A8-882C-1B3BFD27570F}" dt="2024-04-24T00:11:21.330" v="1217"/>
          <ac:spMkLst>
            <pc:docMk/>
            <pc:sldMk cId="2967180200" sldId="384"/>
            <ac:spMk id="56" creationId="{38C75407-2D4B-4EF8-F5A3-C44E5373D3C6}"/>
          </ac:spMkLst>
        </pc:spChg>
        <pc:spChg chg="add mod">
          <ac:chgData name="Mengmeng Ge" userId="bb5bc401-97cb-4caf-9857-8ff441375414" providerId="ADAL" clId="{305860EC-1216-40A8-882C-1B3BFD27570F}" dt="2024-04-24T00:11:21.330" v="1217"/>
          <ac:spMkLst>
            <pc:docMk/>
            <pc:sldMk cId="2967180200" sldId="384"/>
            <ac:spMk id="57" creationId="{6EC20AAB-5596-96CF-1DEE-086F22070DF3}"/>
          </ac:spMkLst>
        </pc:spChg>
        <pc:spChg chg="add mod">
          <ac:chgData name="Mengmeng Ge" userId="bb5bc401-97cb-4caf-9857-8ff441375414" providerId="ADAL" clId="{305860EC-1216-40A8-882C-1B3BFD27570F}" dt="2024-04-24T00:11:21.330" v="1217"/>
          <ac:spMkLst>
            <pc:docMk/>
            <pc:sldMk cId="2967180200" sldId="384"/>
            <ac:spMk id="58" creationId="{2042B344-FFCA-5833-5966-DACF9EEA0105}"/>
          </ac:spMkLst>
        </pc:spChg>
        <pc:spChg chg="add mod">
          <ac:chgData name="Mengmeng Ge" userId="bb5bc401-97cb-4caf-9857-8ff441375414" providerId="ADAL" clId="{305860EC-1216-40A8-882C-1B3BFD27570F}" dt="2024-04-24T00:11:21.330" v="1217"/>
          <ac:spMkLst>
            <pc:docMk/>
            <pc:sldMk cId="2967180200" sldId="384"/>
            <ac:spMk id="59" creationId="{77E11EE5-6A8B-B29A-BAB1-CCD78540FB67}"/>
          </ac:spMkLst>
        </pc:spChg>
        <pc:spChg chg="add mod">
          <ac:chgData name="Mengmeng Ge" userId="bb5bc401-97cb-4caf-9857-8ff441375414" providerId="ADAL" clId="{305860EC-1216-40A8-882C-1B3BFD27570F}" dt="2024-04-24T00:11:39.735" v="1219"/>
          <ac:spMkLst>
            <pc:docMk/>
            <pc:sldMk cId="2967180200" sldId="384"/>
            <ac:spMk id="61" creationId="{D23B103E-C48E-F34C-535E-E13D50D2444C}"/>
          </ac:spMkLst>
        </pc:spChg>
        <pc:spChg chg="add mod">
          <ac:chgData name="Mengmeng Ge" userId="bb5bc401-97cb-4caf-9857-8ff441375414" providerId="ADAL" clId="{305860EC-1216-40A8-882C-1B3BFD27570F}" dt="2024-04-24T00:11:39.735" v="1219"/>
          <ac:spMkLst>
            <pc:docMk/>
            <pc:sldMk cId="2967180200" sldId="384"/>
            <ac:spMk id="62" creationId="{A125F4E4-8DAC-D756-D6F2-7140BD6ED3F9}"/>
          </ac:spMkLst>
        </pc:spChg>
        <pc:spChg chg="add mod">
          <ac:chgData name="Mengmeng Ge" userId="bb5bc401-97cb-4caf-9857-8ff441375414" providerId="ADAL" clId="{305860EC-1216-40A8-882C-1B3BFD27570F}" dt="2024-04-24T00:11:39.735" v="1219"/>
          <ac:spMkLst>
            <pc:docMk/>
            <pc:sldMk cId="2967180200" sldId="384"/>
            <ac:spMk id="63" creationId="{33510224-0656-8DE8-F1B1-FFD936122BE4}"/>
          </ac:spMkLst>
        </pc:spChg>
        <pc:spChg chg="add mod">
          <ac:chgData name="Mengmeng Ge" userId="bb5bc401-97cb-4caf-9857-8ff441375414" providerId="ADAL" clId="{305860EC-1216-40A8-882C-1B3BFD27570F}" dt="2024-04-24T00:11:39.735" v="1219"/>
          <ac:spMkLst>
            <pc:docMk/>
            <pc:sldMk cId="2967180200" sldId="384"/>
            <ac:spMk id="64" creationId="{0545A4F9-6989-F569-522E-24DBFD395FC7}"/>
          </ac:spMkLst>
        </pc:spChg>
        <pc:spChg chg="add mod">
          <ac:chgData name="Mengmeng Ge" userId="bb5bc401-97cb-4caf-9857-8ff441375414" providerId="ADAL" clId="{305860EC-1216-40A8-882C-1B3BFD27570F}" dt="2024-04-24T00:11:39.735" v="1219"/>
          <ac:spMkLst>
            <pc:docMk/>
            <pc:sldMk cId="2967180200" sldId="384"/>
            <ac:spMk id="65" creationId="{46155C25-2099-7432-64F5-2AB764552753}"/>
          </ac:spMkLst>
        </pc:spChg>
        <pc:spChg chg="add mod">
          <ac:chgData name="Mengmeng Ge" userId="bb5bc401-97cb-4caf-9857-8ff441375414" providerId="ADAL" clId="{305860EC-1216-40A8-882C-1B3BFD27570F}" dt="2024-04-24T00:11:39.735" v="1219"/>
          <ac:spMkLst>
            <pc:docMk/>
            <pc:sldMk cId="2967180200" sldId="384"/>
            <ac:spMk id="68" creationId="{6471F9A0-C17B-9AFF-7913-88C10FC235A3}"/>
          </ac:spMkLst>
        </pc:spChg>
        <pc:spChg chg="add mod">
          <ac:chgData name="Mengmeng Ge" userId="bb5bc401-97cb-4caf-9857-8ff441375414" providerId="ADAL" clId="{305860EC-1216-40A8-882C-1B3BFD27570F}" dt="2024-04-24T00:11:39.735" v="1219"/>
          <ac:spMkLst>
            <pc:docMk/>
            <pc:sldMk cId="2967180200" sldId="384"/>
            <ac:spMk id="69" creationId="{F701E415-7E15-3E39-2C23-D417A9B6FD68}"/>
          </ac:spMkLst>
        </pc:spChg>
        <pc:spChg chg="add mod">
          <ac:chgData name="Mengmeng Ge" userId="bb5bc401-97cb-4caf-9857-8ff441375414" providerId="ADAL" clId="{305860EC-1216-40A8-882C-1B3BFD27570F}" dt="2024-04-24T00:11:39.735" v="1219"/>
          <ac:spMkLst>
            <pc:docMk/>
            <pc:sldMk cId="2967180200" sldId="384"/>
            <ac:spMk id="70" creationId="{87B14383-4637-A609-7762-441E3ACC0646}"/>
          </ac:spMkLst>
        </pc:spChg>
        <pc:spChg chg="add mod">
          <ac:chgData name="Mengmeng Ge" userId="bb5bc401-97cb-4caf-9857-8ff441375414" providerId="ADAL" clId="{305860EC-1216-40A8-882C-1B3BFD27570F}" dt="2024-04-24T00:11:39.735" v="1219"/>
          <ac:spMkLst>
            <pc:docMk/>
            <pc:sldMk cId="2967180200" sldId="384"/>
            <ac:spMk id="71" creationId="{7E0DBCFC-A1A4-8522-A594-5BBA59703732}"/>
          </ac:spMkLst>
        </pc:spChg>
        <pc:spChg chg="add mod">
          <ac:chgData name="Mengmeng Ge" userId="bb5bc401-97cb-4caf-9857-8ff441375414" providerId="ADAL" clId="{305860EC-1216-40A8-882C-1B3BFD27570F}" dt="2024-04-24T00:11:39.735" v="1219"/>
          <ac:spMkLst>
            <pc:docMk/>
            <pc:sldMk cId="2967180200" sldId="384"/>
            <ac:spMk id="72" creationId="{33799875-AFCC-F387-0114-C7C6F718DD0C}"/>
          </ac:spMkLst>
        </pc:spChg>
        <pc:spChg chg="add mod">
          <ac:chgData name="Mengmeng Ge" userId="bb5bc401-97cb-4caf-9857-8ff441375414" providerId="ADAL" clId="{305860EC-1216-40A8-882C-1B3BFD27570F}" dt="2024-04-24T00:11:39.735" v="1219"/>
          <ac:spMkLst>
            <pc:docMk/>
            <pc:sldMk cId="2967180200" sldId="384"/>
            <ac:spMk id="73" creationId="{D4F91D60-8EB9-0B14-9074-D0DA679ACE40}"/>
          </ac:spMkLst>
        </pc:spChg>
        <pc:spChg chg="add mod topLvl">
          <ac:chgData name="Mengmeng Ge" userId="bb5bc401-97cb-4caf-9857-8ff441375414" providerId="ADAL" clId="{305860EC-1216-40A8-882C-1B3BFD27570F}" dt="2024-04-24T00:14:09.281" v="1291" actId="1076"/>
          <ac:spMkLst>
            <pc:docMk/>
            <pc:sldMk cId="2967180200" sldId="384"/>
            <ac:spMk id="75" creationId="{03FCCA4D-1A44-A6B3-4B00-73487E43862F}"/>
          </ac:spMkLst>
        </pc:spChg>
        <pc:spChg chg="add mod topLvl">
          <ac:chgData name="Mengmeng Ge" userId="bb5bc401-97cb-4caf-9857-8ff441375414" providerId="ADAL" clId="{305860EC-1216-40A8-882C-1B3BFD27570F}" dt="2024-04-24T00:14:09.281" v="1291" actId="1076"/>
          <ac:spMkLst>
            <pc:docMk/>
            <pc:sldMk cId="2967180200" sldId="384"/>
            <ac:spMk id="76" creationId="{A5A4C47B-6B3A-6934-A771-9A6830527E93}"/>
          </ac:spMkLst>
        </pc:spChg>
        <pc:spChg chg="add mod topLvl">
          <ac:chgData name="Mengmeng Ge" userId="bb5bc401-97cb-4caf-9857-8ff441375414" providerId="ADAL" clId="{305860EC-1216-40A8-882C-1B3BFD27570F}" dt="2024-04-24T00:14:09.281" v="1291" actId="1076"/>
          <ac:spMkLst>
            <pc:docMk/>
            <pc:sldMk cId="2967180200" sldId="384"/>
            <ac:spMk id="77" creationId="{DE311145-A3F5-4BC2-1DCF-62CCFAA54151}"/>
          </ac:spMkLst>
        </pc:spChg>
        <pc:spChg chg="add mod topLvl">
          <ac:chgData name="Mengmeng Ge" userId="bb5bc401-97cb-4caf-9857-8ff441375414" providerId="ADAL" clId="{305860EC-1216-40A8-882C-1B3BFD27570F}" dt="2024-04-24T00:14:09.281" v="1291" actId="1076"/>
          <ac:spMkLst>
            <pc:docMk/>
            <pc:sldMk cId="2967180200" sldId="384"/>
            <ac:spMk id="78" creationId="{A1EB2E55-7B26-E9FF-8E32-257B707C70E5}"/>
          </ac:spMkLst>
        </pc:spChg>
        <pc:spChg chg="add mod topLvl">
          <ac:chgData name="Mengmeng Ge" userId="bb5bc401-97cb-4caf-9857-8ff441375414" providerId="ADAL" clId="{305860EC-1216-40A8-882C-1B3BFD27570F}" dt="2024-04-24T00:14:09.281" v="1291" actId="1076"/>
          <ac:spMkLst>
            <pc:docMk/>
            <pc:sldMk cId="2967180200" sldId="384"/>
            <ac:spMk id="79" creationId="{1D3C0E0B-E0A0-04D2-0048-1667B2CCAE54}"/>
          </ac:spMkLst>
        </pc:spChg>
        <pc:spChg chg="add mod">
          <ac:chgData name="Mengmeng Ge" userId="bb5bc401-97cb-4caf-9857-8ff441375414" providerId="ADAL" clId="{305860EC-1216-40A8-882C-1B3BFD27570F}" dt="2024-04-24T00:14:09.281" v="1291" actId="1076"/>
          <ac:spMkLst>
            <pc:docMk/>
            <pc:sldMk cId="2967180200" sldId="384"/>
            <ac:spMk id="82" creationId="{F6E69B63-013F-A25C-65AD-AAF3DBDB3C8A}"/>
          </ac:spMkLst>
        </pc:spChg>
        <pc:spChg chg="add mod">
          <ac:chgData name="Mengmeng Ge" userId="bb5bc401-97cb-4caf-9857-8ff441375414" providerId="ADAL" clId="{305860EC-1216-40A8-882C-1B3BFD27570F}" dt="2024-04-24T00:14:09.281" v="1291" actId="1076"/>
          <ac:spMkLst>
            <pc:docMk/>
            <pc:sldMk cId="2967180200" sldId="384"/>
            <ac:spMk id="83" creationId="{692D71A4-DE19-1646-7F3B-D17C51FA3C4D}"/>
          </ac:spMkLst>
        </pc:spChg>
        <pc:spChg chg="add mod">
          <ac:chgData name="Mengmeng Ge" userId="bb5bc401-97cb-4caf-9857-8ff441375414" providerId="ADAL" clId="{305860EC-1216-40A8-882C-1B3BFD27570F}" dt="2024-04-24T00:14:09.281" v="1291" actId="1076"/>
          <ac:spMkLst>
            <pc:docMk/>
            <pc:sldMk cId="2967180200" sldId="384"/>
            <ac:spMk id="84" creationId="{9414B04D-D987-E573-72FD-C901EE22149B}"/>
          </ac:spMkLst>
        </pc:spChg>
        <pc:spChg chg="add mod">
          <ac:chgData name="Mengmeng Ge" userId="bb5bc401-97cb-4caf-9857-8ff441375414" providerId="ADAL" clId="{305860EC-1216-40A8-882C-1B3BFD27570F}" dt="2024-04-24T00:14:09.281" v="1291" actId="1076"/>
          <ac:spMkLst>
            <pc:docMk/>
            <pc:sldMk cId="2967180200" sldId="384"/>
            <ac:spMk id="85" creationId="{C5840DCC-6670-68E7-9146-3E9371C1BFE2}"/>
          </ac:spMkLst>
        </pc:spChg>
        <pc:spChg chg="add mod">
          <ac:chgData name="Mengmeng Ge" userId="bb5bc401-97cb-4caf-9857-8ff441375414" providerId="ADAL" clId="{305860EC-1216-40A8-882C-1B3BFD27570F}" dt="2024-04-24T00:14:09.281" v="1291" actId="1076"/>
          <ac:spMkLst>
            <pc:docMk/>
            <pc:sldMk cId="2967180200" sldId="384"/>
            <ac:spMk id="86" creationId="{46312EAE-A44C-7475-C6C0-8CBE8CFB3FA5}"/>
          </ac:spMkLst>
        </pc:spChg>
        <pc:spChg chg="add mod">
          <ac:chgData name="Mengmeng Ge" userId="bb5bc401-97cb-4caf-9857-8ff441375414" providerId="ADAL" clId="{305860EC-1216-40A8-882C-1B3BFD27570F}" dt="2024-04-24T00:14:09.281" v="1291" actId="1076"/>
          <ac:spMkLst>
            <pc:docMk/>
            <pc:sldMk cId="2967180200" sldId="384"/>
            <ac:spMk id="87" creationId="{8AF895AE-60F2-7EF8-A620-5D65F2BF60CC}"/>
          </ac:spMkLst>
        </pc:spChg>
        <pc:spChg chg="mod">
          <ac:chgData name="Mengmeng Ge" userId="bb5bc401-97cb-4caf-9857-8ff441375414" providerId="ADAL" clId="{305860EC-1216-40A8-882C-1B3BFD27570F}" dt="2024-04-23T23:28:46.826" v="1175" actId="20577"/>
          <ac:spMkLst>
            <pc:docMk/>
            <pc:sldMk cId="2967180200" sldId="384"/>
            <ac:spMk id="233474" creationId="{00000000-0000-0000-0000-000000000000}"/>
          </ac:spMkLst>
        </pc:spChg>
        <pc:spChg chg="mod">
          <ac:chgData name="Mengmeng Ge" userId="bb5bc401-97cb-4caf-9857-8ff441375414" providerId="ADAL" clId="{305860EC-1216-40A8-882C-1B3BFD27570F}" dt="2024-04-23T22:11:26.617" v="306" actId="14100"/>
          <ac:spMkLst>
            <pc:docMk/>
            <pc:sldMk cId="2967180200" sldId="384"/>
            <ac:spMk id="233511" creationId="{00000000-0000-0000-0000-000000000000}"/>
          </ac:spMkLst>
        </pc:spChg>
        <pc:spChg chg="mod">
          <ac:chgData name="Mengmeng Ge" userId="bb5bc401-97cb-4caf-9857-8ff441375414" providerId="ADAL" clId="{305860EC-1216-40A8-882C-1B3BFD27570F}" dt="2024-04-23T22:11:26.617" v="306" actId="14100"/>
          <ac:spMkLst>
            <pc:docMk/>
            <pc:sldMk cId="2967180200" sldId="384"/>
            <ac:spMk id="233512" creationId="{00000000-0000-0000-0000-000000000000}"/>
          </ac:spMkLst>
        </pc:spChg>
        <pc:spChg chg="mod">
          <ac:chgData name="Mengmeng Ge" userId="bb5bc401-97cb-4caf-9857-8ff441375414" providerId="ADAL" clId="{305860EC-1216-40A8-882C-1B3BFD27570F}" dt="2024-04-23T22:11:26.617" v="306" actId="14100"/>
          <ac:spMkLst>
            <pc:docMk/>
            <pc:sldMk cId="2967180200" sldId="384"/>
            <ac:spMk id="233513" creationId="{00000000-0000-0000-0000-000000000000}"/>
          </ac:spMkLst>
        </pc:spChg>
        <pc:spChg chg="mod">
          <ac:chgData name="Mengmeng Ge" userId="bb5bc401-97cb-4caf-9857-8ff441375414" providerId="ADAL" clId="{305860EC-1216-40A8-882C-1B3BFD27570F}" dt="2024-04-23T22:11:26.617" v="306" actId="14100"/>
          <ac:spMkLst>
            <pc:docMk/>
            <pc:sldMk cId="2967180200" sldId="384"/>
            <ac:spMk id="233514" creationId="{00000000-0000-0000-0000-000000000000}"/>
          </ac:spMkLst>
        </pc:spChg>
        <pc:spChg chg="mod">
          <ac:chgData name="Mengmeng Ge" userId="bb5bc401-97cb-4caf-9857-8ff441375414" providerId="ADAL" clId="{305860EC-1216-40A8-882C-1B3BFD27570F}" dt="2024-04-23T22:11:26.617" v="306" actId="14100"/>
          <ac:spMkLst>
            <pc:docMk/>
            <pc:sldMk cId="2967180200" sldId="384"/>
            <ac:spMk id="233515" creationId="{00000000-0000-0000-0000-000000000000}"/>
          </ac:spMkLst>
        </pc:spChg>
        <pc:spChg chg="mod">
          <ac:chgData name="Mengmeng Ge" userId="bb5bc401-97cb-4caf-9857-8ff441375414" providerId="ADAL" clId="{305860EC-1216-40A8-882C-1B3BFD27570F}" dt="2024-04-23T22:11:26.617" v="306" actId="14100"/>
          <ac:spMkLst>
            <pc:docMk/>
            <pc:sldMk cId="2967180200" sldId="384"/>
            <ac:spMk id="233518" creationId="{00000000-0000-0000-0000-000000000000}"/>
          </ac:spMkLst>
        </pc:spChg>
        <pc:spChg chg="mod">
          <ac:chgData name="Mengmeng Ge" userId="bb5bc401-97cb-4caf-9857-8ff441375414" providerId="ADAL" clId="{305860EC-1216-40A8-882C-1B3BFD27570F}" dt="2024-04-23T22:11:26.617" v="306" actId="14100"/>
          <ac:spMkLst>
            <pc:docMk/>
            <pc:sldMk cId="2967180200" sldId="384"/>
            <ac:spMk id="233519" creationId="{00000000-0000-0000-0000-000000000000}"/>
          </ac:spMkLst>
        </pc:spChg>
        <pc:spChg chg="mod">
          <ac:chgData name="Mengmeng Ge" userId="bb5bc401-97cb-4caf-9857-8ff441375414" providerId="ADAL" clId="{305860EC-1216-40A8-882C-1B3BFD27570F}" dt="2024-04-23T22:11:26.617" v="306" actId="14100"/>
          <ac:spMkLst>
            <pc:docMk/>
            <pc:sldMk cId="2967180200" sldId="384"/>
            <ac:spMk id="233520" creationId="{00000000-0000-0000-0000-000000000000}"/>
          </ac:spMkLst>
        </pc:spChg>
        <pc:spChg chg="mod">
          <ac:chgData name="Mengmeng Ge" userId="bb5bc401-97cb-4caf-9857-8ff441375414" providerId="ADAL" clId="{305860EC-1216-40A8-882C-1B3BFD27570F}" dt="2024-04-23T22:11:26.617" v="306" actId="14100"/>
          <ac:spMkLst>
            <pc:docMk/>
            <pc:sldMk cId="2967180200" sldId="384"/>
            <ac:spMk id="233523" creationId="{00000000-0000-0000-0000-000000000000}"/>
          </ac:spMkLst>
        </pc:spChg>
        <pc:spChg chg="mod">
          <ac:chgData name="Mengmeng Ge" userId="bb5bc401-97cb-4caf-9857-8ff441375414" providerId="ADAL" clId="{305860EC-1216-40A8-882C-1B3BFD27570F}" dt="2024-04-23T22:11:26.617" v="306" actId="14100"/>
          <ac:spMkLst>
            <pc:docMk/>
            <pc:sldMk cId="2967180200" sldId="384"/>
            <ac:spMk id="233524" creationId="{00000000-0000-0000-0000-000000000000}"/>
          </ac:spMkLst>
        </pc:spChg>
        <pc:spChg chg="mod">
          <ac:chgData name="Mengmeng Ge" userId="bb5bc401-97cb-4caf-9857-8ff441375414" providerId="ADAL" clId="{305860EC-1216-40A8-882C-1B3BFD27570F}" dt="2024-04-23T22:08:44.513" v="292" actId="14100"/>
          <ac:spMkLst>
            <pc:docMk/>
            <pc:sldMk cId="2967180200" sldId="384"/>
            <ac:spMk id="233525" creationId="{00000000-0000-0000-0000-000000000000}"/>
          </ac:spMkLst>
        </pc:spChg>
        <pc:spChg chg="del">
          <ac:chgData name="Mengmeng Ge" userId="bb5bc401-97cb-4caf-9857-8ff441375414" providerId="ADAL" clId="{305860EC-1216-40A8-882C-1B3BFD27570F}" dt="2024-04-23T22:05:20.803" v="231" actId="478"/>
          <ac:spMkLst>
            <pc:docMk/>
            <pc:sldMk cId="2967180200" sldId="384"/>
            <ac:spMk id="233530" creationId="{00000000-0000-0000-0000-000000000000}"/>
          </ac:spMkLst>
        </pc:spChg>
        <pc:spChg chg="mod">
          <ac:chgData name="Mengmeng Ge" userId="bb5bc401-97cb-4caf-9857-8ff441375414" providerId="ADAL" clId="{305860EC-1216-40A8-882C-1B3BFD27570F}" dt="2024-04-23T22:13:06.917" v="316" actId="14100"/>
          <ac:spMkLst>
            <pc:docMk/>
            <pc:sldMk cId="2967180200" sldId="384"/>
            <ac:spMk id="233532" creationId="{00000000-0000-0000-0000-000000000000}"/>
          </ac:spMkLst>
        </pc:spChg>
        <pc:spChg chg="mod">
          <ac:chgData name="Mengmeng Ge" userId="bb5bc401-97cb-4caf-9857-8ff441375414" providerId="ADAL" clId="{305860EC-1216-40A8-882C-1B3BFD27570F}" dt="2024-04-23T22:07:49.048" v="258" actId="207"/>
          <ac:spMkLst>
            <pc:docMk/>
            <pc:sldMk cId="2967180200" sldId="384"/>
            <ac:spMk id="233533" creationId="{00000000-0000-0000-0000-000000000000}"/>
          </ac:spMkLst>
        </pc:spChg>
        <pc:spChg chg="mod">
          <ac:chgData name="Mengmeng Ge" userId="bb5bc401-97cb-4caf-9857-8ff441375414" providerId="ADAL" clId="{305860EC-1216-40A8-882C-1B3BFD27570F}" dt="2024-04-23T22:19:48.208" v="530" actId="20577"/>
          <ac:spMkLst>
            <pc:docMk/>
            <pc:sldMk cId="2967180200" sldId="384"/>
            <ac:spMk id="233554" creationId="{00000000-0000-0000-0000-000000000000}"/>
          </ac:spMkLst>
        </pc:spChg>
        <pc:spChg chg="del mod">
          <ac:chgData name="Mengmeng Ge" userId="bb5bc401-97cb-4caf-9857-8ff441375414" providerId="ADAL" clId="{305860EC-1216-40A8-882C-1B3BFD27570F}" dt="2024-04-23T22:05:28.311" v="234" actId="478"/>
          <ac:spMkLst>
            <pc:docMk/>
            <pc:sldMk cId="2967180200" sldId="384"/>
            <ac:spMk id="233555" creationId="{00000000-0000-0000-0000-000000000000}"/>
          </ac:spMkLst>
        </pc:spChg>
        <pc:spChg chg="mod">
          <ac:chgData name="Mengmeng Ge" userId="bb5bc401-97cb-4caf-9857-8ff441375414" providerId="ADAL" clId="{305860EC-1216-40A8-882C-1B3BFD27570F}" dt="2024-04-23T22:11:26.617" v="306" actId="14100"/>
          <ac:spMkLst>
            <pc:docMk/>
            <pc:sldMk cId="2967180200" sldId="384"/>
            <ac:spMk id="233558" creationId="{00000000-0000-0000-0000-000000000000}"/>
          </ac:spMkLst>
        </pc:spChg>
        <pc:spChg chg="del">
          <ac:chgData name="Mengmeng Ge" userId="bb5bc401-97cb-4caf-9857-8ff441375414" providerId="ADAL" clId="{305860EC-1216-40A8-882C-1B3BFD27570F}" dt="2024-04-23T22:05:24.767" v="232" actId="478"/>
          <ac:spMkLst>
            <pc:docMk/>
            <pc:sldMk cId="2967180200" sldId="384"/>
            <ac:spMk id="233582" creationId="{00000000-0000-0000-0000-000000000000}"/>
          </ac:spMkLst>
        </pc:spChg>
        <pc:spChg chg="del mod">
          <ac:chgData name="Mengmeng Ge" userId="bb5bc401-97cb-4caf-9857-8ff441375414" providerId="ADAL" clId="{305860EC-1216-40A8-882C-1B3BFD27570F}" dt="2024-04-23T22:05:26.404" v="233" actId="478"/>
          <ac:spMkLst>
            <pc:docMk/>
            <pc:sldMk cId="2967180200" sldId="384"/>
            <ac:spMk id="233583" creationId="{00000000-0000-0000-0000-000000000000}"/>
          </ac:spMkLst>
        </pc:spChg>
        <pc:spChg chg="mod">
          <ac:chgData name="Mengmeng Ge" userId="bb5bc401-97cb-4caf-9857-8ff441375414" providerId="ADAL" clId="{305860EC-1216-40A8-882C-1B3BFD27570F}" dt="2024-04-23T22:19:57.546" v="536" actId="20577"/>
          <ac:spMkLst>
            <pc:docMk/>
            <pc:sldMk cId="2967180200" sldId="384"/>
            <ac:spMk id="233603" creationId="{00000000-0000-0000-0000-000000000000}"/>
          </ac:spMkLst>
        </pc:spChg>
        <pc:spChg chg="mod">
          <ac:chgData name="Mengmeng Ge" userId="bb5bc401-97cb-4caf-9857-8ff441375414" providerId="ADAL" clId="{305860EC-1216-40A8-882C-1B3BFD27570F}" dt="2024-04-23T22:19:52.141" v="534" actId="20577"/>
          <ac:spMkLst>
            <pc:docMk/>
            <pc:sldMk cId="2967180200" sldId="384"/>
            <ac:spMk id="233608" creationId="{00000000-0000-0000-0000-000000000000}"/>
          </ac:spMkLst>
        </pc:spChg>
        <pc:grpChg chg="add mod">
          <ac:chgData name="Mengmeng Ge" userId="bb5bc401-97cb-4caf-9857-8ff441375414" providerId="ADAL" clId="{305860EC-1216-40A8-882C-1B3BFD27570F}" dt="2024-04-24T00:10:07.519" v="1198"/>
          <ac:grpSpMkLst>
            <pc:docMk/>
            <pc:sldMk cId="2967180200" sldId="384"/>
            <ac:grpSpMk id="4" creationId="{97F4EC9D-EE46-6E6C-7CDB-EF219D240920}"/>
          </ac:grpSpMkLst>
        </pc:grpChg>
        <pc:grpChg chg="add mod">
          <ac:chgData name="Mengmeng Ge" userId="bb5bc401-97cb-4caf-9857-8ff441375414" providerId="ADAL" clId="{305860EC-1216-40A8-882C-1B3BFD27570F}" dt="2024-04-24T00:10:07.519" v="1198"/>
          <ac:grpSpMkLst>
            <pc:docMk/>
            <pc:sldMk cId="2967180200" sldId="384"/>
            <ac:grpSpMk id="10" creationId="{A19A977F-8A2A-E182-72F1-278D3983F49A}"/>
          </ac:grpSpMkLst>
        </pc:grpChg>
        <pc:grpChg chg="add mod">
          <ac:chgData name="Mengmeng Ge" userId="bb5bc401-97cb-4caf-9857-8ff441375414" providerId="ADAL" clId="{305860EC-1216-40A8-882C-1B3BFD27570F}" dt="2024-04-24T00:10:07.519" v="1198"/>
          <ac:grpSpMkLst>
            <pc:docMk/>
            <pc:sldMk cId="2967180200" sldId="384"/>
            <ac:grpSpMk id="11" creationId="{A7A6D8FA-F1C3-DE06-BF1E-1E4DB798E3C3}"/>
          </ac:grpSpMkLst>
        </pc:grpChg>
        <pc:grpChg chg="add mod">
          <ac:chgData name="Mengmeng Ge" userId="bb5bc401-97cb-4caf-9857-8ff441375414" providerId="ADAL" clId="{305860EC-1216-40A8-882C-1B3BFD27570F}" dt="2024-04-24T00:10:24.362" v="1206"/>
          <ac:grpSpMkLst>
            <pc:docMk/>
            <pc:sldMk cId="2967180200" sldId="384"/>
            <ac:grpSpMk id="18" creationId="{EBC76748-3229-C330-DE15-049A5E8A6988}"/>
          </ac:grpSpMkLst>
        </pc:grpChg>
        <pc:grpChg chg="add mod">
          <ac:chgData name="Mengmeng Ge" userId="bb5bc401-97cb-4caf-9857-8ff441375414" providerId="ADAL" clId="{305860EC-1216-40A8-882C-1B3BFD27570F}" dt="2024-04-24T00:10:24.362" v="1206"/>
          <ac:grpSpMkLst>
            <pc:docMk/>
            <pc:sldMk cId="2967180200" sldId="384"/>
            <ac:grpSpMk id="24" creationId="{43E5306A-8788-A02C-DFFA-8B82C0F5E071}"/>
          </ac:grpSpMkLst>
        </pc:grpChg>
        <pc:grpChg chg="add mod">
          <ac:chgData name="Mengmeng Ge" userId="bb5bc401-97cb-4caf-9857-8ff441375414" providerId="ADAL" clId="{305860EC-1216-40A8-882C-1B3BFD27570F}" dt="2024-04-24T00:10:24.362" v="1206"/>
          <ac:grpSpMkLst>
            <pc:docMk/>
            <pc:sldMk cId="2967180200" sldId="384"/>
            <ac:grpSpMk id="25" creationId="{2D243A31-77E6-3524-834F-A3391421A843}"/>
          </ac:grpSpMkLst>
        </pc:grpChg>
        <pc:grpChg chg="add mod">
          <ac:chgData name="Mengmeng Ge" userId="bb5bc401-97cb-4caf-9857-8ff441375414" providerId="ADAL" clId="{305860EC-1216-40A8-882C-1B3BFD27570F}" dt="2024-04-24T00:11:02.240" v="1208"/>
          <ac:grpSpMkLst>
            <pc:docMk/>
            <pc:sldMk cId="2967180200" sldId="384"/>
            <ac:grpSpMk id="32" creationId="{35B814FB-B43D-70D0-FF1C-2EBFA4EFE16E}"/>
          </ac:grpSpMkLst>
        </pc:grpChg>
        <pc:grpChg chg="add mod">
          <ac:chgData name="Mengmeng Ge" userId="bb5bc401-97cb-4caf-9857-8ff441375414" providerId="ADAL" clId="{305860EC-1216-40A8-882C-1B3BFD27570F}" dt="2024-04-24T00:11:02.240" v="1208"/>
          <ac:grpSpMkLst>
            <pc:docMk/>
            <pc:sldMk cId="2967180200" sldId="384"/>
            <ac:grpSpMk id="38" creationId="{7D8B0746-1BD6-B277-C7F8-5C555C6A71F2}"/>
          </ac:grpSpMkLst>
        </pc:grpChg>
        <pc:grpChg chg="add mod">
          <ac:chgData name="Mengmeng Ge" userId="bb5bc401-97cb-4caf-9857-8ff441375414" providerId="ADAL" clId="{305860EC-1216-40A8-882C-1B3BFD27570F}" dt="2024-04-24T00:11:02.240" v="1208"/>
          <ac:grpSpMkLst>
            <pc:docMk/>
            <pc:sldMk cId="2967180200" sldId="384"/>
            <ac:grpSpMk id="39" creationId="{CC745A6A-924B-BBDE-ABF9-34EB4580347E}"/>
          </ac:grpSpMkLst>
        </pc:grpChg>
        <pc:grpChg chg="add mod">
          <ac:chgData name="Mengmeng Ge" userId="bb5bc401-97cb-4caf-9857-8ff441375414" providerId="ADAL" clId="{305860EC-1216-40A8-882C-1B3BFD27570F}" dt="2024-04-24T00:11:21.330" v="1217"/>
          <ac:grpSpMkLst>
            <pc:docMk/>
            <pc:sldMk cId="2967180200" sldId="384"/>
            <ac:grpSpMk id="46" creationId="{E8DB729A-D9CF-75A4-4FD4-8CAA4205904B}"/>
          </ac:grpSpMkLst>
        </pc:grpChg>
        <pc:grpChg chg="add mod">
          <ac:chgData name="Mengmeng Ge" userId="bb5bc401-97cb-4caf-9857-8ff441375414" providerId="ADAL" clId="{305860EC-1216-40A8-882C-1B3BFD27570F}" dt="2024-04-24T00:11:21.330" v="1217"/>
          <ac:grpSpMkLst>
            <pc:docMk/>
            <pc:sldMk cId="2967180200" sldId="384"/>
            <ac:grpSpMk id="52" creationId="{AAC23ECF-6380-B969-1B32-6C6DAAB80870}"/>
          </ac:grpSpMkLst>
        </pc:grpChg>
        <pc:grpChg chg="add mod">
          <ac:chgData name="Mengmeng Ge" userId="bb5bc401-97cb-4caf-9857-8ff441375414" providerId="ADAL" clId="{305860EC-1216-40A8-882C-1B3BFD27570F}" dt="2024-04-24T00:11:21.330" v="1217"/>
          <ac:grpSpMkLst>
            <pc:docMk/>
            <pc:sldMk cId="2967180200" sldId="384"/>
            <ac:grpSpMk id="53" creationId="{BC21820D-537A-7A4B-46F2-6183439DF52C}"/>
          </ac:grpSpMkLst>
        </pc:grpChg>
        <pc:grpChg chg="add mod">
          <ac:chgData name="Mengmeng Ge" userId="bb5bc401-97cb-4caf-9857-8ff441375414" providerId="ADAL" clId="{305860EC-1216-40A8-882C-1B3BFD27570F}" dt="2024-04-24T00:11:39.735" v="1219"/>
          <ac:grpSpMkLst>
            <pc:docMk/>
            <pc:sldMk cId="2967180200" sldId="384"/>
            <ac:grpSpMk id="60" creationId="{C3FFA8A1-DAD5-0435-CDF4-63B41CA0DD45}"/>
          </ac:grpSpMkLst>
        </pc:grpChg>
        <pc:grpChg chg="add mod">
          <ac:chgData name="Mengmeng Ge" userId="bb5bc401-97cb-4caf-9857-8ff441375414" providerId="ADAL" clId="{305860EC-1216-40A8-882C-1B3BFD27570F}" dt="2024-04-24T00:11:39.735" v="1219"/>
          <ac:grpSpMkLst>
            <pc:docMk/>
            <pc:sldMk cId="2967180200" sldId="384"/>
            <ac:grpSpMk id="66" creationId="{4C5A9E67-E7B3-8F10-9923-8A40F0030044}"/>
          </ac:grpSpMkLst>
        </pc:grpChg>
        <pc:grpChg chg="add mod">
          <ac:chgData name="Mengmeng Ge" userId="bb5bc401-97cb-4caf-9857-8ff441375414" providerId="ADAL" clId="{305860EC-1216-40A8-882C-1B3BFD27570F}" dt="2024-04-24T00:11:39.735" v="1219"/>
          <ac:grpSpMkLst>
            <pc:docMk/>
            <pc:sldMk cId="2967180200" sldId="384"/>
            <ac:grpSpMk id="67" creationId="{366F245A-3B9A-8F7E-BDF9-02DD9324ABBF}"/>
          </ac:grpSpMkLst>
        </pc:grpChg>
        <pc:grpChg chg="add del mod">
          <ac:chgData name="Mengmeng Ge" userId="bb5bc401-97cb-4caf-9857-8ff441375414" providerId="ADAL" clId="{305860EC-1216-40A8-882C-1B3BFD27570F}" dt="2024-04-24T00:12:03.827" v="1222" actId="165"/>
          <ac:grpSpMkLst>
            <pc:docMk/>
            <pc:sldMk cId="2967180200" sldId="384"/>
            <ac:grpSpMk id="74" creationId="{93F69D6A-9B91-B021-3233-A3401A00EF46}"/>
          </ac:grpSpMkLst>
        </pc:grpChg>
        <pc:grpChg chg="add mod topLvl">
          <ac:chgData name="Mengmeng Ge" userId="bb5bc401-97cb-4caf-9857-8ff441375414" providerId="ADAL" clId="{305860EC-1216-40A8-882C-1B3BFD27570F}" dt="2024-04-24T00:14:09.281" v="1291" actId="1076"/>
          <ac:grpSpMkLst>
            <pc:docMk/>
            <pc:sldMk cId="2967180200" sldId="384"/>
            <ac:grpSpMk id="80" creationId="{1EB3E4A0-288A-198E-6586-7E9D339CA567}"/>
          </ac:grpSpMkLst>
        </pc:grpChg>
        <pc:grpChg chg="add mod topLvl">
          <ac:chgData name="Mengmeng Ge" userId="bb5bc401-97cb-4caf-9857-8ff441375414" providerId="ADAL" clId="{305860EC-1216-40A8-882C-1B3BFD27570F}" dt="2024-04-24T00:14:09.281" v="1291" actId="1076"/>
          <ac:grpSpMkLst>
            <pc:docMk/>
            <pc:sldMk cId="2967180200" sldId="384"/>
            <ac:grpSpMk id="81" creationId="{C8F9A1F9-E892-C1F0-1F16-B239B3DF3031}"/>
          </ac:grpSpMkLst>
        </pc:grpChg>
        <pc:grpChg chg="add mod">
          <ac:chgData name="Mengmeng Ge" userId="bb5bc401-97cb-4caf-9857-8ff441375414" providerId="ADAL" clId="{305860EC-1216-40A8-882C-1B3BFD27570F}" dt="2024-04-24T00:13:20.857" v="1257" actId="164"/>
          <ac:grpSpMkLst>
            <pc:docMk/>
            <pc:sldMk cId="2967180200" sldId="384"/>
            <ac:grpSpMk id="88" creationId="{F8F6F0F1-DF73-C1C7-BBED-27CCECD1B909}"/>
          </ac:grpSpMkLst>
        </pc:grpChg>
        <pc:grpChg chg="add mod">
          <ac:chgData name="Mengmeng Ge" userId="bb5bc401-97cb-4caf-9857-8ff441375414" providerId="ADAL" clId="{305860EC-1216-40A8-882C-1B3BFD27570F}" dt="2024-04-24T00:14:09.281" v="1291" actId="1076"/>
          <ac:grpSpMkLst>
            <pc:docMk/>
            <pc:sldMk cId="2967180200" sldId="384"/>
            <ac:grpSpMk id="89" creationId="{2939EBF1-DBEF-7416-883B-8AB3E7DF45D9}"/>
          </ac:grpSpMkLst>
        </pc:grpChg>
        <pc:grpChg chg="add mod">
          <ac:chgData name="Mengmeng Ge" userId="bb5bc401-97cb-4caf-9857-8ff441375414" providerId="ADAL" clId="{305860EC-1216-40A8-882C-1B3BFD27570F}" dt="2024-04-24T00:14:09.281" v="1291" actId="1076"/>
          <ac:grpSpMkLst>
            <pc:docMk/>
            <pc:sldMk cId="2967180200" sldId="384"/>
            <ac:grpSpMk id="90" creationId="{01EF53D9-774A-2DCC-3BE1-0407DF360EE0}"/>
          </ac:grpSpMkLst>
        </pc:grpChg>
        <pc:grpChg chg="add mod">
          <ac:chgData name="Mengmeng Ge" userId="bb5bc401-97cb-4caf-9857-8ff441375414" providerId="ADAL" clId="{305860EC-1216-40A8-882C-1B3BFD27570F}" dt="2024-04-24T00:14:09.281" v="1291" actId="1076"/>
          <ac:grpSpMkLst>
            <pc:docMk/>
            <pc:sldMk cId="2967180200" sldId="384"/>
            <ac:grpSpMk id="91" creationId="{3B8C21EA-B5F7-E10F-AF7B-946BD1CC2512}"/>
          </ac:grpSpMkLst>
        </pc:grpChg>
        <pc:grpChg chg="mod">
          <ac:chgData name="Mengmeng Ge" userId="bb5bc401-97cb-4caf-9857-8ff441375414" providerId="ADAL" clId="{305860EC-1216-40A8-882C-1B3BFD27570F}" dt="2024-04-23T22:11:26.617" v="306" actId="14100"/>
          <ac:grpSpMkLst>
            <pc:docMk/>
            <pc:sldMk cId="2967180200" sldId="384"/>
            <ac:grpSpMk id="233516" creationId="{00000000-0000-0000-0000-000000000000}"/>
          </ac:grpSpMkLst>
        </pc:grpChg>
        <pc:grpChg chg="mod">
          <ac:chgData name="Mengmeng Ge" userId="bb5bc401-97cb-4caf-9857-8ff441375414" providerId="ADAL" clId="{305860EC-1216-40A8-882C-1B3BFD27570F}" dt="2024-04-23T22:11:26.617" v="306" actId="14100"/>
          <ac:grpSpMkLst>
            <pc:docMk/>
            <pc:sldMk cId="2967180200" sldId="384"/>
            <ac:grpSpMk id="233517" creationId="{00000000-0000-0000-0000-000000000000}"/>
          </ac:grpSpMkLst>
        </pc:grpChg>
        <pc:grpChg chg="mod">
          <ac:chgData name="Mengmeng Ge" userId="bb5bc401-97cb-4caf-9857-8ff441375414" providerId="ADAL" clId="{305860EC-1216-40A8-882C-1B3BFD27570F}" dt="2024-04-23T22:11:26.617" v="306" actId="14100"/>
          <ac:grpSpMkLst>
            <pc:docMk/>
            <pc:sldMk cId="2967180200" sldId="384"/>
            <ac:grpSpMk id="233522" creationId="{00000000-0000-0000-0000-000000000000}"/>
          </ac:grpSpMkLst>
        </pc:grpChg>
        <pc:grpChg chg="del mod">
          <ac:chgData name="Mengmeng Ge" userId="bb5bc401-97cb-4caf-9857-8ff441375414" providerId="ADAL" clId="{305860EC-1216-40A8-882C-1B3BFD27570F}" dt="2024-04-23T22:05:20.803" v="231" actId="478"/>
          <ac:grpSpMkLst>
            <pc:docMk/>
            <pc:sldMk cId="2967180200" sldId="384"/>
            <ac:grpSpMk id="233531" creationId="{00000000-0000-0000-0000-000000000000}"/>
          </ac:grpSpMkLst>
        </pc:grpChg>
        <pc:grpChg chg="mod">
          <ac:chgData name="Mengmeng Ge" userId="bb5bc401-97cb-4caf-9857-8ff441375414" providerId="ADAL" clId="{305860EC-1216-40A8-882C-1B3BFD27570F}" dt="2024-04-23T22:11:26.617" v="306" actId="14100"/>
          <ac:grpSpMkLst>
            <pc:docMk/>
            <pc:sldMk cId="2967180200" sldId="384"/>
            <ac:grpSpMk id="233559" creationId="{00000000-0000-0000-0000-000000000000}"/>
          </ac:grpSpMkLst>
        </pc:grpChg>
        <pc:grpChg chg="mod">
          <ac:chgData name="Mengmeng Ge" userId="bb5bc401-97cb-4caf-9857-8ff441375414" providerId="ADAL" clId="{305860EC-1216-40A8-882C-1B3BFD27570F}" dt="2024-04-23T22:11:26.617" v="306" actId="14100"/>
          <ac:grpSpMkLst>
            <pc:docMk/>
            <pc:sldMk cId="2967180200" sldId="384"/>
            <ac:grpSpMk id="233560" creationId="{00000000-0000-0000-0000-000000000000}"/>
          </ac:grpSpMkLst>
        </pc:grpChg>
        <pc:grpChg chg="del mod">
          <ac:chgData name="Mengmeng Ge" userId="bb5bc401-97cb-4caf-9857-8ff441375414" providerId="ADAL" clId="{305860EC-1216-40A8-882C-1B3BFD27570F}" dt="2024-04-23T22:05:28.311" v="234" actId="478"/>
          <ac:grpSpMkLst>
            <pc:docMk/>
            <pc:sldMk cId="2967180200" sldId="384"/>
            <ac:grpSpMk id="233584" creationId="{00000000-0000-0000-0000-000000000000}"/>
          </ac:grpSpMkLst>
        </pc:grpChg>
        <pc:picChg chg="del">
          <ac:chgData name="Mengmeng Ge" userId="bb5bc401-97cb-4caf-9857-8ff441375414" providerId="ADAL" clId="{305860EC-1216-40A8-882C-1B3BFD27570F}" dt="2024-04-24T00:10:04.648" v="1196" actId="478"/>
          <ac:picMkLst>
            <pc:docMk/>
            <pc:sldMk cId="2967180200" sldId="384"/>
            <ac:picMk id="3" creationId="{27B0082B-8E4F-0BEF-CDE1-3576ABDB6879}"/>
          </ac:picMkLst>
        </pc:picChg>
      </pc:sldChg>
      <pc:sldChg chg="modSp mod chgLayout">
        <pc:chgData name="Mengmeng Ge" userId="bb5bc401-97cb-4caf-9857-8ff441375414" providerId="ADAL" clId="{305860EC-1216-40A8-882C-1B3BFD27570F}" dt="2024-04-23T23:11:00.529" v="719" actId="20577"/>
        <pc:sldMkLst>
          <pc:docMk/>
          <pc:sldMk cId="240469607" sldId="385"/>
        </pc:sldMkLst>
        <pc:spChg chg="mod ord">
          <ac:chgData name="Mengmeng Ge" userId="bb5bc401-97cb-4caf-9857-8ff441375414" providerId="ADAL" clId="{305860EC-1216-40A8-882C-1B3BFD27570F}" dt="2024-04-23T22:27:40.986" v="538" actId="700"/>
          <ac:spMkLst>
            <pc:docMk/>
            <pc:sldMk cId="240469607" sldId="385"/>
            <ac:spMk id="5" creationId="{00000000-0000-0000-0000-000000000000}"/>
          </ac:spMkLst>
        </pc:spChg>
        <pc:spChg chg="mod ord">
          <ac:chgData name="Mengmeng Ge" userId="bb5bc401-97cb-4caf-9857-8ff441375414" providerId="ADAL" clId="{305860EC-1216-40A8-882C-1B3BFD27570F}" dt="2024-04-23T23:11:00.529" v="719" actId="20577"/>
          <ac:spMkLst>
            <pc:docMk/>
            <pc:sldMk cId="240469607" sldId="385"/>
            <ac:spMk id="246786" creationId="{00000000-0000-0000-0000-000000000000}"/>
          </ac:spMkLst>
        </pc:spChg>
        <pc:spChg chg="mod ord">
          <ac:chgData name="Mengmeng Ge" userId="bb5bc401-97cb-4caf-9857-8ff441375414" providerId="ADAL" clId="{305860EC-1216-40A8-882C-1B3BFD27570F}" dt="2024-04-23T23:07:27.623" v="615" actId="20577"/>
          <ac:spMkLst>
            <pc:docMk/>
            <pc:sldMk cId="240469607" sldId="385"/>
            <ac:spMk id="246787" creationId="{00000000-0000-0000-0000-000000000000}"/>
          </ac:spMkLst>
        </pc:spChg>
      </pc:sldChg>
      <pc:sldChg chg="del">
        <pc:chgData name="Mengmeng Ge" userId="bb5bc401-97cb-4caf-9857-8ff441375414" providerId="ADAL" clId="{305860EC-1216-40A8-882C-1B3BFD27570F}" dt="2024-04-23T05:07:20.248" v="104" actId="47"/>
        <pc:sldMkLst>
          <pc:docMk/>
          <pc:sldMk cId="3529259706" sldId="386"/>
        </pc:sldMkLst>
      </pc:sldChg>
      <pc:sldChg chg="del">
        <pc:chgData name="Mengmeng Ge" userId="bb5bc401-97cb-4caf-9857-8ff441375414" providerId="ADAL" clId="{305860EC-1216-40A8-882C-1B3BFD27570F}" dt="2024-04-23T05:07:18.530" v="103" actId="47"/>
        <pc:sldMkLst>
          <pc:docMk/>
          <pc:sldMk cId="2916004679" sldId="387"/>
        </pc:sldMkLst>
      </pc:sldChg>
      <pc:sldChg chg="modSp del mod">
        <pc:chgData name="Mengmeng Ge" userId="bb5bc401-97cb-4caf-9857-8ff441375414" providerId="ADAL" clId="{305860EC-1216-40A8-882C-1B3BFD27570F}" dt="2024-04-23T23:11:05.758" v="720" actId="47"/>
        <pc:sldMkLst>
          <pc:docMk/>
          <pc:sldMk cId="3895282829" sldId="388"/>
        </pc:sldMkLst>
        <pc:spChg chg="mod">
          <ac:chgData name="Mengmeng Ge" userId="bb5bc401-97cb-4caf-9857-8ff441375414" providerId="ADAL" clId="{305860EC-1216-40A8-882C-1B3BFD27570F}" dt="2024-04-23T23:08:49.871" v="688" actId="21"/>
          <ac:spMkLst>
            <pc:docMk/>
            <pc:sldMk cId="3895282829" sldId="388"/>
            <ac:spMk id="348163" creationId="{00000000-0000-0000-0000-000000000000}"/>
          </ac:spMkLst>
        </pc:spChg>
      </pc:sldChg>
      <pc:sldChg chg="delSp modSp mod modNotesTx">
        <pc:chgData name="Mengmeng Ge" userId="bb5bc401-97cb-4caf-9857-8ff441375414" providerId="ADAL" clId="{305860EC-1216-40A8-882C-1B3BFD27570F}" dt="2024-04-23T23:29:53.310" v="1195" actId="14100"/>
        <pc:sldMkLst>
          <pc:docMk/>
          <pc:sldMk cId="3134525737" sldId="389"/>
        </pc:sldMkLst>
        <pc:spChg chg="mod">
          <ac:chgData name="Mengmeng Ge" userId="bb5bc401-97cb-4caf-9857-8ff441375414" providerId="ADAL" clId="{305860EC-1216-40A8-882C-1B3BFD27570F}" dt="2024-04-23T23:21:25.914" v="811"/>
          <ac:spMkLst>
            <pc:docMk/>
            <pc:sldMk cId="3134525737" sldId="389"/>
            <ac:spMk id="348162" creationId="{00000000-0000-0000-0000-000000000000}"/>
          </ac:spMkLst>
        </pc:spChg>
        <pc:spChg chg="mod">
          <ac:chgData name="Mengmeng Ge" userId="bb5bc401-97cb-4caf-9857-8ff441375414" providerId="ADAL" clId="{305860EC-1216-40A8-882C-1B3BFD27570F}" dt="2024-04-23T23:29:53.310" v="1195" actId="14100"/>
          <ac:spMkLst>
            <pc:docMk/>
            <pc:sldMk cId="3134525737" sldId="389"/>
            <ac:spMk id="348163" creationId="{00000000-0000-0000-0000-000000000000}"/>
          </ac:spMkLst>
        </pc:spChg>
        <pc:grpChg chg="del mod">
          <ac:chgData name="Mengmeng Ge" userId="bb5bc401-97cb-4caf-9857-8ff441375414" providerId="ADAL" clId="{305860EC-1216-40A8-882C-1B3BFD27570F}" dt="2024-04-23T23:19:05.557" v="772" actId="478"/>
          <ac:grpSpMkLst>
            <pc:docMk/>
            <pc:sldMk cId="3134525737" sldId="389"/>
            <ac:grpSpMk id="2" creationId="{00000000-0000-0000-0000-000000000000}"/>
          </ac:grpSpMkLst>
        </pc:grpChg>
      </pc:sldChg>
      <pc:sldChg chg="addSp delSp modSp mod chgLayout">
        <pc:chgData name="Mengmeng Ge" userId="bb5bc401-97cb-4caf-9857-8ff441375414" providerId="ADAL" clId="{305860EC-1216-40A8-882C-1B3BFD27570F}" dt="2024-04-24T02:11:46.496" v="2240" actId="1036"/>
        <pc:sldMkLst>
          <pc:docMk/>
          <pc:sldMk cId="3824655394" sldId="391"/>
        </pc:sldMkLst>
        <pc:spChg chg="mod ord">
          <ac:chgData name="Mengmeng Ge" userId="bb5bc401-97cb-4caf-9857-8ff441375414" providerId="ADAL" clId="{305860EC-1216-40A8-882C-1B3BFD27570F}" dt="2024-04-24T00:37:56.854" v="1292" actId="700"/>
          <ac:spMkLst>
            <pc:docMk/>
            <pc:sldMk cId="3824655394" sldId="391"/>
            <ac:spMk id="5" creationId="{00000000-0000-0000-0000-000000000000}"/>
          </ac:spMkLst>
        </pc:spChg>
        <pc:spChg chg="add mod">
          <ac:chgData name="Mengmeng Ge" userId="bb5bc401-97cb-4caf-9857-8ff441375414" providerId="ADAL" clId="{305860EC-1216-40A8-882C-1B3BFD27570F}" dt="2024-04-24T02:11:43.018" v="2239" actId="1076"/>
          <ac:spMkLst>
            <pc:docMk/>
            <pc:sldMk cId="3824655394" sldId="391"/>
            <ac:spMk id="8" creationId="{1F2380E2-6D64-1198-E09A-16A758E87B51}"/>
          </ac:spMkLst>
        </pc:spChg>
        <pc:spChg chg="mod ord">
          <ac:chgData name="Mengmeng Ge" userId="bb5bc401-97cb-4caf-9857-8ff441375414" providerId="ADAL" clId="{305860EC-1216-40A8-882C-1B3BFD27570F}" dt="2024-04-24T01:04:16.388" v="1551" actId="20577"/>
          <ac:spMkLst>
            <pc:docMk/>
            <pc:sldMk cId="3824655394" sldId="391"/>
            <ac:spMk id="622594" creationId="{00000000-0000-0000-0000-000000000000}"/>
          </ac:spMkLst>
        </pc:spChg>
        <pc:spChg chg="mod ord">
          <ac:chgData name="Mengmeng Ge" userId="bb5bc401-97cb-4caf-9857-8ff441375414" providerId="ADAL" clId="{305860EC-1216-40A8-882C-1B3BFD27570F}" dt="2024-04-24T01:10:24.597" v="1591" actId="255"/>
          <ac:spMkLst>
            <pc:docMk/>
            <pc:sldMk cId="3824655394" sldId="391"/>
            <ac:spMk id="622595" creationId="{00000000-0000-0000-0000-000000000000}"/>
          </ac:spMkLst>
        </pc:spChg>
        <pc:picChg chg="add del mod">
          <ac:chgData name="Mengmeng Ge" userId="bb5bc401-97cb-4caf-9857-8ff441375414" providerId="ADAL" clId="{305860EC-1216-40A8-882C-1B3BFD27570F}" dt="2024-04-24T02:09:47.784" v="2224" actId="478"/>
          <ac:picMkLst>
            <pc:docMk/>
            <pc:sldMk cId="3824655394" sldId="391"/>
            <ac:picMk id="3" creationId="{E35A1E75-2396-3D4A-FE21-F5583A5DA655}"/>
          </ac:picMkLst>
        </pc:picChg>
        <pc:picChg chg="add mod">
          <ac:chgData name="Mengmeng Ge" userId="bb5bc401-97cb-4caf-9857-8ff441375414" providerId="ADAL" clId="{305860EC-1216-40A8-882C-1B3BFD27570F}" dt="2024-04-24T02:11:46.496" v="2240" actId="1036"/>
          <ac:picMkLst>
            <pc:docMk/>
            <pc:sldMk cId="3824655394" sldId="391"/>
            <ac:picMk id="6" creationId="{6EB74838-76C4-67A2-F534-6E6C51E235AF}"/>
          </ac:picMkLst>
        </pc:picChg>
      </pc:sldChg>
      <pc:sldChg chg="addSp delSp modSp mod modAnim">
        <pc:chgData name="Mengmeng Ge" userId="bb5bc401-97cb-4caf-9857-8ff441375414" providerId="ADAL" clId="{305860EC-1216-40A8-882C-1B3BFD27570F}" dt="2024-04-24T01:17:47.792" v="1697" actId="1036"/>
        <pc:sldMkLst>
          <pc:docMk/>
          <pc:sldMk cId="3608595056" sldId="392"/>
        </pc:sldMkLst>
        <pc:spChg chg="del mod">
          <ac:chgData name="Mengmeng Ge" userId="bb5bc401-97cb-4caf-9857-8ff441375414" providerId="ADAL" clId="{305860EC-1216-40A8-882C-1B3BFD27570F}" dt="2024-04-24T01:11:39.800" v="1614" actId="478"/>
          <ac:spMkLst>
            <pc:docMk/>
            <pc:sldMk cId="3608595056" sldId="392"/>
            <ac:spMk id="2" creationId="{00000000-0000-0000-0000-000000000000}"/>
          </ac:spMkLst>
        </pc:spChg>
        <pc:spChg chg="del mod">
          <ac:chgData name="Mengmeng Ge" userId="bb5bc401-97cb-4caf-9857-8ff441375414" providerId="ADAL" clId="{305860EC-1216-40A8-882C-1B3BFD27570F}" dt="2024-04-24T01:11:39.800" v="1614" actId="478"/>
          <ac:spMkLst>
            <pc:docMk/>
            <pc:sldMk cId="3608595056" sldId="392"/>
            <ac:spMk id="3" creationId="{00000000-0000-0000-0000-000000000000}"/>
          </ac:spMkLst>
        </pc:spChg>
        <pc:spChg chg="del mod">
          <ac:chgData name="Mengmeng Ge" userId="bb5bc401-97cb-4caf-9857-8ff441375414" providerId="ADAL" clId="{305860EC-1216-40A8-882C-1B3BFD27570F}" dt="2024-04-24T01:11:39.800" v="1614" actId="478"/>
          <ac:spMkLst>
            <pc:docMk/>
            <pc:sldMk cId="3608595056" sldId="392"/>
            <ac:spMk id="7" creationId="{00000000-0000-0000-0000-000000000000}"/>
          </ac:spMkLst>
        </pc:spChg>
        <pc:spChg chg="add mod">
          <ac:chgData name="Mengmeng Ge" userId="bb5bc401-97cb-4caf-9857-8ff441375414" providerId="ADAL" clId="{305860EC-1216-40A8-882C-1B3BFD27570F}" dt="2024-04-24T01:12:17.850" v="1620" actId="20577"/>
          <ac:spMkLst>
            <pc:docMk/>
            <pc:sldMk cId="3608595056" sldId="392"/>
            <ac:spMk id="8" creationId="{725D7FDC-D61B-CA93-D76A-E0541A87621E}"/>
          </ac:spMkLst>
        </pc:spChg>
        <pc:spChg chg="mod">
          <ac:chgData name="Mengmeng Ge" userId="bb5bc401-97cb-4caf-9857-8ff441375414" providerId="ADAL" clId="{305860EC-1216-40A8-882C-1B3BFD27570F}" dt="2024-04-24T01:10:39.460" v="1594" actId="20577"/>
          <ac:spMkLst>
            <pc:docMk/>
            <pc:sldMk cId="3608595056" sldId="392"/>
            <ac:spMk id="623618" creationId="{00000000-0000-0000-0000-000000000000}"/>
          </ac:spMkLst>
        </pc:spChg>
        <pc:spChg chg="mod">
          <ac:chgData name="Mengmeng Ge" userId="bb5bc401-97cb-4caf-9857-8ff441375414" providerId="ADAL" clId="{305860EC-1216-40A8-882C-1B3BFD27570F}" dt="2024-04-24T01:17:43.679" v="1696" actId="20577"/>
          <ac:spMkLst>
            <pc:docMk/>
            <pc:sldMk cId="3608595056" sldId="392"/>
            <ac:spMk id="623620" creationId="{00000000-0000-0000-0000-000000000000}"/>
          </ac:spMkLst>
        </pc:spChg>
        <pc:picChg chg="add mod">
          <ac:chgData name="Mengmeng Ge" userId="bb5bc401-97cb-4caf-9857-8ff441375414" providerId="ADAL" clId="{305860EC-1216-40A8-882C-1B3BFD27570F}" dt="2024-04-24T01:17:47.792" v="1697" actId="1036"/>
          <ac:picMkLst>
            <pc:docMk/>
            <pc:sldMk cId="3608595056" sldId="392"/>
            <ac:picMk id="5" creationId="{F24966E3-2C85-BB72-0395-16B8F4A03B9B}"/>
          </ac:picMkLst>
        </pc:picChg>
        <pc:picChg chg="del mod">
          <ac:chgData name="Mengmeng Ge" userId="bb5bc401-97cb-4caf-9857-8ff441375414" providerId="ADAL" clId="{305860EC-1216-40A8-882C-1B3BFD27570F}" dt="2024-04-24T01:11:39.800" v="1614" actId="478"/>
          <ac:picMkLst>
            <pc:docMk/>
            <pc:sldMk cId="3608595056" sldId="392"/>
            <ac:picMk id="623619" creationId="{00000000-0000-0000-0000-000000000000}"/>
          </ac:picMkLst>
        </pc:picChg>
      </pc:sldChg>
      <pc:sldChg chg="modSp del mod">
        <pc:chgData name="Mengmeng Ge" userId="bb5bc401-97cb-4caf-9857-8ff441375414" providerId="ADAL" clId="{305860EC-1216-40A8-882C-1B3BFD27570F}" dt="2024-04-24T01:52:12.905" v="2109" actId="47"/>
        <pc:sldMkLst>
          <pc:docMk/>
          <pc:sldMk cId="4148615229" sldId="393"/>
        </pc:sldMkLst>
        <pc:grpChg chg="mod">
          <ac:chgData name="Mengmeng Ge" userId="bb5bc401-97cb-4caf-9857-8ff441375414" providerId="ADAL" clId="{305860EC-1216-40A8-882C-1B3BFD27570F}" dt="2024-04-24T01:36:19.982" v="1864" actId="1076"/>
          <ac:grpSpMkLst>
            <pc:docMk/>
            <pc:sldMk cId="4148615229" sldId="393"/>
            <ac:grpSpMk id="6" creationId="{00000000-0000-0000-0000-000000000000}"/>
          </ac:grpSpMkLst>
        </pc:grpChg>
      </pc:sldChg>
      <pc:sldChg chg="del">
        <pc:chgData name="Mengmeng Ge" userId="bb5bc401-97cb-4caf-9857-8ff441375414" providerId="ADAL" clId="{305860EC-1216-40A8-882C-1B3BFD27570F}" dt="2024-04-24T01:52:16.158" v="2110" actId="47"/>
        <pc:sldMkLst>
          <pc:docMk/>
          <pc:sldMk cId="2537425952" sldId="394"/>
        </pc:sldMkLst>
      </pc:sldChg>
      <pc:sldChg chg="addSp modSp mod modNotesTx">
        <pc:chgData name="Mengmeng Ge" userId="bb5bc401-97cb-4caf-9857-8ff441375414" providerId="ADAL" clId="{305860EC-1216-40A8-882C-1B3BFD27570F}" dt="2024-04-24T02:21:46.062" v="2305"/>
        <pc:sldMkLst>
          <pc:docMk/>
          <pc:sldMk cId="2680772904" sldId="395"/>
        </pc:sldMkLst>
        <pc:spChg chg="add mod">
          <ac:chgData name="Mengmeng Ge" userId="bb5bc401-97cb-4caf-9857-8ff441375414" providerId="ADAL" clId="{305860EC-1216-40A8-882C-1B3BFD27570F}" dt="2024-04-24T02:21:46.062" v="2305"/>
          <ac:spMkLst>
            <pc:docMk/>
            <pc:sldMk cId="2680772904" sldId="395"/>
            <ac:spMk id="2" creationId="{6425DE52-0FD8-A5DE-1287-FF03D4D9648F}"/>
          </ac:spMkLst>
        </pc:spChg>
        <pc:spChg chg="mod">
          <ac:chgData name="Mengmeng Ge" userId="bb5bc401-97cb-4caf-9857-8ff441375414" providerId="ADAL" clId="{305860EC-1216-40A8-882C-1B3BFD27570F}" dt="2024-04-24T02:12:32.678" v="2242" actId="948"/>
          <ac:spMkLst>
            <pc:docMk/>
            <pc:sldMk cId="2680772904" sldId="395"/>
            <ac:spMk id="625667" creationId="{00000000-0000-0000-0000-000000000000}"/>
          </ac:spMkLst>
        </pc:spChg>
      </pc:sldChg>
      <pc:sldChg chg="modSp mod chgLayout">
        <pc:chgData name="Mengmeng Ge" userId="bb5bc401-97cb-4caf-9857-8ff441375414" providerId="ADAL" clId="{305860EC-1216-40A8-882C-1B3BFD27570F}" dt="2024-04-24T02:13:13.320" v="2250" actId="20577"/>
        <pc:sldMkLst>
          <pc:docMk/>
          <pc:sldMk cId="742021170" sldId="396"/>
        </pc:sldMkLst>
        <pc:spChg chg="mod ord">
          <ac:chgData name="Mengmeng Ge" userId="bb5bc401-97cb-4caf-9857-8ff441375414" providerId="ADAL" clId="{305860EC-1216-40A8-882C-1B3BFD27570F}" dt="2024-04-24T02:13:13.320" v="2250" actId="20577"/>
          <ac:spMkLst>
            <pc:docMk/>
            <pc:sldMk cId="742021170" sldId="396"/>
            <ac:spMk id="2" creationId="{00000000-0000-0000-0000-000000000000}"/>
          </ac:spMkLst>
        </pc:spChg>
        <pc:spChg chg="mod ord">
          <ac:chgData name="Mengmeng Ge" userId="bb5bc401-97cb-4caf-9857-8ff441375414" providerId="ADAL" clId="{305860EC-1216-40A8-882C-1B3BFD27570F}" dt="2024-04-24T02:12:46.609" v="2243" actId="700"/>
          <ac:spMkLst>
            <pc:docMk/>
            <pc:sldMk cId="742021170" sldId="396"/>
            <ac:spMk id="3" creationId="{00000000-0000-0000-0000-000000000000}"/>
          </ac:spMkLst>
        </pc:spChg>
        <pc:spChg chg="mod ord">
          <ac:chgData name="Mengmeng Ge" userId="bb5bc401-97cb-4caf-9857-8ff441375414" providerId="ADAL" clId="{305860EC-1216-40A8-882C-1B3BFD27570F}" dt="2024-04-24T02:12:46.609" v="2243" actId="700"/>
          <ac:spMkLst>
            <pc:docMk/>
            <pc:sldMk cId="742021170" sldId="396"/>
            <ac:spMk id="4" creationId="{00000000-0000-0000-0000-000000000000}"/>
          </ac:spMkLst>
        </pc:spChg>
      </pc:sldChg>
      <pc:sldChg chg="addSp delSp modSp mod chgLayout">
        <pc:chgData name="Mengmeng Ge" userId="bb5bc401-97cb-4caf-9857-8ff441375414" providerId="ADAL" clId="{305860EC-1216-40A8-882C-1B3BFD27570F}" dt="2024-04-24T02:21:08.600" v="2304" actId="478"/>
        <pc:sldMkLst>
          <pc:docMk/>
          <pc:sldMk cId="1114109738" sldId="397"/>
        </pc:sldMkLst>
        <pc:spChg chg="ord">
          <ac:chgData name="Mengmeng Ge" userId="bb5bc401-97cb-4caf-9857-8ff441375414" providerId="ADAL" clId="{305860EC-1216-40A8-882C-1B3BFD27570F}" dt="2024-04-24T02:15:37.708" v="2254" actId="167"/>
          <ac:spMkLst>
            <pc:docMk/>
            <pc:sldMk cId="1114109738" sldId="397"/>
            <ac:spMk id="2" creationId="{00000000-0000-0000-0000-000000000000}"/>
          </ac:spMkLst>
        </pc:spChg>
        <pc:spChg chg="add del mod ord">
          <ac:chgData name="Mengmeng Ge" userId="bb5bc401-97cb-4caf-9857-8ff441375414" providerId="ADAL" clId="{305860EC-1216-40A8-882C-1B3BFD27570F}" dt="2024-04-24T02:14:42.008" v="2252" actId="478"/>
          <ac:spMkLst>
            <pc:docMk/>
            <pc:sldMk cId="1114109738" sldId="397"/>
            <ac:spMk id="3" creationId="{1B7E5DCA-EED6-3961-6A8B-E0E3E09CC059}"/>
          </ac:spMkLst>
        </pc:spChg>
        <pc:spChg chg="mod ord">
          <ac:chgData name="Mengmeng Ge" userId="bb5bc401-97cb-4caf-9857-8ff441375414" providerId="ADAL" clId="{305860EC-1216-40A8-882C-1B3BFD27570F}" dt="2024-04-24T02:14:39.133" v="2251" actId="700"/>
          <ac:spMkLst>
            <pc:docMk/>
            <pc:sldMk cId="1114109738" sldId="397"/>
            <ac:spMk id="213" creationId="{00000000-0000-0000-0000-000000000000}"/>
          </ac:spMkLst>
        </pc:spChg>
        <pc:spChg chg="mod ord">
          <ac:chgData name="Mengmeng Ge" userId="bb5bc401-97cb-4caf-9857-8ff441375414" providerId="ADAL" clId="{305860EC-1216-40A8-882C-1B3BFD27570F}" dt="2024-04-24T02:19:48.581" v="2296" actId="20577"/>
          <ac:spMkLst>
            <pc:docMk/>
            <pc:sldMk cId="1114109738" sldId="397"/>
            <ac:spMk id="626690" creationId="{00000000-0000-0000-0000-000000000000}"/>
          </ac:spMkLst>
        </pc:spChg>
        <pc:spChg chg="mod">
          <ac:chgData name="Mengmeng Ge" userId="bb5bc401-97cb-4caf-9857-8ff441375414" providerId="ADAL" clId="{305860EC-1216-40A8-882C-1B3BFD27570F}" dt="2024-04-24T02:15:05.160" v="2253" actId="20577"/>
          <ac:spMkLst>
            <pc:docMk/>
            <pc:sldMk cId="1114109738" sldId="397"/>
            <ac:spMk id="626881" creationId="{00000000-0000-0000-0000-000000000000}"/>
          </ac:spMkLst>
        </pc:spChg>
        <pc:picChg chg="add del mod">
          <ac:chgData name="Mengmeng Ge" userId="bb5bc401-97cb-4caf-9857-8ff441375414" providerId="ADAL" clId="{305860EC-1216-40A8-882C-1B3BFD27570F}" dt="2024-04-24T02:21:08.600" v="2304" actId="478"/>
          <ac:picMkLst>
            <pc:docMk/>
            <pc:sldMk cId="1114109738" sldId="397"/>
            <ac:picMk id="5" creationId="{907CA75A-5CD8-2EBB-E830-9674257BC91F}"/>
          </ac:picMkLst>
        </pc:picChg>
      </pc:sldChg>
      <pc:sldChg chg="addSp delSp modSp del mod">
        <pc:chgData name="Mengmeng Ge" userId="bb5bc401-97cb-4caf-9857-8ff441375414" providerId="ADAL" clId="{305860EC-1216-40A8-882C-1B3BFD27570F}" dt="2024-04-24T02:21:50.290" v="2306" actId="47"/>
        <pc:sldMkLst>
          <pc:docMk/>
          <pc:sldMk cId="3087640778" sldId="398"/>
        </pc:sldMkLst>
        <pc:spChg chg="mod">
          <ac:chgData name="Mengmeng Ge" userId="bb5bc401-97cb-4caf-9857-8ff441375414" providerId="ADAL" clId="{305860EC-1216-40A8-882C-1B3BFD27570F}" dt="2024-04-24T02:19:46.091" v="2295" actId="20577"/>
          <ac:spMkLst>
            <pc:docMk/>
            <pc:sldMk cId="3087640778" sldId="398"/>
            <ac:spMk id="2" creationId="{00000000-0000-0000-0000-000000000000}"/>
          </ac:spMkLst>
        </pc:spChg>
        <pc:spChg chg="add mod">
          <ac:chgData name="Mengmeng Ge" userId="bb5bc401-97cb-4caf-9857-8ff441375414" providerId="ADAL" clId="{305860EC-1216-40A8-882C-1B3BFD27570F}" dt="2024-04-24T02:18:55.120" v="2269" actId="1076"/>
          <ac:spMkLst>
            <pc:docMk/>
            <pc:sldMk cId="3087640778" sldId="398"/>
            <ac:spMk id="7" creationId="{5CFEADF9-A2F6-3FC9-BBD8-7AB9311B36A9}"/>
          </ac:spMkLst>
        </pc:spChg>
        <pc:picChg chg="del mod">
          <ac:chgData name="Mengmeng Ge" userId="bb5bc401-97cb-4caf-9857-8ff441375414" providerId="ADAL" clId="{305860EC-1216-40A8-882C-1B3BFD27570F}" dt="2024-04-24T02:18:40.015" v="2256" actId="478"/>
          <ac:picMkLst>
            <pc:docMk/>
            <pc:sldMk cId="3087640778" sldId="398"/>
            <ac:picMk id="5" creationId="{00000000-0000-0000-0000-000000000000}"/>
          </ac:picMkLst>
        </pc:picChg>
      </pc:sldChg>
      <pc:sldChg chg="modSp del mod">
        <pc:chgData name="Mengmeng Ge" userId="bb5bc401-97cb-4caf-9857-8ff441375414" providerId="ADAL" clId="{305860EC-1216-40A8-882C-1B3BFD27570F}" dt="2024-04-24T02:20:28.986" v="2300" actId="47"/>
        <pc:sldMkLst>
          <pc:docMk/>
          <pc:sldMk cId="758409483" sldId="399"/>
        </pc:sldMkLst>
        <pc:spChg chg="mod">
          <ac:chgData name="Mengmeng Ge" userId="bb5bc401-97cb-4caf-9857-8ff441375414" providerId="ADAL" clId="{305860EC-1216-40A8-882C-1B3BFD27570F}" dt="2024-04-24T02:20:19.594" v="2297" actId="21"/>
          <ac:spMkLst>
            <pc:docMk/>
            <pc:sldMk cId="758409483" sldId="399"/>
            <ac:spMk id="3" creationId="{00000000-0000-0000-0000-000000000000}"/>
          </ac:spMkLst>
        </pc:spChg>
      </pc:sldChg>
      <pc:sldChg chg="modSp mod">
        <pc:chgData name="Mengmeng Ge" userId="bb5bc401-97cb-4caf-9857-8ff441375414" providerId="ADAL" clId="{305860EC-1216-40A8-882C-1B3BFD27570F}" dt="2024-04-22T22:23:28.623" v="58" actId="20577"/>
        <pc:sldMkLst>
          <pc:docMk/>
          <pc:sldMk cId="606395498" sldId="632"/>
        </pc:sldMkLst>
        <pc:spChg chg="mod">
          <ac:chgData name="Mengmeng Ge" userId="bb5bc401-97cb-4caf-9857-8ff441375414" providerId="ADAL" clId="{305860EC-1216-40A8-882C-1B3BFD27570F}" dt="2024-04-22T22:23:28.623" v="58" actId="20577"/>
          <ac:spMkLst>
            <pc:docMk/>
            <pc:sldMk cId="606395498" sldId="632"/>
            <ac:spMk id="3" creationId="{00000000-0000-0000-0000-000000000000}"/>
          </ac:spMkLst>
        </pc:spChg>
      </pc:sldChg>
      <pc:sldChg chg="addSp modSp new mod modNotesTx">
        <pc:chgData name="Mengmeng Ge" userId="bb5bc401-97cb-4caf-9857-8ff441375414" providerId="ADAL" clId="{305860EC-1216-40A8-882C-1B3BFD27570F}" dt="2024-04-23T05:09:55.800" v="126" actId="20577"/>
        <pc:sldMkLst>
          <pc:docMk/>
          <pc:sldMk cId="3655079009" sldId="661"/>
        </pc:sldMkLst>
        <pc:spChg chg="mod">
          <ac:chgData name="Mengmeng Ge" userId="bb5bc401-97cb-4caf-9857-8ff441375414" providerId="ADAL" clId="{305860EC-1216-40A8-882C-1B3BFD27570F}" dt="2024-04-23T05:00:38.179" v="102" actId="20577"/>
          <ac:spMkLst>
            <pc:docMk/>
            <pc:sldMk cId="3655079009" sldId="661"/>
            <ac:spMk id="2" creationId="{E79CF63A-5295-248D-A024-37BB494E700B}"/>
          </ac:spMkLst>
        </pc:spChg>
        <pc:spChg chg="mod">
          <ac:chgData name="Mengmeng Ge" userId="bb5bc401-97cb-4caf-9857-8ff441375414" providerId="ADAL" clId="{305860EC-1216-40A8-882C-1B3BFD27570F}" dt="2024-04-23T05:08:33.326" v="107" actId="14100"/>
          <ac:spMkLst>
            <pc:docMk/>
            <pc:sldMk cId="3655079009" sldId="661"/>
            <ac:spMk id="3" creationId="{824EFABC-F97D-1F6E-D162-31CED457466D}"/>
          </ac:spMkLst>
        </pc:spChg>
        <pc:spChg chg="add mod">
          <ac:chgData name="Mengmeng Ge" userId="bb5bc401-97cb-4caf-9857-8ff441375414" providerId="ADAL" clId="{305860EC-1216-40A8-882C-1B3BFD27570F}" dt="2024-04-23T05:09:07.908" v="122" actId="1076"/>
          <ac:spMkLst>
            <pc:docMk/>
            <pc:sldMk cId="3655079009" sldId="661"/>
            <ac:spMk id="6" creationId="{8F205643-C2D1-C0F9-C2E4-D1471A1F91A7}"/>
          </ac:spMkLst>
        </pc:spChg>
        <pc:picChg chg="add mod">
          <ac:chgData name="Mengmeng Ge" userId="bb5bc401-97cb-4caf-9857-8ff441375414" providerId="ADAL" clId="{305860EC-1216-40A8-882C-1B3BFD27570F}" dt="2024-04-23T05:08:37.977" v="109" actId="1076"/>
          <ac:picMkLst>
            <pc:docMk/>
            <pc:sldMk cId="3655079009" sldId="661"/>
            <ac:picMk id="1026" creationId="{0F325E42-094F-FE36-263B-7110DCD3828D}"/>
          </ac:picMkLst>
        </pc:picChg>
      </pc:sldChg>
      <pc:sldChg chg="modSp mod modNotesTx">
        <pc:chgData name="Mengmeng Ge" userId="bb5bc401-97cb-4caf-9857-8ff441375414" providerId="ADAL" clId="{305860EC-1216-40A8-882C-1B3BFD27570F}" dt="2024-04-23T23:28:36.111" v="1164" actId="20577"/>
        <pc:sldMkLst>
          <pc:docMk/>
          <pc:sldMk cId="3002826988" sldId="663"/>
        </pc:sldMkLst>
        <pc:spChg chg="mod">
          <ac:chgData name="Mengmeng Ge" userId="bb5bc401-97cb-4caf-9857-8ff441375414" providerId="ADAL" clId="{305860EC-1216-40A8-882C-1B3BFD27570F}" dt="2024-04-23T23:28:36.111" v="1164" actId="20577"/>
          <ac:spMkLst>
            <pc:docMk/>
            <pc:sldMk cId="3002826988" sldId="663"/>
            <ac:spMk id="2" creationId="{DE552BA0-AC1C-11EC-BBE3-6242E34723A1}"/>
          </ac:spMkLst>
        </pc:spChg>
      </pc:sldChg>
      <pc:sldChg chg="addSp modSp new mod">
        <pc:chgData name="Mengmeng Ge" userId="bb5bc401-97cb-4caf-9857-8ff441375414" providerId="ADAL" clId="{305860EC-1216-40A8-882C-1B3BFD27570F}" dt="2024-04-23T23:29:26.747" v="1190" actId="1076"/>
        <pc:sldMkLst>
          <pc:docMk/>
          <pc:sldMk cId="1499971915" sldId="664"/>
        </pc:sldMkLst>
        <pc:spChg chg="mod">
          <ac:chgData name="Mengmeng Ge" userId="bb5bc401-97cb-4caf-9857-8ff441375414" providerId="ADAL" clId="{305860EC-1216-40A8-882C-1B3BFD27570F}" dt="2024-04-23T23:28:19.427" v="1145"/>
          <ac:spMkLst>
            <pc:docMk/>
            <pc:sldMk cId="1499971915" sldId="664"/>
            <ac:spMk id="2" creationId="{8DE2C7F1-7ADB-EEB5-749D-B057A867EA71}"/>
          </ac:spMkLst>
        </pc:spChg>
        <pc:spChg chg="mod">
          <ac:chgData name="Mengmeng Ge" userId="bb5bc401-97cb-4caf-9857-8ff441375414" providerId="ADAL" clId="{305860EC-1216-40A8-882C-1B3BFD27570F}" dt="2024-04-23T23:28:08.679" v="1143" actId="255"/>
          <ac:spMkLst>
            <pc:docMk/>
            <pc:sldMk cId="1499971915" sldId="664"/>
            <ac:spMk id="3" creationId="{F3A70BF5-3A2B-2599-6304-1CA2BAEDF04E}"/>
          </ac:spMkLst>
        </pc:spChg>
        <pc:spChg chg="add mod">
          <ac:chgData name="Mengmeng Ge" userId="bb5bc401-97cb-4caf-9857-8ff441375414" providerId="ADAL" clId="{305860EC-1216-40A8-882C-1B3BFD27570F}" dt="2024-04-23T23:29:21.221" v="1188" actId="1076"/>
          <ac:spMkLst>
            <pc:docMk/>
            <pc:sldMk cId="1499971915" sldId="664"/>
            <ac:spMk id="6" creationId="{F6BE68A4-C9E2-D57A-09A5-78BE9A39E9B3}"/>
          </ac:spMkLst>
        </pc:spChg>
        <pc:picChg chg="add mod">
          <ac:chgData name="Mengmeng Ge" userId="bb5bc401-97cb-4caf-9857-8ff441375414" providerId="ADAL" clId="{305860EC-1216-40A8-882C-1B3BFD27570F}" dt="2024-04-23T23:29:26.747" v="1190" actId="1076"/>
          <ac:picMkLst>
            <pc:docMk/>
            <pc:sldMk cId="1499971915" sldId="664"/>
            <ac:picMk id="1026" creationId="{3F2346E4-1D2F-26BD-4985-1C4B5AA35B69}"/>
          </ac:picMkLst>
        </pc:picChg>
      </pc:sldChg>
      <pc:sldChg chg="addSp delSp modSp new mod modNotesTx">
        <pc:chgData name="Mengmeng Ge" userId="bb5bc401-97cb-4caf-9857-8ff441375414" providerId="ADAL" clId="{305860EC-1216-40A8-882C-1B3BFD27570F}" dt="2024-04-24T01:59:13.531" v="2223" actId="207"/>
        <pc:sldMkLst>
          <pc:docMk/>
          <pc:sldMk cId="249287668" sldId="665"/>
        </pc:sldMkLst>
        <pc:spChg chg="mod">
          <ac:chgData name="Mengmeng Ge" userId="bb5bc401-97cb-4caf-9857-8ff441375414" providerId="ADAL" clId="{305860EC-1216-40A8-882C-1B3BFD27570F}" dt="2024-04-24T01:20:44.352" v="1717" actId="20577"/>
          <ac:spMkLst>
            <pc:docMk/>
            <pc:sldMk cId="249287668" sldId="665"/>
            <ac:spMk id="2" creationId="{B5839CA0-E5CC-84FF-4920-5124AAB5124B}"/>
          </ac:spMkLst>
        </pc:spChg>
        <pc:spChg chg="del">
          <ac:chgData name="Mengmeng Ge" userId="bb5bc401-97cb-4caf-9857-8ff441375414" providerId="ADAL" clId="{305860EC-1216-40A8-882C-1B3BFD27570F}" dt="2024-04-24T01:20:32.670" v="1699" actId="478"/>
          <ac:spMkLst>
            <pc:docMk/>
            <pc:sldMk cId="249287668" sldId="665"/>
            <ac:spMk id="3" creationId="{F1AB4F2F-41E8-2010-94A1-C9EBB9EAE05C}"/>
          </ac:spMkLst>
        </pc:spChg>
        <pc:spChg chg="add mod">
          <ac:chgData name="Mengmeng Ge" userId="bb5bc401-97cb-4caf-9857-8ff441375414" providerId="ADAL" clId="{305860EC-1216-40A8-882C-1B3BFD27570F}" dt="2024-04-24T01:22:20.596" v="1742" actId="20577"/>
          <ac:spMkLst>
            <pc:docMk/>
            <pc:sldMk cId="249287668" sldId="665"/>
            <ac:spMk id="8" creationId="{70728FFB-B8A0-22FD-8E4F-915AF35294BA}"/>
          </ac:spMkLst>
        </pc:spChg>
        <pc:spChg chg="add del mod">
          <ac:chgData name="Mengmeng Ge" userId="bb5bc401-97cb-4caf-9857-8ff441375414" providerId="ADAL" clId="{305860EC-1216-40A8-882C-1B3BFD27570F}" dt="2024-04-24T01:30:14.345" v="1756" actId="478"/>
          <ac:spMkLst>
            <pc:docMk/>
            <pc:sldMk cId="249287668" sldId="665"/>
            <ac:spMk id="9" creationId="{48798F11-954C-9495-5971-7C7C4A2FA200}"/>
          </ac:spMkLst>
        </pc:spChg>
        <pc:spChg chg="add mod">
          <ac:chgData name="Mengmeng Ge" userId="bb5bc401-97cb-4caf-9857-8ff441375414" providerId="ADAL" clId="{305860EC-1216-40A8-882C-1B3BFD27570F}" dt="2024-04-24T01:31:35.172" v="1765" actId="207"/>
          <ac:spMkLst>
            <pc:docMk/>
            <pc:sldMk cId="249287668" sldId="665"/>
            <ac:spMk id="10" creationId="{B8E5A728-5324-B4B6-DDCA-BEFA39D0D711}"/>
          </ac:spMkLst>
        </pc:spChg>
        <pc:spChg chg="add mod">
          <ac:chgData name="Mengmeng Ge" userId="bb5bc401-97cb-4caf-9857-8ff441375414" providerId="ADAL" clId="{305860EC-1216-40A8-882C-1B3BFD27570F}" dt="2024-04-24T01:32:10.830" v="1772" actId="14100"/>
          <ac:spMkLst>
            <pc:docMk/>
            <pc:sldMk cId="249287668" sldId="665"/>
            <ac:spMk id="11" creationId="{CAEC0000-89EE-8CF7-6E88-74FD59E83A62}"/>
          </ac:spMkLst>
        </pc:spChg>
        <pc:spChg chg="add mod">
          <ac:chgData name="Mengmeng Ge" userId="bb5bc401-97cb-4caf-9857-8ff441375414" providerId="ADAL" clId="{305860EC-1216-40A8-882C-1B3BFD27570F}" dt="2024-04-24T01:58:54.039" v="2221" actId="207"/>
          <ac:spMkLst>
            <pc:docMk/>
            <pc:sldMk cId="249287668" sldId="665"/>
            <ac:spMk id="12" creationId="{28EF37D0-E44E-643D-5DD2-96D86F814356}"/>
          </ac:spMkLst>
        </pc:spChg>
        <pc:spChg chg="add mod">
          <ac:chgData name="Mengmeng Ge" userId="bb5bc401-97cb-4caf-9857-8ff441375414" providerId="ADAL" clId="{305860EC-1216-40A8-882C-1B3BFD27570F}" dt="2024-04-24T01:34:53.114" v="1813" actId="1076"/>
          <ac:spMkLst>
            <pc:docMk/>
            <pc:sldMk cId="249287668" sldId="665"/>
            <ac:spMk id="13" creationId="{C574DC5B-CB21-3469-C0A2-DF06FAA9A3CD}"/>
          </ac:spMkLst>
        </pc:spChg>
        <pc:spChg chg="add mod">
          <ac:chgData name="Mengmeng Ge" userId="bb5bc401-97cb-4caf-9857-8ff441375414" providerId="ADAL" clId="{305860EC-1216-40A8-882C-1B3BFD27570F}" dt="2024-04-24T01:34:31.619" v="1809" actId="1076"/>
          <ac:spMkLst>
            <pc:docMk/>
            <pc:sldMk cId="249287668" sldId="665"/>
            <ac:spMk id="14" creationId="{DC663C49-AEF2-5B4D-07D3-39AB7972E93D}"/>
          </ac:spMkLst>
        </pc:spChg>
        <pc:spChg chg="add mod">
          <ac:chgData name="Mengmeng Ge" userId="bb5bc401-97cb-4caf-9857-8ff441375414" providerId="ADAL" clId="{305860EC-1216-40A8-882C-1B3BFD27570F}" dt="2024-04-24T01:58:47.011" v="2220" actId="207"/>
          <ac:spMkLst>
            <pc:docMk/>
            <pc:sldMk cId="249287668" sldId="665"/>
            <ac:spMk id="15" creationId="{26624B65-9D38-F41A-9706-BEAAB61B5102}"/>
          </ac:spMkLst>
        </pc:spChg>
        <pc:spChg chg="add mod">
          <ac:chgData name="Mengmeng Ge" userId="bb5bc401-97cb-4caf-9857-8ff441375414" providerId="ADAL" clId="{305860EC-1216-40A8-882C-1B3BFD27570F}" dt="2024-04-24T01:37:47.312" v="1873" actId="14100"/>
          <ac:spMkLst>
            <pc:docMk/>
            <pc:sldMk cId="249287668" sldId="665"/>
            <ac:spMk id="16" creationId="{A1FCF9D8-56F8-F69E-91FF-BA3DC3BE1A7F}"/>
          </ac:spMkLst>
        </pc:spChg>
        <pc:spChg chg="add mod">
          <ac:chgData name="Mengmeng Ge" userId="bb5bc401-97cb-4caf-9857-8ff441375414" providerId="ADAL" clId="{305860EC-1216-40A8-882C-1B3BFD27570F}" dt="2024-04-24T01:37:34.779" v="1871" actId="1076"/>
          <ac:spMkLst>
            <pc:docMk/>
            <pc:sldMk cId="249287668" sldId="665"/>
            <ac:spMk id="17" creationId="{EB25A1A5-CCD0-EC43-FC04-1C8BBDDDB798}"/>
          </ac:spMkLst>
        </pc:spChg>
        <pc:spChg chg="add mod">
          <ac:chgData name="Mengmeng Ge" userId="bb5bc401-97cb-4caf-9857-8ff441375414" providerId="ADAL" clId="{305860EC-1216-40A8-882C-1B3BFD27570F}" dt="2024-04-24T01:59:13.531" v="2223" actId="207"/>
          <ac:spMkLst>
            <pc:docMk/>
            <pc:sldMk cId="249287668" sldId="665"/>
            <ac:spMk id="18" creationId="{F418E930-A106-3C15-AF54-24AF4917A494}"/>
          </ac:spMkLst>
        </pc:spChg>
        <pc:spChg chg="add mod">
          <ac:chgData name="Mengmeng Ge" userId="bb5bc401-97cb-4caf-9857-8ff441375414" providerId="ADAL" clId="{305860EC-1216-40A8-882C-1B3BFD27570F}" dt="2024-04-24T01:49:09.793" v="2038" actId="208"/>
          <ac:spMkLst>
            <pc:docMk/>
            <pc:sldMk cId="249287668" sldId="665"/>
            <ac:spMk id="19" creationId="{10F43969-4678-B325-ED89-79F47A38425F}"/>
          </ac:spMkLst>
        </pc:spChg>
        <pc:spChg chg="add mod">
          <ac:chgData name="Mengmeng Ge" userId="bb5bc401-97cb-4caf-9857-8ff441375414" providerId="ADAL" clId="{305860EC-1216-40A8-882C-1B3BFD27570F}" dt="2024-04-24T01:49:17.144" v="2041" actId="14100"/>
          <ac:spMkLst>
            <pc:docMk/>
            <pc:sldMk cId="249287668" sldId="665"/>
            <ac:spMk id="20" creationId="{548C918A-5EC0-ABD6-4AEE-EA1EC2D2530D}"/>
          </ac:spMkLst>
        </pc:spChg>
        <pc:spChg chg="add mod">
          <ac:chgData name="Mengmeng Ge" userId="bb5bc401-97cb-4caf-9857-8ff441375414" providerId="ADAL" clId="{305860EC-1216-40A8-882C-1B3BFD27570F}" dt="2024-04-24T01:59:00.273" v="2222" actId="207"/>
          <ac:spMkLst>
            <pc:docMk/>
            <pc:sldMk cId="249287668" sldId="665"/>
            <ac:spMk id="21" creationId="{22D5DD0C-F8F2-6E74-2B38-C031C8730F32}"/>
          </ac:spMkLst>
        </pc:spChg>
        <pc:picChg chg="add mod ord">
          <ac:chgData name="Mengmeng Ge" userId="bb5bc401-97cb-4caf-9857-8ff441375414" providerId="ADAL" clId="{305860EC-1216-40A8-882C-1B3BFD27570F}" dt="2024-04-24T01:49:25.526" v="2044" actId="1076"/>
          <ac:picMkLst>
            <pc:docMk/>
            <pc:sldMk cId="249287668" sldId="665"/>
            <ac:picMk id="6" creationId="{78DAAF93-385B-1A7D-6D60-E30D79EB5CB0}"/>
          </ac:picMkLst>
        </pc:picChg>
        <pc:picChg chg="add mod ord">
          <ac:chgData name="Mengmeng Ge" userId="bb5bc401-97cb-4caf-9857-8ff441375414" providerId="ADAL" clId="{305860EC-1216-40A8-882C-1B3BFD27570F}" dt="2024-04-24T01:31:48.174" v="1766" actId="167"/>
          <ac:picMkLst>
            <pc:docMk/>
            <pc:sldMk cId="249287668" sldId="665"/>
            <ac:picMk id="7" creationId="{843CE035-1B36-8A1D-AC1E-346A6D1385DE}"/>
          </ac:picMkLst>
        </pc:picChg>
      </pc:sldChg>
      <pc:sldMasterChg chg="delSldLayout">
        <pc:chgData name="Mengmeng Ge" userId="bb5bc401-97cb-4caf-9857-8ff441375414" providerId="ADAL" clId="{305860EC-1216-40A8-882C-1B3BFD27570F}" dt="2024-04-24T01:52:16.158" v="2110" actId="47"/>
        <pc:sldMasterMkLst>
          <pc:docMk/>
          <pc:sldMasterMk cId="3806536233" sldId="2147483718"/>
        </pc:sldMasterMkLst>
        <pc:sldLayoutChg chg="del">
          <pc:chgData name="Mengmeng Ge" userId="bb5bc401-97cb-4caf-9857-8ff441375414" providerId="ADAL" clId="{305860EC-1216-40A8-882C-1B3BFD27570F}" dt="2024-04-24T01:52:16.158" v="2110" actId="47"/>
          <pc:sldLayoutMkLst>
            <pc:docMk/>
            <pc:sldMasterMk cId="3806536233" sldId="2147483718"/>
            <pc:sldLayoutMk cId="3202444371" sldId="2147483733"/>
          </pc:sldLayoutMkLst>
        </pc:sldLayoutChg>
      </pc:sldMasterChg>
    </pc:docChg>
  </pc:docChgLst>
  <pc:docChgLst>
    <pc:chgData name="Mengmeng Ge" userId="bb5bc401-97cb-4caf-9857-8ff441375414" providerId="ADAL" clId="{4E081FB8-C47D-429E-80BF-1814F4FF9812}"/>
    <pc:docChg chg="modSld">
      <pc:chgData name="Mengmeng Ge" userId="bb5bc401-97cb-4caf-9857-8ff441375414" providerId="ADAL" clId="{4E081FB8-C47D-429E-80BF-1814F4FF9812}" dt="2024-07-04T03:59:48.218" v="17" actId="20577"/>
      <pc:docMkLst>
        <pc:docMk/>
      </pc:docMkLst>
      <pc:sldChg chg="modSp mod">
        <pc:chgData name="Mengmeng Ge" userId="bb5bc401-97cb-4caf-9857-8ff441375414" providerId="ADAL" clId="{4E081FB8-C47D-429E-80BF-1814F4FF9812}" dt="2024-07-04T01:57:00.460" v="15" actId="20577"/>
        <pc:sldMkLst>
          <pc:docMk/>
          <pc:sldMk cId="606395498" sldId="632"/>
        </pc:sldMkLst>
        <pc:spChg chg="mod">
          <ac:chgData name="Mengmeng Ge" userId="bb5bc401-97cb-4caf-9857-8ff441375414" providerId="ADAL" clId="{4E081FB8-C47D-429E-80BF-1814F4FF9812}" dt="2024-07-04T01:57:00.460" v="15" actId="20577"/>
          <ac:spMkLst>
            <pc:docMk/>
            <pc:sldMk cId="606395498" sldId="632"/>
            <ac:spMk id="3" creationId="{00000000-0000-0000-0000-000000000000}"/>
          </ac:spMkLst>
        </pc:spChg>
      </pc:sldChg>
      <pc:sldChg chg="modSp mod">
        <pc:chgData name="Mengmeng Ge" userId="bb5bc401-97cb-4caf-9857-8ff441375414" providerId="ADAL" clId="{4E081FB8-C47D-429E-80BF-1814F4FF9812}" dt="2024-07-04T03:59:48.218" v="17" actId="20577"/>
        <pc:sldMkLst>
          <pc:docMk/>
          <pc:sldMk cId="3655079009" sldId="661"/>
        </pc:sldMkLst>
        <pc:spChg chg="mod">
          <ac:chgData name="Mengmeng Ge" userId="bb5bc401-97cb-4caf-9857-8ff441375414" providerId="ADAL" clId="{4E081FB8-C47D-429E-80BF-1814F4FF9812}" dt="2024-07-04T03:59:48.218" v="17" actId="20577"/>
          <ac:spMkLst>
            <pc:docMk/>
            <pc:sldMk cId="3655079009" sldId="661"/>
            <ac:spMk id="2" creationId="{E79CF63A-5295-248D-A024-37BB494E700B}"/>
          </ac:spMkLst>
        </pc:spChg>
      </pc:sldChg>
    </pc:docChg>
  </pc:docChgLst>
  <pc:docChgLst>
    <pc:chgData name="Mengmeng Ge" userId="bb5bc401-97cb-4caf-9857-8ff441375414" providerId="ADAL" clId="{FE8E8028-711E-4BD0-84B2-9D18258AA3DC}"/>
    <pc:docChg chg="undo custSel addSld delSld modSld sldOrd">
      <pc:chgData name="Mengmeng Ge" userId="bb5bc401-97cb-4caf-9857-8ff441375414" providerId="ADAL" clId="{FE8E8028-711E-4BD0-84B2-9D18258AA3DC}" dt="2024-09-19T21:31:46.236" v="5171" actId="5793"/>
      <pc:docMkLst>
        <pc:docMk/>
      </pc:docMkLst>
      <pc:sldChg chg="addSp delSp modSp del mod modClrScheme delAnim chgLayout">
        <pc:chgData name="Mengmeng Ge" userId="bb5bc401-97cb-4caf-9857-8ff441375414" providerId="ADAL" clId="{FE8E8028-711E-4BD0-84B2-9D18258AA3DC}" dt="2024-09-12T22:30:29.537" v="100" actId="47"/>
        <pc:sldMkLst>
          <pc:docMk/>
          <pc:sldMk cId="290241034" sldId="277"/>
        </pc:sldMkLst>
        <pc:spChg chg="add mod ord">
          <ac:chgData name="Mengmeng Ge" userId="bb5bc401-97cb-4caf-9857-8ff441375414" providerId="ADAL" clId="{FE8E8028-711E-4BD0-84B2-9D18258AA3DC}" dt="2024-09-12T22:26:40.605" v="69" actId="700"/>
          <ac:spMkLst>
            <pc:docMk/>
            <pc:sldMk cId="290241034" sldId="277"/>
            <ac:spMk id="2" creationId="{6F0E0A56-C249-8400-7487-7EAA271FA9BE}"/>
          </ac:spMkLst>
        </pc:spChg>
        <pc:spChg chg="add mod ord">
          <ac:chgData name="Mengmeng Ge" userId="bb5bc401-97cb-4caf-9857-8ff441375414" providerId="ADAL" clId="{FE8E8028-711E-4BD0-84B2-9D18258AA3DC}" dt="2024-09-12T22:26:40.605" v="69" actId="700"/>
          <ac:spMkLst>
            <pc:docMk/>
            <pc:sldMk cId="290241034" sldId="277"/>
            <ac:spMk id="3" creationId="{DF0CDD90-1823-441B-B7C6-BEE1916888C4}"/>
          </ac:spMkLst>
        </pc:spChg>
        <pc:spChg chg="del">
          <ac:chgData name="Mengmeng Ge" userId="bb5bc401-97cb-4caf-9857-8ff441375414" providerId="ADAL" clId="{FE8E8028-711E-4BD0-84B2-9D18258AA3DC}" dt="2024-09-12T22:28:06.495" v="70" actId="21"/>
          <ac:spMkLst>
            <pc:docMk/>
            <pc:sldMk cId="290241034" sldId="277"/>
            <ac:spMk id="4" creationId="{00000000-0000-0000-0000-000000000000}"/>
          </ac:spMkLst>
        </pc:spChg>
        <pc:spChg chg="mod ord">
          <ac:chgData name="Mengmeng Ge" userId="bb5bc401-97cb-4caf-9857-8ff441375414" providerId="ADAL" clId="{FE8E8028-711E-4BD0-84B2-9D18258AA3DC}" dt="2024-09-12T22:26:40.605" v="69" actId="700"/>
          <ac:spMkLst>
            <pc:docMk/>
            <pc:sldMk cId="290241034" sldId="277"/>
            <ac:spMk id="116" creationId="{00000000-0000-0000-0000-000000000000}"/>
          </ac:spMkLst>
        </pc:spChg>
        <pc:spChg chg="del mod ord">
          <ac:chgData name="Mengmeng Ge" userId="bb5bc401-97cb-4caf-9857-8ff441375414" providerId="ADAL" clId="{FE8E8028-711E-4BD0-84B2-9D18258AA3DC}" dt="2024-09-12T22:26:40.605" v="69" actId="700"/>
          <ac:spMkLst>
            <pc:docMk/>
            <pc:sldMk cId="290241034" sldId="277"/>
            <ac:spMk id="587899" creationId="{00000000-0000-0000-0000-000000000000}"/>
          </ac:spMkLst>
        </pc:spChg>
      </pc:sldChg>
      <pc:sldChg chg="modAnim">
        <pc:chgData name="Mengmeng Ge" userId="bb5bc401-97cb-4caf-9857-8ff441375414" providerId="ADAL" clId="{FE8E8028-711E-4BD0-84B2-9D18258AA3DC}" dt="2024-09-18T00:37:24.372" v="3689"/>
        <pc:sldMkLst>
          <pc:docMk/>
          <pc:sldMk cId="1242753105" sldId="280"/>
        </pc:sldMkLst>
      </pc:sldChg>
      <pc:sldChg chg="modNotesTx">
        <pc:chgData name="Mengmeng Ge" userId="bb5bc401-97cb-4caf-9857-8ff441375414" providerId="ADAL" clId="{FE8E8028-711E-4BD0-84B2-9D18258AA3DC}" dt="2024-09-18T00:47:45.150" v="3690" actId="20577"/>
        <pc:sldMkLst>
          <pc:docMk/>
          <pc:sldMk cId="1370772238" sldId="282"/>
        </pc:sldMkLst>
      </pc:sldChg>
      <pc:sldChg chg="modNotesTx">
        <pc:chgData name="Mengmeng Ge" userId="bb5bc401-97cb-4caf-9857-8ff441375414" providerId="ADAL" clId="{FE8E8028-711E-4BD0-84B2-9D18258AA3DC}" dt="2024-09-18T00:50:33.742" v="3794" actId="113"/>
        <pc:sldMkLst>
          <pc:docMk/>
          <pc:sldMk cId="2990081435" sldId="283"/>
        </pc:sldMkLst>
      </pc:sldChg>
      <pc:sldChg chg="modNotesTx">
        <pc:chgData name="Mengmeng Ge" userId="bb5bc401-97cb-4caf-9857-8ff441375414" providerId="ADAL" clId="{FE8E8028-711E-4BD0-84B2-9D18258AA3DC}" dt="2024-09-18T22:29:36.802" v="4225" actId="20577"/>
        <pc:sldMkLst>
          <pc:docMk/>
          <pc:sldMk cId="1383121707" sldId="289"/>
        </pc:sldMkLst>
      </pc:sldChg>
      <pc:sldChg chg="modNotesTx">
        <pc:chgData name="Mengmeng Ge" userId="bb5bc401-97cb-4caf-9857-8ff441375414" providerId="ADAL" clId="{FE8E8028-711E-4BD0-84B2-9D18258AA3DC}" dt="2024-09-18T22:34:10.377" v="4240" actId="5793"/>
        <pc:sldMkLst>
          <pc:docMk/>
          <pc:sldMk cId="2116842467" sldId="290"/>
        </pc:sldMkLst>
      </pc:sldChg>
      <pc:sldChg chg="addSp delSp modSp mod modClrScheme chgLayout modNotesTx">
        <pc:chgData name="Mengmeng Ge" userId="bb5bc401-97cb-4caf-9857-8ff441375414" providerId="ADAL" clId="{FE8E8028-711E-4BD0-84B2-9D18258AA3DC}" dt="2024-09-13T00:54:06.974" v="1671" actId="20577"/>
        <pc:sldMkLst>
          <pc:docMk/>
          <pc:sldMk cId="4000961430" sldId="365"/>
        </pc:sldMkLst>
        <pc:spChg chg="mod ord">
          <ac:chgData name="Mengmeng Ge" userId="bb5bc401-97cb-4caf-9857-8ff441375414" providerId="ADAL" clId="{FE8E8028-711E-4BD0-84B2-9D18258AA3DC}" dt="2024-09-13T00:44:49.304" v="1450" actId="700"/>
          <ac:spMkLst>
            <pc:docMk/>
            <pc:sldMk cId="4000961430" sldId="365"/>
            <ac:spMk id="2" creationId="{00000000-0000-0000-0000-000000000000}"/>
          </ac:spMkLst>
        </pc:spChg>
        <pc:spChg chg="del">
          <ac:chgData name="Mengmeng Ge" userId="bb5bc401-97cb-4caf-9857-8ff441375414" providerId="ADAL" clId="{FE8E8028-711E-4BD0-84B2-9D18258AA3DC}" dt="2024-09-13T00:43:34.352" v="1338" actId="478"/>
          <ac:spMkLst>
            <pc:docMk/>
            <pc:sldMk cId="4000961430" sldId="365"/>
            <ac:spMk id="3" creationId="{00000000-0000-0000-0000-000000000000}"/>
          </ac:spMkLst>
        </pc:spChg>
        <pc:spChg chg="del">
          <ac:chgData name="Mengmeng Ge" userId="bb5bc401-97cb-4caf-9857-8ff441375414" providerId="ADAL" clId="{FE8E8028-711E-4BD0-84B2-9D18258AA3DC}" dt="2024-09-13T00:43:36.812" v="1339" actId="478"/>
          <ac:spMkLst>
            <pc:docMk/>
            <pc:sldMk cId="4000961430" sldId="365"/>
            <ac:spMk id="4" creationId="{00000000-0000-0000-0000-000000000000}"/>
          </ac:spMkLst>
        </pc:spChg>
        <pc:spChg chg="mod ord">
          <ac:chgData name="Mengmeng Ge" userId="bb5bc401-97cb-4caf-9857-8ff441375414" providerId="ADAL" clId="{FE8E8028-711E-4BD0-84B2-9D18258AA3DC}" dt="2024-09-13T00:44:49.304" v="1450" actId="700"/>
          <ac:spMkLst>
            <pc:docMk/>
            <pc:sldMk cId="4000961430" sldId="365"/>
            <ac:spMk id="5" creationId="{00000000-0000-0000-0000-000000000000}"/>
          </ac:spMkLst>
        </pc:spChg>
        <pc:spChg chg="mod">
          <ac:chgData name="Mengmeng Ge" userId="bb5bc401-97cb-4caf-9857-8ff441375414" providerId="ADAL" clId="{FE8E8028-711E-4BD0-84B2-9D18258AA3DC}" dt="2024-09-13T00:45:24.544" v="1458" actId="1076"/>
          <ac:spMkLst>
            <pc:docMk/>
            <pc:sldMk cId="4000961430" sldId="365"/>
            <ac:spMk id="7" creationId="{00000000-0000-0000-0000-000000000000}"/>
          </ac:spMkLst>
        </pc:spChg>
        <pc:spChg chg="mod">
          <ac:chgData name="Mengmeng Ge" userId="bb5bc401-97cb-4caf-9857-8ff441375414" providerId="ADAL" clId="{FE8E8028-711E-4BD0-84B2-9D18258AA3DC}" dt="2024-09-13T00:45:24.544" v="1458" actId="1076"/>
          <ac:spMkLst>
            <pc:docMk/>
            <pc:sldMk cId="4000961430" sldId="365"/>
            <ac:spMk id="8" creationId="{00000000-0000-0000-0000-000000000000}"/>
          </ac:spMkLst>
        </pc:spChg>
        <pc:spChg chg="mod">
          <ac:chgData name="Mengmeng Ge" userId="bb5bc401-97cb-4caf-9857-8ff441375414" providerId="ADAL" clId="{FE8E8028-711E-4BD0-84B2-9D18258AA3DC}" dt="2024-09-13T00:45:24.544" v="1458" actId="1076"/>
          <ac:spMkLst>
            <pc:docMk/>
            <pc:sldMk cId="4000961430" sldId="365"/>
            <ac:spMk id="9" creationId="{00000000-0000-0000-0000-000000000000}"/>
          </ac:spMkLst>
        </pc:spChg>
        <pc:spChg chg="mod">
          <ac:chgData name="Mengmeng Ge" userId="bb5bc401-97cb-4caf-9857-8ff441375414" providerId="ADAL" clId="{FE8E8028-711E-4BD0-84B2-9D18258AA3DC}" dt="2024-09-13T00:45:24.544" v="1458" actId="1076"/>
          <ac:spMkLst>
            <pc:docMk/>
            <pc:sldMk cId="4000961430" sldId="365"/>
            <ac:spMk id="10" creationId="{00000000-0000-0000-0000-000000000000}"/>
          </ac:spMkLst>
        </pc:spChg>
        <pc:spChg chg="mod">
          <ac:chgData name="Mengmeng Ge" userId="bb5bc401-97cb-4caf-9857-8ff441375414" providerId="ADAL" clId="{FE8E8028-711E-4BD0-84B2-9D18258AA3DC}" dt="2024-09-13T00:45:24.544" v="1458" actId="1076"/>
          <ac:spMkLst>
            <pc:docMk/>
            <pc:sldMk cId="4000961430" sldId="365"/>
            <ac:spMk id="11" creationId="{00000000-0000-0000-0000-000000000000}"/>
          </ac:spMkLst>
        </pc:spChg>
        <pc:spChg chg="mod">
          <ac:chgData name="Mengmeng Ge" userId="bb5bc401-97cb-4caf-9857-8ff441375414" providerId="ADAL" clId="{FE8E8028-711E-4BD0-84B2-9D18258AA3DC}" dt="2024-09-13T00:45:24.544" v="1458" actId="1076"/>
          <ac:spMkLst>
            <pc:docMk/>
            <pc:sldMk cId="4000961430" sldId="365"/>
            <ac:spMk id="12" creationId="{00000000-0000-0000-0000-000000000000}"/>
          </ac:spMkLst>
        </pc:spChg>
        <pc:spChg chg="mod">
          <ac:chgData name="Mengmeng Ge" userId="bb5bc401-97cb-4caf-9857-8ff441375414" providerId="ADAL" clId="{FE8E8028-711E-4BD0-84B2-9D18258AA3DC}" dt="2024-09-13T00:45:24.544" v="1458" actId="1076"/>
          <ac:spMkLst>
            <pc:docMk/>
            <pc:sldMk cId="4000961430" sldId="365"/>
            <ac:spMk id="13" creationId="{00000000-0000-0000-0000-000000000000}"/>
          </ac:spMkLst>
        </pc:spChg>
        <pc:spChg chg="mod">
          <ac:chgData name="Mengmeng Ge" userId="bb5bc401-97cb-4caf-9857-8ff441375414" providerId="ADAL" clId="{FE8E8028-711E-4BD0-84B2-9D18258AA3DC}" dt="2024-09-13T00:45:25.886" v="1459" actId="21"/>
          <ac:spMkLst>
            <pc:docMk/>
            <pc:sldMk cId="4000961430" sldId="365"/>
            <ac:spMk id="14" creationId="{00000000-0000-0000-0000-000000000000}"/>
          </ac:spMkLst>
        </pc:spChg>
        <pc:spChg chg="mod">
          <ac:chgData name="Mengmeng Ge" userId="bb5bc401-97cb-4caf-9857-8ff441375414" providerId="ADAL" clId="{FE8E8028-711E-4BD0-84B2-9D18258AA3DC}" dt="2024-09-13T00:45:53.488" v="1509" actId="21"/>
          <ac:spMkLst>
            <pc:docMk/>
            <pc:sldMk cId="4000961430" sldId="365"/>
            <ac:spMk id="15" creationId="{00000000-0000-0000-0000-000000000000}"/>
          </ac:spMkLst>
        </pc:spChg>
        <pc:spChg chg="mod">
          <ac:chgData name="Mengmeng Ge" userId="bb5bc401-97cb-4caf-9857-8ff441375414" providerId="ADAL" clId="{FE8E8028-711E-4BD0-84B2-9D18258AA3DC}" dt="2024-09-13T00:45:24.544" v="1458" actId="1076"/>
          <ac:spMkLst>
            <pc:docMk/>
            <pc:sldMk cId="4000961430" sldId="365"/>
            <ac:spMk id="16" creationId="{00000000-0000-0000-0000-000000000000}"/>
          </ac:spMkLst>
        </pc:spChg>
        <pc:spChg chg="mod">
          <ac:chgData name="Mengmeng Ge" userId="bb5bc401-97cb-4caf-9857-8ff441375414" providerId="ADAL" clId="{FE8E8028-711E-4BD0-84B2-9D18258AA3DC}" dt="2024-09-13T00:45:24.544" v="1458" actId="1076"/>
          <ac:spMkLst>
            <pc:docMk/>
            <pc:sldMk cId="4000961430" sldId="365"/>
            <ac:spMk id="17" creationId="{00000000-0000-0000-0000-000000000000}"/>
          </ac:spMkLst>
        </pc:spChg>
        <pc:spChg chg="mod">
          <ac:chgData name="Mengmeng Ge" userId="bb5bc401-97cb-4caf-9857-8ff441375414" providerId="ADAL" clId="{FE8E8028-711E-4BD0-84B2-9D18258AA3DC}" dt="2024-09-13T00:45:24.544" v="1458" actId="1076"/>
          <ac:spMkLst>
            <pc:docMk/>
            <pc:sldMk cId="4000961430" sldId="365"/>
            <ac:spMk id="18" creationId="{00000000-0000-0000-0000-000000000000}"/>
          </ac:spMkLst>
        </pc:spChg>
        <pc:spChg chg="add del mod">
          <ac:chgData name="Mengmeng Ge" userId="bb5bc401-97cb-4caf-9857-8ff441375414" providerId="ADAL" clId="{FE8E8028-711E-4BD0-84B2-9D18258AA3DC}" dt="2024-09-13T00:44:47.011" v="1449"/>
          <ac:spMkLst>
            <pc:docMk/>
            <pc:sldMk cId="4000961430" sldId="365"/>
            <ac:spMk id="20" creationId="{1ACC3226-C35F-B8DD-C459-80E16AE963CE}"/>
          </ac:spMkLst>
        </pc:spChg>
        <pc:spChg chg="add del mod ord">
          <ac:chgData name="Mengmeng Ge" userId="bb5bc401-97cb-4caf-9857-8ff441375414" providerId="ADAL" clId="{FE8E8028-711E-4BD0-84B2-9D18258AA3DC}" dt="2024-09-13T00:50:21.893" v="1591" actId="12084"/>
          <ac:spMkLst>
            <pc:docMk/>
            <pc:sldMk cId="4000961430" sldId="365"/>
            <ac:spMk id="21" creationId="{3E84366D-804D-CE65-5CD0-04FDD94777A3}"/>
          </ac:spMkLst>
        </pc:spChg>
        <pc:grpChg chg="del mod">
          <ac:chgData name="Mengmeng Ge" userId="bb5bc401-97cb-4caf-9857-8ff441375414" providerId="ADAL" clId="{FE8E8028-711E-4BD0-84B2-9D18258AA3DC}" dt="2024-09-13T00:49:21.841" v="1584" actId="478"/>
          <ac:grpSpMkLst>
            <pc:docMk/>
            <pc:sldMk cId="4000961430" sldId="365"/>
            <ac:grpSpMk id="6" creationId="{00000000-0000-0000-0000-000000000000}"/>
          </ac:grpSpMkLst>
        </pc:grpChg>
        <pc:graphicFrameChg chg="add mod modGraphic">
          <ac:chgData name="Mengmeng Ge" userId="bb5bc401-97cb-4caf-9857-8ff441375414" providerId="ADAL" clId="{FE8E8028-711E-4BD0-84B2-9D18258AA3DC}" dt="2024-09-13T00:54:06.974" v="1671" actId="20577"/>
          <ac:graphicFrameMkLst>
            <pc:docMk/>
            <pc:sldMk cId="4000961430" sldId="365"/>
            <ac:graphicFrameMk id="22" creationId="{539FA18F-4DAF-2A10-54C4-890CAE93076E}"/>
          </ac:graphicFrameMkLst>
        </pc:graphicFrameChg>
      </pc:sldChg>
      <pc:sldChg chg="addSp delSp modSp mod modClrScheme chgLayout modNotesTx">
        <pc:chgData name="Mengmeng Ge" userId="bb5bc401-97cb-4caf-9857-8ff441375414" providerId="ADAL" clId="{FE8E8028-711E-4BD0-84B2-9D18258AA3DC}" dt="2024-09-13T00:35:59.379" v="1023" actId="208"/>
        <pc:sldMkLst>
          <pc:docMk/>
          <pc:sldMk cId="2293653073" sldId="366"/>
        </pc:sldMkLst>
        <pc:spChg chg="mod">
          <ac:chgData name="Mengmeng Ge" userId="bb5bc401-97cb-4caf-9857-8ff441375414" providerId="ADAL" clId="{FE8E8028-711E-4BD0-84B2-9D18258AA3DC}" dt="2024-09-12T22:31:55.654" v="244" actId="1035"/>
          <ac:spMkLst>
            <pc:docMk/>
            <pc:sldMk cId="2293653073" sldId="366"/>
            <ac:spMk id="2" creationId="{00000000-0000-0000-0000-000000000000}"/>
          </ac:spMkLst>
        </pc:spChg>
        <pc:spChg chg="mod">
          <ac:chgData name="Mengmeng Ge" userId="bb5bc401-97cb-4caf-9857-8ff441375414" providerId="ADAL" clId="{FE8E8028-711E-4BD0-84B2-9D18258AA3DC}" dt="2024-09-13T00:35:59.379" v="1023" actId="208"/>
          <ac:spMkLst>
            <pc:docMk/>
            <pc:sldMk cId="2293653073" sldId="366"/>
            <ac:spMk id="3" creationId="{00000000-0000-0000-0000-000000000000}"/>
          </ac:spMkLst>
        </pc:spChg>
        <pc:spChg chg="add del mod ord">
          <ac:chgData name="Mengmeng Ge" userId="bb5bc401-97cb-4caf-9857-8ff441375414" providerId="ADAL" clId="{FE8E8028-711E-4BD0-84B2-9D18258AA3DC}" dt="2024-09-12T22:31:52.660" v="241" actId="478"/>
          <ac:spMkLst>
            <pc:docMk/>
            <pc:sldMk cId="2293653073" sldId="366"/>
            <ac:spMk id="4" creationId="{DB0850AE-2B58-8F97-8793-CF900FB466FE}"/>
          </ac:spMkLst>
        </pc:spChg>
        <pc:spChg chg="mod ord">
          <ac:chgData name="Mengmeng Ge" userId="bb5bc401-97cb-4caf-9857-8ff441375414" providerId="ADAL" clId="{FE8E8028-711E-4BD0-84B2-9D18258AA3DC}" dt="2024-09-12T22:30:02.930" v="97" actId="700"/>
          <ac:spMkLst>
            <pc:docMk/>
            <pc:sldMk cId="2293653073" sldId="366"/>
            <ac:spMk id="116" creationId="{00000000-0000-0000-0000-000000000000}"/>
          </ac:spMkLst>
        </pc:spChg>
        <pc:spChg chg="mod">
          <ac:chgData name="Mengmeng Ge" userId="bb5bc401-97cb-4caf-9857-8ff441375414" providerId="ADAL" clId="{FE8E8028-711E-4BD0-84B2-9D18258AA3DC}" dt="2024-09-12T22:31:55.654" v="244" actId="1035"/>
          <ac:spMkLst>
            <pc:docMk/>
            <pc:sldMk cId="2293653073" sldId="366"/>
            <ac:spMk id="587779" creationId="{00000000-0000-0000-0000-000000000000}"/>
          </ac:spMkLst>
        </pc:spChg>
        <pc:spChg chg="mod">
          <ac:chgData name="Mengmeng Ge" userId="bb5bc401-97cb-4caf-9857-8ff441375414" providerId="ADAL" clId="{FE8E8028-711E-4BD0-84B2-9D18258AA3DC}" dt="2024-09-12T22:31:55.654" v="244" actId="1035"/>
          <ac:spMkLst>
            <pc:docMk/>
            <pc:sldMk cId="2293653073" sldId="366"/>
            <ac:spMk id="587780" creationId="{00000000-0000-0000-0000-000000000000}"/>
          </ac:spMkLst>
        </pc:spChg>
        <pc:spChg chg="mod">
          <ac:chgData name="Mengmeng Ge" userId="bb5bc401-97cb-4caf-9857-8ff441375414" providerId="ADAL" clId="{FE8E8028-711E-4BD0-84B2-9D18258AA3DC}" dt="2024-09-12T22:31:55.654" v="244" actId="1035"/>
          <ac:spMkLst>
            <pc:docMk/>
            <pc:sldMk cId="2293653073" sldId="366"/>
            <ac:spMk id="587781" creationId="{00000000-0000-0000-0000-000000000000}"/>
          </ac:spMkLst>
        </pc:spChg>
        <pc:spChg chg="mod">
          <ac:chgData name="Mengmeng Ge" userId="bb5bc401-97cb-4caf-9857-8ff441375414" providerId="ADAL" clId="{FE8E8028-711E-4BD0-84B2-9D18258AA3DC}" dt="2024-09-12T22:31:55.654" v="244" actId="1035"/>
          <ac:spMkLst>
            <pc:docMk/>
            <pc:sldMk cId="2293653073" sldId="366"/>
            <ac:spMk id="587782" creationId="{00000000-0000-0000-0000-000000000000}"/>
          </ac:spMkLst>
        </pc:spChg>
        <pc:spChg chg="mod">
          <ac:chgData name="Mengmeng Ge" userId="bb5bc401-97cb-4caf-9857-8ff441375414" providerId="ADAL" clId="{FE8E8028-711E-4BD0-84B2-9D18258AA3DC}" dt="2024-09-12T22:31:55.654" v="244" actId="1035"/>
          <ac:spMkLst>
            <pc:docMk/>
            <pc:sldMk cId="2293653073" sldId="366"/>
            <ac:spMk id="587783" creationId="{00000000-0000-0000-0000-000000000000}"/>
          </ac:spMkLst>
        </pc:spChg>
        <pc:spChg chg="mod">
          <ac:chgData name="Mengmeng Ge" userId="bb5bc401-97cb-4caf-9857-8ff441375414" providerId="ADAL" clId="{FE8E8028-711E-4BD0-84B2-9D18258AA3DC}" dt="2024-09-12T22:31:55.654" v="244" actId="1035"/>
          <ac:spMkLst>
            <pc:docMk/>
            <pc:sldMk cId="2293653073" sldId="366"/>
            <ac:spMk id="587784" creationId="{00000000-0000-0000-0000-000000000000}"/>
          </ac:spMkLst>
        </pc:spChg>
        <pc:spChg chg="mod">
          <ac:chgData name="Mengmeng Ge" userId="bb5bc401-97cb-4caf-9857-8ff441375414" providerId="ADAL" clId="{FE8E8028-711E-4BD0-84B2-9D18258AA3DC}" dt="2024-09-12T22:31:55.654" v="244" actId="1035"/>
          <ac:spMkLst>
            <pc:docMk/>
            <pc:sldMk cId="2293653073" sldId="366"/>
            <ac:spMk id="587785" creationId="{00000000-0000-0000-0000-000000000000}"/>
          </ac:spMkLst>
        </pc:spChg>
        <pc:spChg chg="mod">
          <ac:chgData name="Mengmeng Ge" userId="bb5bc401-97cb-4caf-9857-8ff441375414" providerId="ADAL" clId="{FE8E8028-711E-4BD0-84B2-9D18258AA3DC}" dt="2024-09-12T22:31:55.654" v="244" actId="1035"/>
          <ac:spMkLst>
            <pc:docMk/>
            <pc:sldMk cId="2293653073" sldId="366"/>
            <ac:spMk id="587786" creationId="{00000000-0000-0000-0000-000000000000}"/>
          </ac:spMkLst>
        </pc:spChg>
        <pc:spChg chg="mod">
          <ac:chgData name="Mengmeng Ge" userId="bb5bc401-97cb-4caf-9857-8ff441375414" providerId="ADAL" clId="{FE8E8028-711E-4BD0-84B2-9D18258AA3DC}" dt="2024-09-12T22:31:55.654" v="244" actId="1035"/>
          <ac:spMkLst>
            <pc:docMk/>
            <pc:sldMk cId="2293653073" sldId="366"/>
            <ac:spMk id="587787" creationId="{00000000-0000-0000-0000-000000000000}"/>
          </ac:spMkLst>
        </pc:spChg>
        <pc:spChg chg="mod">
          <ac:chgData name="Mengmeng Ge" userId="bb5bc401-97cb-4caf-9857-8ff441375414" providerId="ADAL" clId="{FE8E8028-711E-4BD0-84B2-9D18258AA3DC}" dt="2024-09-12T22:31:55.654" v="244" actId="1035"/>
          <ac:spMkLst>
            <pc:docMk/>
            <pc:sldMk cId="2293653073" sldId="366"/>
            <ac:spMk id="587788" creationId="{00000000-0000-0000-0000-000000000000}"/>
          </ac:spMkLst>
        </pc:spChg>
        <pc:spChg chg="mod">
          <ac:chgData name="Mengmeng Ge" userId="bb5bc401-97cb-4caf-9857-8ff441375414" providerId="ADAL" clId="{FE8E8028-711E-4BD0-84B2-9D18258AA3DC}" dt="2024-09-12T22:31:55.654" v="244" actId="1035"/>
          <ac:spMkLst>
            <pc:docMk/>
            <pc:sldMk cId="2293653073" sldId="366"/>
            <ac:spMk id="587789" creationId="{00000000-0000-0000-0000-000000000000}"/>
          </ac:spMkLst>
        </pc:spChg>
        <pc:spChg chg="mod">
          <ac:chgData name="Mengmeng Ge" userId="bb5bc401-97cb-4caf-9857-8ff441375414" providerId="ADAL" clId="{FE8E8028-711E-4BD0-84B2-9D18258AA3DC}" dt="2024-09-12T22:31:55.654" v="244" actId="1035"/>
          <ac:spMkLst>
            <pc:docMk/>
            <pc:sldMk cId="2293653073" sldId="366"/>
            <ac:spMk id="587790" creationId="{00000000-0000-0000-0000-000000000000}"/>
          </ac:spMkLst>
        </pc:spChg>
        <pc:spChg chg="mod">
          <ac:chgData name="Mengmeng Ge" userId="bb5bc401-97cb-4caf-9857-8ff441375414" providerId="ADAL" clId="{FE8E8028-711E-4BD0-84B2-9D18258AA3DC}" dt="2024-09-12T22:31:55.654" v="244" actId="1035"/>
          <ac:spMkLst>
            <pc:docMk/>
            <pc:sldMk cId="2293653073" sldId="366"/>
            <ac:spMk id="587791" creationId="{00000000-0000-0000-0000-000000000000}"/>
          </ac:spMkLst>
        </pc:spChg>
        <pc:spChg chg="mod">
          <ac:chgData name="Mengmeng Ge" userId="bb5bc401-97cb-4caf-9857-8ff441375414" providerId="ADAL" clId="{FE8E8028-711E-4BD0-84B2-9D18258AA3DC}" dt="2024-09-12T22:31:55.654" v="244" actId="1035"/>
          <ac:spMkLst>
            <pc:docMk/>
            <pc:sldMk cId="2293653073" sldId="366"/>
            <ac:spMk id="587792" creationId="{00000000-0000-0000-0000-000000000000}"/>
          </ac:spMkLst>
        </pc:spChg>
        <pc:spChg chg="mod">
          <ac:chgData name="Mengmeng Ge" userId="bb5bc401-97cb-4caf-9857-8ff441375414" providerId="ADAL" clId="{FE8E8028-711E-4BD0-84B2-9D18258AA3DC}" dt="2024-09-12T22:31:55.654" v="244" actId="1035"/>
          <ac:spMkLst>
            <pc:docMk/>
            <pc:sldMk cId="2293653073" sldId="366"/>
            <ac:spMk id="587793" creationId="{00000000-0000-0000-0000-000000000000}"/>
          </ac:spMkLst>
        </pc:spChg>
        <pc:spChg chg="mod">
          <ac:chgData name="Mengmeng Ge" userId="bb5bc401-97cb-4caf-9857-8ff441375414" providerId="ADAL" clId="{FE8E8028-711E-4BD0-84B2-9D18258AA3DC}" dt="2024-09-12T22:31:55.654" v="244" actId="1035"/>
          <ac:spMkLst>
            <pc:docMk/>
            <pc:sldMk cId="2293653073" sldId="366"/>
            <ac:spMk id="587795" creationId="{00000000-0000-0000-0000-000000000000}"/>
          </ac:spMkLst>
        </pc:spChg>
        <pc:spChg chg="mod">
          <ac:chgData name="Mengmeng Ge" userId="bb5bc401-97cb-4caf-9857-8ff441375414" providerId="ADAL" clId="{FE8E8028-711E-4BD0-84B2-9D18258AA3DC}" dt="2024-09-12T22:31:55.654" v="244" actId="1035"/>
          <ac:spMkLst>
            <pc:docMk/>
            <pc:sldMk cId="2293653073" sldId="366"/>
            <ac:spMk id="587796" creationId="{00000000-0000-0000-0000-000000000000}"/>
          </ac:spMkLst>
        </pc:spChg>
        <pc:spChg chg="mod">
          <ac:chgData name="Mengmeng Ge" userId="bb5bc401-97cb-4caf-9857-8ff441375414" providerId="ADAL" clId="{FE8E8028-711E-4BD0-84B2-9D18258AA3DC}" dt="2024-09-12T22:31:55.654" v="244" actId="1035"/>
          <ac:spMkLst>
            <pc:docMk/>
            <pc:sldMk cId="2293653073" sldId="366"/>
            <ac:spMk id="587797" creationId="{00000000-0000-0000-0000-000000000000}"/>
          </ac:spMkLst>
        </pc:spChg>
        <pc:spChg chg="mod">
          <ac:chgData name="Mengmeng Ge" userId="bb5bc401-97cb-4caf-9857-8ff441375414" providerId="ADAL" clId="{FE8E8028-711E-4BD0-84B2-9D18258AA3DC}" dt="2024-09-12T22:31:55.654" v="244" actId="1035"/>
          <ac:spMkLst>
            <pc:docMk/>
            <pc:sldMk cId="2293653073" sldId="366"/>
            <ac:spMk id="587798" creationId="{00000000-0000-0000-0000-000000000000}"/>
          </ac:spMkLst>
        </pc:spChg>
        <pc:spChg chg="mod">
          <ac:chgData name="Mengmeng Ge" userId="bb5bc401-97cb-4caf-9857-8ff441375414" providerId="ADAL" clId="{FE8E8028-711E-4BD0-84B2-9D18258AA3DC}" dt="2024-09-12T22:31:55.654" v="244" actId="1035"/>
          <ac:spMkLst>
            <pc:docMk/>
            <pc:sldMk cId="2293653073" sldId="366"/>
            <ac:spMk id="587799" creationId="{00000000-0000-0000-0000-000000000000}"/>
          </ac:spMkLst>
        </pc:spChg>
        <pc:spChg chg="mod">
          <ac:chgData name="Mengmeng Ge" userId="bb5bc401-97cb-4caf-9857-8ff441375414" providerId="ADAL" clId="{FE8E8028-711E-4BD0-84B2-9D18258AA3DC}" dt="2024-09-12T22:31:55.654" v="244" actId="1035"/>
          <ac:spMkLst>
            <pc:docMk/>
            <pc:sldMk cId="2293653073" sldId="366"/>
            <ac:spMk id="587800" creationId="{00000000-0000-0000-0000-000000000000}"/>
          </ac:spMkLst>
        </pc:spChg>
        <pc:spChg chg="mod">
          <ac:chgData name="Mengmeng Ge" userId="bb5bc401-97cb-4caf-9857-8ff441375414" providerId="ADAL" clId="{FE8E8028-711E-4BD0-84B2-9D18258AA3DC}" dt="2024-09-12T22:31:55.654" v="244" actId="1035"/>
          <ac:spMkLst>
            <pc:docMk/>
            <pc:sldMk cId="2293653073" sldId="366"/>
            <ac:spMk id="587801" creationId="{00000000-0000-0000-0000-000000000000}"/>
          </ac:spMkLst>
        </pc:spChg>
        <pc:spChg chg="mod">
          <ac:chgData name="Mengmeng Ge" userId="bb5bc401-97cb-4caf-9857-8ff441375414" providerId="ADAL" clId="{FE8E8028-711E-4BD0-84B2-9D18258AA3DC}" dt="2024-09-12T22:31:55.654" v="244" actId="1035"/>
          <ac:spMkLst>
            <pc:docMk/>
            <pc:sldMk cId="2293653073" sldId="366"/>
            <ac:spMk id="587802" creationId="{00000000-0000-0000-0000-000000000000}"/>
          </ac:spMkLst>
        </pc:spChg>
        <pc:spChg chg="mod">
          <ac:chgData name="Mengmeng Ge" userId="bb5bc401-97cb-4caf-9857-8ff441375414" providerId="ADAL" clId="{FE8E8028-711E-4BD0-84B2-9D18258AA3DC}" dt="2024-09-12T22:31:55.654" v="244" actId="1035"/>
          <ac:spMkLst>
            <pc:docMk/>
            <pc:sldMk cId="2293653073" sldId="366"/>
            <ac:spMk id="587803" creationId="{00000000-0000-0000-0000-000000000000}"/>
          </ac:spMkLst>
        </pc:spChg>
        <pc:spChg chg="mod">
          <ac:chgData name="Mengmeng Ge" userId="bb5bc401-97cb-4caf-9857-8ff441375414" providerId="ADAL" clId="{FE8E8028-711E-4BD0-84B2-9D18258AA3DC}" dt="2024-09-12T22:31:55.654" v="244" actId="1035"/>
          <ac:spMkLst>
            <pc:docMk/>
            <pc:sldMk cId="2293653073" sldId="366"/>
            <ac:spMk id="587804" creationId="{00000000-0000-0000-0000-000000000000}"/>
          </ac:spMkLst>
        </pc:spChg>
        <pc:spChg chg="mod">
          <ac:chgData name="Mengmeng Ge" userId="bb5bc401-97cb-4caf-9857-8ff441375414" providerId="ADAL" clId="{FE8E8028-711E-4BD0-84B2-9D18258AA3DC}" dt="2024-09-12T22:31:55.654" v="244" actId="1035"/>
          <ac:spMkLst>
            <pc:docMk/>
            <pc:sldMk cId="2293653073" sldId="366"/>
            <ac:spMk id="587805" creationId="{00000000-0000-0000-0000-000000000000}"/>
          </ac:spMkLst>
        </pc:spChg>
        <pc:spChg chg="mod">
          <ac:chgData name="Mengmeng Ge" userId="bb5bc401-97cb-4caf-9857-8ff441375414" providerId="ADAL" clId="{FE8E8028-711E-4BD0-84B2-9D18258AA3DC}" dt="2024-09-12T22:31:55.654" v="244" actId="1035"/>
          <ac:spMkLst>
            <pc:docMk/>
            <pc:sldMk cId="2293653073" sldId="366"/>
            <ac:spMk id="587806" creationId="{00000000-0000-0000-0000-000000000000}"/>
          </ac:spMkLst>
        </pc:spChg>
        <pc:spChg chg="mod">
          <ac:chgData name="Mengmeng Ge" userId="bb5bc401-97cb-4caf-9857-8ff441375414" providerId="ADAL" clId="{FE8E8028-711E-4BD0-84B2-9D18258AA3DC}" dt="2024-09-12T22:31:55.654" v="244" actId="1035"/>
          <ac:spMkLst>
            <pc:docMk/>
            <pc:sldMk cId="2293653073" sldId="366"/>
            <ac:spMk id="587807" creationId="{00000000-0000-0000-0000-000000000000}"/>
          </ac:spMkLst>
        </pc:spChg>
        <pc:spChg chg="mod">
          <ac:chgData name="Mengmeng Ge" userId="bb5bc401-97cb-4caf-9857-8ff441375414" providerId="ADAL" clId="{FE8E8028-711E-4BD0-84B2-9D18258AA3DC}" dt="2024-09-12T22:31:55.654" v="244" actId="1035"/>
          <ac:spMkLst>
            <pc:docMk/>
            <pc:sldMk cId="2293653073" sldId="366"/>
            <ac:spMk id="587808" creationId="{00000000-0000-0000-0000-000000000000}"/>
          </ac:spMkLst>
        </pc:spChg>
        <pc:spChg chg="mod">
          <ac:chgData name="Mengmeng Ge" userId="bb5bc401-97cb-4caf-9857-8ff441375414" providerId="ADAL" clId="{FE8E8028-711E-4BD0-84B2-9D18258AA3DC}" dt="2024-09-12T22:31:55.654" v="244" actId="1035"/>
          <ac:spMkLst>
            <pc:docMk/>
            <pc:sldMk cId="2293653073" sldId="366"/>
            <ac:spMk id="587810" creationId="{00000000-0000-0000-0000-000000000000}"/>
          </ac:spMkLst>
        </pc:spChg>
        <pc:spChg chg="mod">
          <ac:chgData name="Mengmeng Ge" userId="bb5bc401-97cb-4caf-9857-8ff441375414" providerId="ADAL" clId="{FE8E8028-711E-4BD0-84B2-9D18258AA3DC}" dt="2024-09-12T22:31:55.654" v="244" actId="1035"/>
          <ac:spMkLst>
            <pc:docMk/>
            <pc:sldMk cId="2293653073" sldId="366"/>
            <ac:spMk id="587811" creationId="{00000000-0000-0000-0000-000000000000}"/>
          </ac:spMkLst>
        </pc:spChg>
        <pc:spChg chg="mod">
          <ac:chgData name="Mengmeng Ge" userId="bb5bc401-97cb-4caf-9857-8ff441375414" providerId="ADAL" clId="{FE8E8028-711E-4BD0-84B2-9D18258AA3DC}" dt="2024-09-12T22:31:55.654" v="244" actId="1035"/>
          <ac:spMkLst>
            <pc:docMk/>
            <pc:sldMk cId="2293653073" sldId="366"/>
            <ac:spMk id="587812" creationId="{00000000-0000-0000-0000-000000000000}"/>
          </ac:spMkLst>
        </pc:spChg>
        <pc:spChg chg="mod">
          <ac:chgData name="Mengmeng Ge" userId="bb5bc401-97cb-4caf-9857-8ff441375414" providerId="ADAL" clId="{FE8E8028-711E-4BD0-84B2-9D18258AA3DC}" dt="2024-09-12T22:31:55.654" v="244" actId="1035"/>
          <ac:spMkLst>
            <pc:docMk/>
            <pc:sldMk cId="2293653073" sldId="366"/>
            <ac:spMk id="587813" creationId="{00000000-0000-0000-0000-000000000000}"/>
          </ac:spMkLst>
        </pc:spChg>
        <pc:spChg chg="mod">
          <ac:chgData name="Mengmeng Ge" userId="bb5bc401-97cb-4caf-9857-8ff441375414" providerId="ADAL" clId="{FE8E8028-711E-4BD0-84B2-9D18258AA3DC}" dt="2024-09-12T22:31:55.654" v="244" actId="1035"/>
          <ac:spMkLst>
            <pc:docMk/>
            <pc:sldMk cId="2293653073" sldId="366"/>
            <ac:spMk id="587814" creationId="{00000000-0000-0000-0000-000000000000}"/>
          </ac:spMkLst>
        </pc:spChg>
        <pc:spChg chg="mod">
          <ac:chgData name="Mengmeng Ge" userId="bb5bc401-97cb-4caf-9857-8ff441375414" providerId="ADAL" clId="{FE8E8028-711E-4BD0-84B2-9D18258AA3DC}" dt="2024-09-12T22:31:55.654" v="244" actId="1035"/>
          <ac:spMkLst>
            <pc:docMk/>
            <pc:sldMk cId="2293653073" sldId="366"/>
            <ac:spMk id="587815" creationId="{00000000-0000-0000-0000-000000000000}"/>
          </ac:spMkLst>
        </pc:spChg>
        <pc:spChg chg="mod">
          <ac:chgData name="Mengmeng Ge" userId="bb5bc401-97cb-4caf-9857-8ff441375414" providerId="ADAL" clId="{FE8E8028-711E-4BD0-84B2-9D18258AA3DC}" dt="2024-09-12T22:31:55.654" v="244" actId="1035"/>
          <ac:spMkLst>
            <pc:docMk/>
            <pc:sldMk cId="2293653073" sldId="366"/>
            <ac:spMk id="587816" creationId="{00000000-0000-0000-0000-000000000000}"/>
          </ac:spMkLst>
        </pc:spChg>
        <pc:spChg chg="mod">
          <ac:chgData name="Mengmeng Ge" userId="bb5bc401-97cb-4caf-9857-8ff441375414" providerId="ADAL" clId="{FE8E8028-711E-4BD0-84B2-9D18258AA3DC}" dt="2024-09-12T22:31:55.654" v="244" actId="1035"/>
          <ac:spMkLst>
            <pc:docMk/>
            <pc:sldMk cId="2293653073" sldId="366"/>
            <ac:spMk id="587817" creationId="{00000000-0000-0000-0000-000000000000}"/>
          </ac:spMkLst>
        </pc:spChg>
        <pc:spChg chg="mod">
          <ac:chgData name="Mengmeng Ge" userId="bb5bc401-97cb-4caf-9857-8ff441375414" providerId="ADAL" clId="{FE8E8028-711E-4BD0-84B2-9D18258AA3DC}" dt="2024-09-12T22:31:55.654" v="244" actId="1035"/>
          <ac:spMkLst>
            <pc:docMk/>
            <pc:sldMk cId="2293653073" sldId="366"/>
            <ac:spMk id="587818" creationId="{00000000-0000-0000-0000-000000000000}"/>
          </ac:spMkLst>
        </pc:spChg>
        <pc:spChg chg="mod">
          <ac:chgData name="Mengmeng Ge" userId="bb5bc401-97cb-4caf-9857-8ff441375414" providerId="ADAL" clId="{FE8E8028-711E-4BD0-84B2-9D18258AA3DC}" dt="2024-09-12T22:31:55.654" v="244" actId="1035"/>
          <ac:spMkLst>
            <pc:docMk/>
            <pc:sldMk cId="2293653073" sldId="366"/>
            <ac:spMk id="587819" creationId="{00000000-0000-0000-0000-000000000000}"/>
          </ac:spMkLst>
        </pc:spChg>
        <pc:spChg chg="mod">
          <ac:chgData name="Mengmeng Ge" userId="bb5bc401-97cb-4caf-9857-8ff441375414" providerId="ADAL" clId="{FE8E8028-711E-4BD0-84B2-9D18258AA3DC}" dt="2024-09-12T22:31:55.654" v="244" actId="1035"/>
          <ac:spMkLst>
            <pc:docMk/>
            <pc:sldMk cId="2293653073" sldId="366"/>
            <ac:spMk id="587820" creationId="{00000000-0000-0000-0000-000000000000}"/>
          </ac:spMkLst>
        </pc:spChg>
        <pc:spChg chg="mod">
          <ac:chgData name="Mengmeng Ge" userId="bb5bc401-97cb-4caf-9857-8ff441375414" providerId="ADAL" clId="{FE8E8028-711E-4BD0-84B2-9D18258AA3DC}" dt="2024-09-12T22:31:55.654" v="244" actId="1035"/>
          <ac:spMkLst>
            <pc:docMk/>
            <pc:sldMk cId="2293653073" sldId="366"/>
            <ac:spMk id="587821" creationId="{00000000-0000-0000-0000-000000000000}"/>
          </ac:spMkLst>
        </pc:spChg>
        <pc:spChg chg="mod">
          <ac:chgData name="Mengmeng Ge" userId="bb5bc401-97cb-4caf-9857-8ff441375414" providerId="ADAL" clId="{FE8E8028-711E-4BD0-84B2-9D18258AA3DC}" dt="2024-09-12T22:31:55.654" v="244" actId="1035"/>
          <ac:spMkLst>
            <pc:docMk/>
            <pc:sldMk cId="2293653073" sldId="366"/>
            <ac:spMk id="587822" creationId="{00000000-0000-0000-0000-000000000000}"/>
          </ac:spMkLst>
        </pc:spChg>
        <pc:spChg chg="mod">
          <ac:chgData name="Mengmeng Ge" userId="bb5bc401-97cb-4caf-9857-8ff441375414" providerId="ADAL" clId="{FE8E8028-711E-4BD0-84B2-9D18258AA3DC}" dt="2024-09-12T22:31:55.654" v="244" actId="1035"/>
          <ac:spMkLst>
            <pc:docMk/>
            <pc:sldMk cId="2293653073" sldId="366"/>
            <ac:spMk id="587823" creationId="{00000000-0000-0000-0000-000000000000}"/>
          </ac:spMkLst>
        </pc:spChg>
        <pc:spChg chg="mod">
          <ac:chgData name="Mengmeng Ge" userId="bb5bc401-97cb-4caf-9857-8ff441375414" providerId="ADAL" clId="{FE8E8028-711E-4BD0-84B2-9D18258AA3DC}" dt="2024-09-12T22:31:55.654" v="244" actId="1035"/>
          <ac:spMkLst>
            <pc:docMk/>
            <pc:sldMk cId="2293653073" sldId="366"/>
            <ac:spMk id="587824" creationId="{00000000-0000-0000-0000-000000000000}"/>
          </ac:spMkLst>
        </pc:spChg>
        <pc:spChg chg="mod">
          <ac:chgData name="Mengmeng Ge" userId="bb5bc401-97cb-4caf-9857-8ff441375414" providerId="ADAL" clId="{FE8E8028-711E-4BD0-84B2-9D18258AA3DC}" dt="2024-09-12T22:31:55.654" v="244" actId="1035"/>
          <ac:spMkLst>
            <pc:docMk/>
            <pc:sldMk cId="2293653073" sldId="366"/>
            <ac:spMk id="587825" creationId="{00000000-0000-0000-0000-000000000000}"/>
          </ac:spMkLst>
        </pc:spChg>
        <pc:spChg chg="mod">
          <ac:chgData name="Mengmeng Ge" userId="bb5bc401-97cb-4caf-9857-8ff441375414" providerId="ADAL" clId="{FE8E8028-711E-4BD0-84B2-9D18258AA3DC}" dt="2024-09-12T22:31:55.654" v="244" actId="1035"/>
          <ac:spMkLst>
            <pc:docMk/>
            <pc:sldMk cId="2293653073" sldId="366"/>
            <ac:spMk id="587826" creationId="{00000000-0000-0000-0000-000000000000}"/>
          </ac:spMkLst>
        </pc:spChg>
        <pc:spChg chg="mod">
          <ac:chgData name="Mengmeng Ge" userId="bb5bc401-97cb-4caf-9857-8ff441375414" providerId="ADAL" clId="{FE8E8028-711E-4BD0-84B2-9D18258AA3DC}" dt="2024-09-12T22:31:55.654" v="244" actId="1035"/>
          <ac:spMkLst>
            <pc:docMk/>
            <pc:sldMk cId="2293653073" sldId="366"/>
            <ac:spMk id="587827" creationId="{00000000-0000-0000-0000-000000000000}"/>
          </ac:spMkLst>
        </pc:spChg>
        <pc:spChg chg="mod">
          <ac:chgData name="Mengmeng Ge" userId="bb5bc401-97cb-4caf-9857-8ff441375414" providerId="ADAL" clId="{FE8E8028-711E-4BD0-84B2-9D18258AA3DC}" dt="2024-09-12T22:31:55.654" v="244" actId="1035"/>
          <ac:spMkLst>
            <pc:docMk/>
            <pc:sldMk cId="2293653073" sldId="366"/>
            <ac:spMk id="587828" creationId="{00000000-0000-0000-0000-000000000000}"/>
          </ac:spMkLst>
        </pc:spChg>
        <pc:spChg chg="mod">
          <ac:chgData name="Mengmeng Ge" userId="bb5bc401-97cb-4caf-9857-8ff441375414" providerId="ADAL" clId="{FE8E8028-711E-4BD0-84B2-9D18258AA3DC}" dt="2024-09-12T22:31:55.654" v="244" actId="1035"/>
          <ac:spMkLst>
            <pc:docMk/>
            <pc:sldMk cId="2293653073" sldId="366"/>
            <ac:spMk id="587829" creationId="{00000000-0000-0000-0000-000000000000}"/>
          </ac:spMkLst>
        </pc:spChg>
        <pc:spChg chg="mod">
          <ac:chgData name="Mengmeng Ge" userId="bb5bc401-97cb-4caf-9857-8ff441375414" providerId="ADAL" clId="{FE8E8028-711E-4BD0-84B2-9D18258AA3DC}" dt="2024-09-12T22:31:55.654" v="244" actId="1035"/>
          <ac:spMkLst>
            <pc:docMk/>
            <pc:sldMk cId="2293653073" sldId="366"/>
            <ac:spMk id="587830" creationId="{00000000-0000-0000-0000-000000000000}"/>
          </ac:spMkLst>
        </pc:spChg>
        <pc:spChg chg="mod">
          <ac:chgData name="Mengmeng Ge" userId="bb5bc401-97cb-4caf-9857-8ff441375414" providerId="ADAL" clId="{FE8E8028-711E-4BD0-84B2-9D18258AA3DC}" dt="2024-09-12T22:31:55.654" v="244" actId="1035"/>
          <ac:spMkLst>
            <pc:docMk/>
            <pc:sldMk cId="2293653073" sldId="366"/>
            <ac:spMk id="587831" creationId="{00000000-0000-0000-0000-000000000000}"/>
          </ac:spMkLst>
        </pc:spChg>
        <pc:spChg chg="mod">
          <ac:chgData name="Mengmeng Ge" userId="bb5bc401-97cb-4caf-9857-8ff441375414" providerId="ADAL" clId="{FE8E8028-711E-4BD0-84B2-9D18258AA3DC}" dt="2024-09-12T22:31:55.654" v="244" actId="1035"/>
          <ac:spMkLst>
            <pc:docMk/>
            <pc:sldMk cId="2293653073" sldId="366"/>
            <ac:spMk id="587832" creationId="{00000000-0000-0000-0000-000000000000}"/>
          </ac:spMkLst>
        </pc:spChg>
        <pc:spChg chg="mod">
          <ac:chgData name="Mengmeng Ge" userId="bb5bc401-97cb-4caf-9857-8ff441375414" providerId="ADAL" clId="{FE8E8028-711E-4BD0-84B2-9D18258AA3DC}" dt="2024-09-12T22:31:55.654" v="244" actId="1035"/>
          <ac:spMkLst>
            <pc:docMk/>
            <pc:sldMk cId="2293653073" sldId="366"/>
            <ac:spMk id="587833" creationId="{00000000-0000-0000-0000-000000000000}"/>
          </ac:spMkLst>
        </pc:spChg>
        <pc:spChg chg="mod">
          <ac:chgData name="Mengmeng Ge" userId="bb5bc401-97cb-4caf-9857-8ff441375414" providerId="ADAL" clId="{FE8E8028-711E-4BD0-84B2-9D18258AA3DC}" dt="2024-09-12T22:31:55.654" v="244" actId="1035"/>
          <ac:spMkLst>
            <pc:docMk/>
            <pc:sldMk cId="2293653073" sldId="366"/>
            <ac:spMk id="587834" creationId="{00000000-0000-0000-0000-000000000000}"/>
          </ac:spMkLst>
        </pc:spChg>
        <pc:spChg chg="mod">
          <ac:chgData name="Mengmeng Ge" userId="bb5bc401-97cb-4caf-9857-8ff441375414" providerId="ADAL" clId="{FE8E8028-711E-4BD0-84B2-9D18258AA3DC}" dt="2024-09-12T22:31:55.654" v="244" actId="1035"/>
          <ac:spMkLst>
            <pc:docMk/>
            <pc:sldMk cId="2293653073" sldId="366"/>
            <ac:spMk id="587835" creationId="{00000000-0000-0000-0000-000000000000}"/>
          </ac:spMkLst>
        </pc:spChg>
        <pc:spChg chg="mod">
          <ac:chgData name="Mengmeng Ge" userId="bb5bc401-97cb-4caf-9857-8ff441375414" providerId="ADAL" clId="{FE8E8028-711E-4BD0-84B2-9D18258AA3DC}" dt="2024-09-12T22:31:55.654" v="244" actId="1035"/>
          <ac:spMkLst>
            <pc:docMk/>
            <pc:sldMk cId="2293653073" sldId="366"/>
            <ac:spMk id="587836" creationId="{00000000-0000-0000-0000-000000000000}"/>
          </ac:spMkLst>
        </pc:spChg>
        <pc:spChg chg="mod">
          <ac:chgData name="Mengmeng Ge" userId="bb5bc401-97cb-4caf-9857-8ff441375414" providerId="ADAL" clId="{FE8E8028-711E-4BD0-84B2-9D18258AA3DC}" dt="2024-09-12T22:31:55.654" v="244" actId="1035"/>
          <ac:spMkLst>
            <pc:docMk/>
            <pc:sldMk cId="2293653073" sldId="366"/>
            <ac:spMk id="587837" creationId="{00000000-0000-0000-0000-000000000000}"/>
          </ac:spMkLst>
        </pc:spChg>
        <pc:spChg chg="mod">
          <ac:chgData name="Mengmeng Ge" userId="bb5bc401-97cb-4caf-9857-8ff441375414" providerId="ADAL" clId="{FE8E8028-711E-4BD0-84B2-9D18258AA3DC}" dt="2024-09-12T22:31:55.654" v="244" actId="1035"/>
          <ac:spMkLst>
            <pc:docMk/>
            <pc:sldMk cId="2293653073" sldId="366"/>
            <ac:spMk id="587838" creationId="{00000000-0000-0000-0000-000000000000}"/>
          </ac:spMkLst>
        </pc:spChg>
        <pc:spChg chg="mod">
          <ac:chgData name="Mengmeng Ge" userId="bb5bc401-97cb-4caf-9857-8ff441375414" providerId="ADAL" clId="{FE8E8028-711E-4BD0-84B2-9D18258AA3DC}" dt="2024-09-12T22:31:55.654" v="244" actId="1035"/>
          <ac:spMkLst>
            <pc:docMk/>
            <pc:sldMk cId="2293653073" sldId="366"/>
            <ac:spMk id="587840" creationId="{00000000-0000-0000-0000-000000000000}"/>
          </ac:spMkLst>
        </pc:spChg>
        <pc:spChg chg="mod">
          <ac:chgData name="Mengmeng Ge" userId="bb5bc401-97cb-4caf-9857-8ff441375414" providerId="ADAL" clId="{FE8E8028-711E-4BD0-84B2-9D18258AA3DC}" dt="2024-09-12T22:31:55.654" v="244" actId="1035"/>
          <ac:spMkLst>
            <pc:docMk/>
            <pc:sldMk cId="2293653073" sldId="366"/>
            <ac:spMk id="587841" creationId="{00000000-0000-0000-0000-000000000000}"/>
          </ac:spMkLst>
        </pc:spChg>
        <pc:spChg chg="mod">
          <ac:chgData name="Mengmeng Ge" userId="bb5bc401-97cb-4caf-9857-8ff441375414" providerId="ADAL" clId="{FE8E8028-711E-4BD0-84B2-9D18258AA3DC}" dt="2024-09-12T22:31:55.654" v="244" actId="1035"/>
          <ac:spMkLst>
            <pc:docMk/>
            <pc:sldMk cId="2293653073" sldId="366"/>
            <ac:spMk id="587842" creationId="{00000000-0000-0000-0000-000000000000}"/>
          </ac:spMkLst>
        </pc:spChg>
        <pc:spChg chg="mod">
          <ac:chgData name="Mengmeng Ge" userId="bb5bc401-97cb-4caf-9857-8ff441375414" providerId="ADAL" clId="{FE8E8028-711E-4BD0-84B2-9D18258AA3DC}" dt="2024-09-12T22:31:55.654" v="244" actId="1035"/>
          <ac:spMkLst>
            <pc:docMk/>
            <pc:sldMk cId="2293653073" sldId="366"/>
            <ac:spMk id="587843" creationId="{00000000-0000-0000-0000-000000000000}"/>
          </ac:spMkLst>
        </pc:spChg>
        <pc:spChg chg="mod">
          <ac:chgData name="Mengmeng Ge" userId="bb5bc401-97cb-4caf-9857-8ff441375414" providerId="ADAL" clId="{FE8E8028-711E-4BD0-84B2-9D18258AA3DC}" dt="2024-09-12T22:31:55.654" v="244" actId="1035"/>
          <ac:spMkLst>
            <pc:docMk/>
            <pc:sldMk cId="2293653073" sldId="366"/>
            <ac:spMk id="587844" creationId="{00000000-0000-0000-0000-000000000000}"/>
          </ac:spMkLst>
        </pc:spChg>
        <pc:spChg chg="mod">
          <ac:chgData name="Mengmeng Ge" userId="bb5bc401-97cb-4caf-9857-8ff441375414" providerId="ADAL" clId="{FE8E8028-711E-4BD0-84B2-9D18258AA3DC}" dt="2024-09-12T22:31:55.654" v="244" actId="1035"/>
          <ac:spMkLst>
            <pc:docMk/>
            <pc:sldMk cId="2293653073" sldId="366"/>
            <ac:spMk id="587845" creationId="{00000000-0000-0000-0000-000000000000}"/>
          </ac:spMkLst>
        </pc:spChg>
        <pc:spChg chg="mod">
          <ac:chgData name="Mengmeng Ge" userId="bb5bc401-97cb-4caf-9857-8ff441375414" providerId="ADAL" clId="{FE8E8028-711E-4BD0-84B2-9D18258AA3DC}" dt="2024-09-12T22:31:55.654" v="244" actId="1035"/>
          <ac:spMkLst>
            <pc:docMk/>
            <pc:sldMk cId="2293653073" sldId="366"/>
            <ac:spMk id="587846" creationId="{00000000-0000-0000-0000-000000000000}"/>
          </ac:spMkLst>
        </pc:spChg>
        <pc:spChg chg="mod">
          <ac:chgData name="Mengmeng Ge" userId="bb5bc401-97cb-4caf-9857-8ff441375414" providerId="ADAL" clId="{FE8E8028-711E-4BD0-84B2-9D18258AA3DC}" dt="2024-09-12T22:31:55.654" v="244" actId="1035"/>
          <ac:spMkLst>
            <pc:docMk/>
            <pc:sldMk cId="2293653073" sldId="366"/>
            <ac:spMk id="587848" creationId="{00000000-0000-0000-0000-000000000000}"/>
          </ac:spMkLst>
        </pc:spChg>
        <pc:spChg chg="mod">
          <ac:chgData name="Mengmeng Ge" userId="bb5bc401-97cb-4caf-9857-8ff441375414" providerId="ADAL" clId="{FE8E8028-711E-4BD0-84B2-9D18258AA3DC}" dt="2024-09-12T22:31:55.654" v="244" actId="1035"/>
          <ac:spMkLst>
            <pc:docMk/>
            <pc:sldMk cId="2293653073" sldId="366"/>
            <ac:spMk id="587849" creationId="{00000000-0000-0000-0000-000000000000}"/>
          </ac:spMkLst>
        </pc:spChg>
        <pc:spChg chg="mod">
          <ac:chgData name="Mengmeng Ge" userId="bb5bc401-97cb-4caf-9857-8ff441375414" providerId="ADAL" clId="{FE8E8028-711E-4BD0-84B2-9D18258AA3DC}" dt="2024-09-12T22:31:55.654" v="244" actId="1035"/>
          <ac:spMkLst>
            <pc:docMk/>
            <pc:sldMk cId="2293653073" sldId="366"/>
            <ac:spMk id="587850" creationId="{00000000-0000-0000-0000-000000000000}"/>
          </ac:spMkLst>
        </pc:spChg>
        <pc:spChg chg="mod">
          <ac:chgData name="Mengmeng Ge" userId="bb5bc401-97cb-4caf-9857-8ff441375414" providerId="ADAL" clId="{FE8E8028-711E-4BD0-84B2-9D18258AA3DC}" dt="2024-09-12T22:31:55.654" v="244" actId="1035"/>
          <ac:spMkLst>
            <pc:docMk/>
            <pc:sldMk cId="2293653073" sldId="366"/>
            <ac:spMk id="587851" creationId="{00000000-0000-0000-0000-000000000000}"/>
          </ac:spMkLst>
        </pc:spChg>
        <pc:spChg chg="mod">
          <ac:chgData name="Mengmeng Ge" userId="bb5bc401-97cb-4caf-9857-8ff441375414" providerId="ADAL" clId="{FE8E8028-711E-4BD0-84B2-9D18258AA3DC}" dt="2024-09-12T22:31:55.654" v="244" actId="1035"/>
          <ac:spMkLst>
            <pc:docMk/>
            <pc:sldMk cId="2293653073" sldId="366"/>
            <ac:spMk id="587852" creationId="{00000000-0000-0000-0000-000000000000}"/>
          </ac:spMkLst>
        </pc:spChg>
        <pc:spChg chg="mod">
          <ac:chgData name="Mengmeng Ge" userId="bb5bc401-97cb-4caf-9857-8ff441375414" providerId="ADAL" clId="{FE8E8028-711E-4BD0-84B2-9D18258AA3DC}" dt="2024-09-12T22:31:55.654" v="244" actId="1035"/>
          <ac:spMkLst>
            <pc:docMk/>
            <pc:sldMk cId="2293653073" sldId="366"/>
            <ac:spMk id="587853" creationId="{00000000-0000-0000-0000-000000000000}"/>
          </ac:spMkLst>
        </pc:spChg>
        <pc:spChg chg="mod">
          <ac:chgData name="Mengmeng Ge" userId="bb5bc401-97cb-4caf-9857-8ff441375414" providerId="ADAL" clId="{FE8E8028-711E-4BD0-84B2-9D18258AA3DC}" dt="2024-09-12T22:31:55.654" v="244" actId="1035"/>
          <ac:spMkLst>
            <pc:docMk/>
            <pc:sldMk cId="2293653073" sldId="366"/>
            <ac:spMk id="587854" creationId="{00000000-0000-0000-0000-000000000000}"/>
          </ac:spMkLst>
        </pc:spChg>
        <pc:spChg chg="mod">
          <ac:chgData name="Mengmeng Ge" userId="bb5bc401-97cb-4caf-9857-8ff441375414" providerId="ADAL" clId="{FE8E8028-711E-4BD0-84B2-9D18258AA3DC}" dt="2024-09-12T22:31:55.654" v="244" actId="1035"/>
          <ac:spMkLst>
            <pc:docMk/>
            <pc:sldMk cId="2293653073" sldId="366"/>
            <ac:spMk id="587856" creationId="{00000000-0000-0000-0000-000000000000}"/>
          </ac:spMkLst>
        </pc:spChg>
        <pc:spChg chg="mod">
          <ac:chgData name="Mengmeng Ge" userId="bb5bc401-97cb-4caf-9857-8ff441375414" providerId="ADAL" clId="{FE8E8028-711E-4BD0-84B2-9D18258AA3DC}" dt="2024-09-12T22:31:55.654" v="244" actId="1035"/>
          <ac:spMkLst>
            <pc:docMk/>
            <pc:sldMk cId="2293653073" sldId="366"/>
            <ac:spMk id="587857" creationId="{00000000-0000-0000-0000-000000000000}"/>
          </ac:spMkLst>
        </pc:spChg>
        <pc:spChg chg="mod">
          <ac:chgData name="Mengmeng Ge" userId="bb5bc401-97cb-4caf-9857-8ff441375414" providerId="ADAL" clId="{FE8E8028-711E-4BD0-84B2-9D18258AA3DC}" dt="2024-09-12T22:31:55.654" v="244" actId="1035"/>
          <ac:spMkLst>
            <pc:docMk/>
            <pc:sldMk cId="2293653073" sldId="366"/>
            <ac:spMk id="587858" creationId="{00000000-0000-0000-0000-000000000000}"/>
          </ac:spMkLst>
        </pc:spChg>
        <pc:spChg chg="mod">
          <ac:chgData name="Mengmeng Ge" userId="bb5bc401-97cb-4caf-9857-8ff441375414" providerId="ADAL" clId="{FE8E8028-711E-4BD0-84B2-9D18258AA3DC}" dt="2024-09-12T22:31:55.654" v="244" actId="1035"/>
          <ac:spMkLst>
            <pc:docMk/>
            <pc:sldMk cId="2293653073" sldId="366"/>
            <ac:spMk id="587859" creationId="{00000000-0000-0000-0000-000000000000}"/>
          </ac:spMkLst>
        </pc:spChg>
        <pc:spChg chg="mod">
          <ac:chgData name="Mengmeng Ge" userId="bb5bc401-97cb-4caf-9857-8ff441375414" providerId="ADAL" clId="{FE8E8028-711E-4BD0-84B2-9D18258AA3DC}" dt="2024-09-12T22:31:55.654" v="244" actId="1035"/>
          <ac:spMkLst>
            <pc:docMk/>
            <pc:sldMk cId="2293653073" sldId="366"/>
            <ac:spMk id="587860" creationId="{00000000-0000-0000-0000-000000000000}"/>
          </ac:spMkLst>
        </pc:spChg>
        <pc:spChg chg="mod">
          <ac:chgData name="Mengmeng Ge" userId="bb5bc401-97cb-4caf-9857-8ff441375414" providerId="ADAL" clId="{FE8E8028-711E-4BD0-84B2-9D18258AA3DC}" dt="2024-09-12T22:31:55.654" v="244" actId="1035"/>
          <ac:spMkLst>
            <pc:docMk/>
            <pc:sldMk cId="2293653073" sldId="366"/>
            <ac:spMk id="587862" creationId="{00000000-0000-0000-0000-000000000000}"/>
          </ac:spMkLst>
        </pc:spChg>
        <pc:spChg chg="mod">
          <ac:chgData name="Mengmeng Ge" userId="bb5bc401-97cb-4caf-9857-8ff441375414" providerId="ADAL" clId="{FE8E8028-711E-4BD0-84B2-9D18258AA3DC}" dt="2024-09-12T22:31:55.654" v="244" actId="1035"/>
          <ac:spMkLst>
            <pc:docMk/>
            <pc:sldMk cId="2293653073" sldId="366"/>
            <ac:spMk id="587863" creationId="{00000000-0000-0000-0000-000000000000}"/>
          </ac:spMkLst>
        </pc:spChg>
        <pc:spChg chg="mod">
          <ac:chgData name="Mengmeng Ge" userId="bb5bc401-97cb-4caf-9857-8ff441375414" providerId="ADAL" clId="{FE8E8028-711E-4BD0-84B2-9D18258AA3DC}" dt="2024-09-12T22:31:55.654" v="244" actId="1035"/>
          <ac:spMkLst>
            <pc:docMk/>
            <pc:sldMk cId="2293653073" sldId="366"/>
            <ac:spMk id="587876" creationId="{00000000-0000-0000-0000-000000000000}"/>
          </ac:spMkLst>
        </pc:spChg>
        <pc:spChg chg="mod">
          <ac:chgData name="Mengmeng Ge" userId="bb5bc401-97cb-4caf-9857-8ff441375414" providerId="ADAL" clId="{FE8E8028-711E-4BD0-84B2-9D18258AA3DC}" dt="2024-09-12T22:31:55.654" v="244" actId="1035"/>
          <ac:spMkLst>
            <pc:docMk/>
            <pc:sldMk cId="2293653073" sldId="366"/>
            <ac:spMk id="587877" creationId="{00000000-0000-0000-0000-000000000000}"/>
          </ac:spMkLst>
        </pc:spChg>
        <pc:spChg chg="mod">
          <ac:chgData name="Mengmeng Ge" userId="bb5bc401-97cb-4caf-9857-8ff441375414" providerId="ADAL" clId="{FE8E8028-711E-4BD0-84B2-9D18258AA3DC}" dt="2024-09-12T22:31:55.654" v="244" actId="1035"/>
          <ac:spMkLst>
            <pc:docMk/>
            <pc:sldMk cId="2293653073" sldId="366"/>
            <ac:spMk id="587878" creationId="{00000000-0000-0000-0000-000000000000}"/>
          </ac:spMkLst>
        </pc:spChg>
        <pc:spChg chg="mod">
          <ac:chgData name="Mengmeng Ge" userId="bb5bc401-97cb-4caf-9857-8ff441375414" providerId="ADAL" clId="{FE8E8028-711E-4BD0-84B2-9D18258AA3DC}" dt="2024-09-12T22:31:55.654" v="244" actId="1035"/>
          <ac:spMkLst>
            <pc:docMk/>
            <pc:sldMk cId="2293653073" sldId="366"/>
            <ac:spMk id="587879" creationId="{00000000-0000-0000-0000-000000000000}"/>
          </ac:spMkLst>
        </pc:spChg>
        <pc:spChg chg="mod">
          <ac:chgData name="Mengmeng Ge" userId="bb5bc401-97cb-4caf-9857-8ff441375414" providerId="ADAL" clId="{FE8E8028-711E-4BD0-84B2-9D18258AA3DC}" dt="2024-09-12T22:31:55.654" v="244" actId="1035"/>
          <ac:spMkLst>
            <pc:docMk/>
            <pc:sldMk cId="2293653073" sldId="366"/>
            <ac:spMk id="587880" creationId="{00000000-0000-0000-0000-000000000000}"/>
          </ac:spMkLst>
        </pc:spChg>
        <pc:spChg chg="mod">
          <ac:chgData name="Mengmeng Ge" userId="bb5bc401-97cb-4caf-9857-8ff441375414" providerId="ADAL" clId="{FE8E8028-711E-4BD0-84B2-9D18258AA3DC}" dt="2024-09-12T22:31:55.654" v="244" actId="1035"/>
          <ac:spMkLst>
            <pc:docMk/>
            <pc:sldMk cId="2293653073" sldId="366"/>
            <ac:spMk id="587882" creationId="{00000000-0000-0000-0000-000000000000}"/>
          </ac:spMkLst>
        </pc:spChg>
        <pc:spChg chg="mod">
          <ac:chgData name="Mengmeng Ge" userId="bb5bc401-97cb-4caf-9857-8ff441375414" providerId="ADAL" clId="{FE8E8028-711E-4BD0-84B2-9D18258AA3DC}" dt="2024-09-12T22:31:55.654" v="244" actId="1035"/>
          <ac:spMkLst>
            <pc:docMk/>
            <pc:sldMk cId="2293653073" sldId="366"/>
            <ac:spMk id="587883" creationId="{00000000-0000-0000-0000-000000000000}"/>
          </ac:spMkLst>
        </pc:spChg>
        <pc:spChg chg="mod">
          <ac:chgData name="Mengmeng Ge" userId="bb5bc401-97cb-4caf-9857-8ff441375414" providerId="ADAL" clId="{FE8E8028-711E-4BD0-84B2-9D18258AA3DC}" dt="2024-09-12T22:31:55.654" v="244" actId="1035"/>
          <ac:spMkLst>
            <pc:docMk/>
            <pc:sldMk cId="2293653073" sldId="366"/>
            <ac:spMk id="587884" creationId="{00000000-0000-0000-0000-000000000000}"/>
          </ac:spMkLst>
        </pc:spChg>
        <pc:spChg chg="mod">
          <ac:chgData name="Mengmeng Ge" userId="bb5bc401-97cb-4caf-9857-8ff441375414" providerId="ADAL" clId="{FE8E8028-711E-4BD0-84B2-9D18258AA3DC}" dt="2024-09-12T22:31:55.654" v="244" actId="1035"/>
          <ac:spMkLst>
            <pc:docMk/>
            <pc:sldMk cId="2293653073" sldId="366"/>
            <ac:spMk id="587885" creationId="{00000000-0000-0000-0000-000000000000}"/>
          </ac:spMkLst>
        </pc:spChg>
        <pc:spChg chg="mod">
          <ac:chgData name="Mengmeng Ge" userId="bb5bc401-97cb-4caf-9857-8ff441375414" providerId="ADAL" clId="{FE8E8028-711E-4BD0-84B2-9D18258AA3DC}" dt="2024-09-12T22:31:55.654" v="244" actId="1035"/>
          <ac:spMkLst>
            <pc:docMk/>
            <pc:sldMk cId="2293653073" sldId="366"/>
            <ac:spMk id="587886" creationId="{00000000-0000-0000-0000-000000000000}"/>
          </ac:spMkLst>
        </pc:spChg>
        <pc:spChg chg="mod">
          <ac:chgData name="Mengmeng Ge" userId="bb5bc401-97cb-4caf-9857-8ff441375414" providerId="ADAL" clId="{FE8E8028-711E-4BD0-84B2-9D18258AA3DC}" dt="2024-09-12T22:31:55.654" v="244" actId="1035"/>
          <ac:spMkLst>
            <pc:docMk/>
            <pc:sldMk cId="2293653073" sldId="366"/>
            <ac:spMk id="587887" creationId="{00000000-0000-0000-0000-000000000000}"/>
          </ac:spMkLst>
        </pc:spChg>
        <pc:spChg chg="mod">
          <ac:chgData name="Mengmeng Ge" userId="bb5bc401-97cb-4caf-9857-8ff441375414" providerId="ADAL" clId="{FE8E8028-711E-4BD0-84B2-9D18258AA3DC}" dt="2024-09-12T22:31:55.654" v="244" actId="1035"/>
          <ac:spMkLst>
            <pc:docMk/>
            <pc:sldMk cId="2293653073" sldId="366"/>
            <ac:spMk id="587888" creationId="{00000000-0000-0000-0000-000000000000}"/>
          </ac:spMkLst>
        </pc:spChg>
        <pc:spChg chg="mod">
          <ac:chgData name="Mengmeng Ge" userId="bb5bc401-97cb-4caf-9857-8ff441375414" providerId="ADAL" clId="{FE8E8028-711E-4BD0-84B2-9D18258AA3DC}" dt="2024-09-12T22:31:55.654" v="244" actId="1035"/>
          <ac:spMkLst>
            <pc:docMk/>
            <pc:sldMk cId="2293653073" sldId="366"/>
            <ac:spMk id="587889" creationId="{00000000-0000-0000-0000-000000000000}"/>
          </ac:spMkLst>
        </pc:spChg>
        <pc:spChg chg="mod">
          <ac:chgData name="Mengmeng Ge" userId="bb5bc401-97cb-4caf-9857-8ff441375414" providerId="ADAL" clId="{FE8E8028-711E-4BD0-84B2-9D18258AA3DC}" dt="2024-09-12T22:31:55.654" v="244" actId="1035"/>
          <ac:spMkLst>
            <pc:docMk/>
            <pc:sldMk cId="2293653073" sldId="366"/>
            <ac:spMk id="587890" creationId="{00000000-0000-0000-0000-000000000000}"/>
          </ac:spMkLst>
        </pc:spChg>
        <pc:spChg chg="mod">
          <ac:chgData name="Mengmeng Ge" userId="bb5bc401-97cb-4caf-9857-8ff441375414" providerId="ADAL" clId="{FE8E8028-711E-4BD0-84B2-9D18258AA3DC}" dt="2024-09-12T22:31:55.654" v="244" actId="1035"/>
          <ac:spMkLst>
            <pc:docMk/>
            <pc:sldMk cId="2293653073" sldId="366"/>
            <ac:spMk id="587891" creationId="{00000000-0000-0000-0000-000000000000}"/>
          </ac:spMkLst>
        </pc:spChg>
        <pc:spChg chg="mod">
          <ac:chgData name="Mengmeng Ge" userId="bb5bc401-97cb-4caf-9857-8ff441375414" providerId="ADAL" clId="{FE8E8028-711E-4BD0-84B2-9D18258AA3DC}" dt="2024-09-12T22:31:55.654" v="244" actId="1035"/>
          <ac:spMkLst>
            <pc:docMk/>
            <pc:sldMk cId="2293653073" sldId="366"/>
            <ac:spMk id="587892" creationId="{00000000-0000-0000-0000-000000000000}"/>
          </ac:spMkLst>
        </pc:spChg>
        <pc:spChg chg="mod">
          <ac:chgData name="Mengmeng Ge" userId="bb5bc401-97cb-4caf-9857-8ff441375414" providerId="ADAL" clId="{FE8E8028-711E-4BD0-84B2-9D18258AA3DC}" dt="2024-09-12T22:31:55.654" v="244" actId="1035"/>
          <ac:spMkLst>
            <pc:docMk/>
            <pc:sldMk cId="2293653073" sldId="366"/>
            <ac:spMk id="587893" creationId="{00000000-0000-0000-0000-000000000000}"/>
          </ac:spMkLst>
        </pc:spChg>
        <pc:spChg chg="mod">
          <ac:chgData name="Mengmeng Ge" userId="bb5bc401-97cb-4caf-9857-8ff441375414" providerId="ADAL" clId="{FE8E8028-711E-4BD0-84B2-9D18258AA3DC}" dt="2024-09-12T22:31:55.654" v="244" actId="1035"/>
          <ac:spMkLst>
            <pc:docMk/>
            <pc:sldMk cId="2293653073" sldId="366"/>
            <ac:spMk id="587894" creationId="{00000000-0000-0000-0000-000000000000}"/>
          </ac:spMkLst>
        </pc:spChg>
        <pc:spChg chg="mod">
          <ac:chgData name="Mengmeng Ge" userId="bb5bc401-97cb-4caf-9857-8ff441375414" providerId="ADAL" clId="{FE8E8028-711E-4BD0-84B2-9D18258AA3DC}" dt="2024-09-12T22:31:55.654" v="244" actId="1035"/>
          <ac:spMkLst>
            <pc:docMk/>
            <pc:sldMk cId="2293653073" sldId="366"/>
            <ac:spMk id="587895" creationId="{00000000-0000-0000-0000-000000000000}"/>
          </ac:spMkLst>
        </pc:spChg>
        <pc:spChg chg="mod">
          <ac:chgData name="Mengmeng Ge" userId="bb5bc401-97cb-4caf-9857-8ff441375414" providerId="ADAL" clId="{FE8E8028-711E-4BD0-84B2-9D18258AA3DC}" dt="2024-09-12T22:31:55.654" v="244" actId="1035"/>
          <ac:spMkLst>
            <pc:docMk/>
            <pc:sldMk cId="2293653073" sldId="366"/>
            <ac:spMk id="587896" creationId="{00000000-0000-0000-0000-000000000000}"/>
          </ac:spMkLst>
        </pc:spChg>
        <pc:spChg chg="mod">
          <ac:chgData name="Mengmeng Ge" userId="bb5bc401-97cb-4caf-9857-8ff441375414" providerId="ADAL" clId="{FE8E8028-711E-4BD0-84B2-9D18258AA3DC}" dt="2024-09-12T22:31:55.654" v="244" actId="1035"/>
          <ac:spMkLst>
            <pc:docMk/>
            <pc:sldMk cId="2293653073" sldId="366"/>
            <ac:spMk id="587897" creationId="{00000000-0000-0000-0000-000000000000}"/>
          </ac:spMkLst>
        </pc:spChg>
        <pc:spChg chg="mod">
          <ac:chgData name="Mengmeng Ge" userId="bb5bc401-97cb-4caf-9857-8ff441375414" providerId="ADAL" clId="{FE8E8028-711E-4BD0-84B2-9D18258AA3DC}" dt="2024-09-12T22:31:55.654" v="244" actId="1035"/>
          <ac:spMkLst>
            <pc:docMk/>
            <pc:sldMk cId="2293653073" sldId="366"/>
            <ac:spMk id="587898" creationId="{00000000-0000-0000-0000-000000000000}"/>
          </ac:spMkLst>
        </pc:spChg>
        <pc:spChg chg="mod ord">
          <ac:chgData name="Mengmeng Ge" userId="bb5bc401-97cb-4caf-9857-8ff441375414" providerId="ADAL" clId="{FE8E8028-711E-4BD0-84B2-9D18258AA3DC}" dt="2024-09-12T22:30:08.820" v="99" actId="14100"/>
          <ac:spMkLst>
            <pc:docMk/>
            <pc:sldMk cId="2293653073" sldId="366"/>
            <ac:spMk id="587899" creationId="{00000000-0000-0000-0000-000000000000}"/>
          </ac:spMkLst>
        </pc:spChg>
        <pc:grpChg chg="mod">
          <ac:chgData name="Mengmeng Ge" userId="bb5bc401-97cb-4caf-9857-8ff441375414" providerId="ADAL" clId="{FE8E8028-711E-4BD0-84B2-9D18258AA3DC}" dt="2024-09-12T22:31:55.654" v="244" actId="1035"/>
          <ac:grpSpMkLst>
            <pc:docMk/>
            <pc:sldMk cId="2293653073" sldId="366"/>
            <ac:grpSpMk id="587794" creationId="{00000000-0000-0000-0000-000000000000}"/>
          </ac:grpSpMkLst>
        </pc:grpChg>
        <pc:grpChg chg="mod">
          <ac:chgData name="Mengmeng Ge" userId="bb5bc401-97cb-4caf-9857-8ff441375414" providerId="ADAL" clId="{FE8E8028-711E-4BD0-84B2-9D18258AA3DC}" dt="2024-09-12T22:31:55.654" v="244" actId="1035"/>
          <ac:grpSpMkLst>
            <pc:docMk/>
            <pc:sldMk cId="2293653073" sldId="366"/>
            <ac:grpSpMk id="587809" creationId="{00000000-0000-0000-0000-000000000000}"/>
          </ac:grpSpMkLst>
        </pc:grpChg>
        <pc:grpChg chg="mod">
          <ac:chgData name="Mengmeng Ge" userId="bb5bc401-97cb-4caf-9857-8ff441375414" providerId="ADAL" clId="{FE8E8028-711E-4BD0-84B2-9D18258AA3DC}" dt="2024-09-12T22:31:55.654" v="244" actId="1035"/>
          <ac:grpSpMkLst>
            <pc:docMk/>
            <pc:sldMk cId="2293653073" sldId="366"/>
            <ac:grpSpMk id="587839" creationId="{00000000-0000-0000-0000-000000000000}"/>
          </ac:grpSpMkLst>
        </pc:grpChg>
        <pc:grpChg chg="mod">
          <ac:chgData name="Mengmeng Ge" userId="bb5bc401-97cb-4caf-9857-8ff441375414" providerId="ADAL" clId="{FE8E8028-711E-4BD0-84B2-9D18258AA3DC}" dt="2024-09-12T22:31:55.654" v="244" actId="1035"/>
          <ac:grpSpMkLst>
            <pc:docMk/>
            <pc:sldMk cId="2293653073" sldId="366"/>
            <ac:grpSpMk id="587847" creationId="{00000000-0000-0000-0000-000000000000}"/>
          </ac:grpSpMkLst>
        </pc:grpChg>
        <pc:grpChg chg="mod">
          <ac:chgData name="Mengmeng Ge" userId="bb5bc401-97cb-4caf-9857-8ff441375414" providerId="ADAL" clId="{FE8E8028-711E-4BD0-84B2-9D18258AA3DC}" dt="2024-09-12T22:31:55.654" v="244" actId="1035"/>
          <ac:grpSpMkLst>
            <pc:docMk/>
            <pc:sldMk cId="2293653073" sldId="366"/>
            <ac:grpSpMk id="587855" creationId="{00000000-0000-0000-0000-000000000000}"/>
          </ac:grpSpMkLst>
        </pc:grpChg>
        <pc:grpChg chg="mod">
          <ac:chgData name="Mengmeng Ge" userId="bb5bc401-97cb-4caf-9857-8ff441375414" providerId="ADAL" clId="{FE8E8028-711E-4BD0-84B2-9D18258AA3DC}" dt="2024-09-12T22:31:55.654" v="244" actId="1035"/>
          <ac:grpSpMkLst>
            <pc:docMk/>
            <pc:sldMk cId="2293653073" sldId="366"/>
            <ac:grpSpMk id="587861" creationId="{00000000-0000-0000-0000-000000000000}"/>
          </ac:grpSpMkLst>
        </pc:grpChg>
        <pc:grpChg chg="mod">
          <ac:chgData name="Mengmeng Ge" userId="bb5bc401-97cb-4caf-9857-8ff441375414" providerId="ADAL" clId="{FE8E8028-711E-4BD0-84B2-9D18258AA3DC}" dt="2024-09-12T22:31:55.654" v="244" actId="1035"/>
          <ac:grpSpMkLst>
            <pc:docMk/>
            <pc:sldMk cId="2293653073" sldId="366"/>
            <ac:grpSpMk id="587875" creationId="{00000000-0000-0000-0000-000000000000}"/>
          </ac:grpSpMkLst>
        </pc:grpChg>
        <pc:grpChg chg="mod">
          <ac:chgData name="Mengmeng Ge" userId="bb5bc401-97cb-4caf-9857-8ff441375414" providerId="ADAL" clId="{FE8E8028-711E-4BD0-84B2-9D18258AA3DC}" dt="2024-09-12T22:31:55.654" v="244" actId="1035"/>
          <ac:grpSpMkLst>
            <pc:docMk/>
            <pc:sldMk cId="2293653073" sldId="366"/>
            <ac:grpSpMk id="587881" creationId="{00000000-0000-0000-0000-000000000000}"/>
          </ac:grpSpMkLst>
        </pc:grpChg>
        <pc:grpChg chg="mod">
          <ac:chgData name="Mengmeng Ge" userId="bb5bc401-97cb-4caf-9857-8ff441375414" providerId="ADAL" clId="{FE8E8028-711E-4BD0-84B2-9D18258AA3DC}" dt="2024-09-12T22:31:55.654" v="244" actId="1035"/>
          <ac:grpSpMkLst>
            <pc:docMk/>
            <pc:sldMk cId="2293653073" sldId="366"/>
            <ac:grpSpMk id="587902" creationId="{00000000-0000-0000-0000-000000000000}"/>
          </ac:grpSpMkLst>
        </pc:grpChg>
      </pc:sldChg>
      <pc:sldChg chg="addSp delSp modSp mod modClrScheme addAnim delAnim modAnim chgLayout modNotesTx">
        <pc:chgData name="Mengmeng Ge" userId="bb5bc401-97cb-4caf-9857-8ff441375414" providerId="ADAL" clId="{FE8E8028-711E-4BD0-84B2-9D18258AA3DC}" dt="2024-09-13T00:52:53.704" v="1623" actId="20577"/>
        <pc:sldMkLst>
          <pc:docMk/>
          <pc:sldMk cId="2239467557" sldId="367"/>
        </pc:sldMkLst>
        <pc:spChg chg="add del mod ord">
          <ac:chgData name="Mengmeng Ge" userId="bb5bc401-97cb-4caf-9857-8ff441375414" providerId="ADAL" clId="{FE8E8028-711E-4BD0-84B2-9D18258AA3DC}" dt="2024-09-13T00:19:50.834" v="520" actId="478"/>
          <ac:spMkLst>
            <pc:docMk/>
            <pc:sldMk cId="2239467557" sldId="367"/>
            <ac:spMk id="2" creationId="{877373E8-0855-1643-FD4F-0E895266BDD8}"/>
          </ac:spMkLst>
        </pc:spChg>
        <pc:spChg chg="add mod">
          <ac:chgData name="Mengmeng Ge" userId="bb5bc401-97cb-4caf-9857-8ff441375414" providerId="ADAL" clId="{FE8E8028-711E-4BD0-84B2-9D18258AA3DC}" dt="2024-09-13T00:20:45.568" v="529" actId="1035"/>
          <ac:spMkLst>
            <pc:docMk/>
            <pc:sldMk cId="2239467557" sldId="367"/>
            <ac:spMk id="3" creationId="{D5EBC883-20D9-F137-651F-AD73E04EDF9C}"/>
          </ac:spMkLst>
        </pc:spChg>
        <pc:spChg chg="mod">
          <ac:chgData name="Mengmeng Ge" userId="bb5bc401-97cb-4caf-9857-8ff441375414" providerId="ADAL" clId="{FE8E8028-711E-4BD0-84B2-9D18258AA3DC}" dt="2024-09-13T00:52:53.704" v="1623" actId="20577"/>
          <ac:spMkLst>
            <pc:docMk/>
            <pc:sldMk cId="2239467557" sldId="367"/>
            <ac:spMk id="4" creationId="{00000000-0000-0000-0000-000000000000}"/>
          </ac:spMkLst>
        </pc:spChg>
        <pc:spChg chg="del">
          <ac:chgData name="Mengmeng Ge" userId="bb5bc401-97cb-4caf-9857-8ff441375414" providerId="ADAL" clId="{FE8E8028-711E-4BD0-84B2-9D18258AA3DC}" dt="2024-09-13T00:19:42.373" v="518" actId="478"/>
          <ac:spMkLst>
            <pc:docMk/>
            <pc:sldMk cId="2239467557" sldId="367"/>
            <ac:spMk id="7" creationId="{00000000-0000-0000-0000-000000000000}"/>
          </ac:spMkLst>
        </pc:spChg>
        <pc:spChg chg="del">
          <ac:chgData name="Mengmeng Ge" userId="bb5bc401-97cb-4caf-9857-8ff441375414" providerId="ADAL" clId="{FE8E8028-711E-4BD0-84B2-9D18258AA3DC}" dt="2024-09-13T00:19:44.634" v="519" actId="478"/>
          <ac:spMkLst>
            <pc:docMk/>
            <pc:sldMk cId="2239467557" sldId="367"/>
            <ac:spMk id="8" creationId="{00000000-0000-0000-0000-000000000000}"/>
          </ac:spMkLst>
        </pc:spChg>
        <pc:spChg chg="mod ord">
          <ac:chgData name="Mengmeng Ge" userId="bb5bc401-97cb-4caf-9857-8ff441375414" providerId="ADAL" clId="{FE8E8028-711E-4BD0-84B2-9D18258AA3DC}" dt="2024-09-12T22:33:05.884" v="369" actId="700"/>
          <ac:spMkLst>
            <pc:docMk/>
            <pc:sldMk cId="2239467557" sldId="367"/>
            <ac:spMk id="116" creationId="{00000000-0000-0000-0000-000000000000}"/>
          </ac:spMkLst>
        </pc:spChg>
        <pc:spChg chg="del mod">
          <ac:chgData name="Mengmeng Ge" userId="bb5bc401-97cb-4caf-9857-8ff441375414" providerId="ADAL" clId="{FE8E8028-711E-4BD0-84B2-9D18258AA3DC}" dt="2024-09-13T00:23:22.599" v="661" actId="478"/>
          <ac:spMkLst>
            <pc:docMk/>
            <pc:sldMk cId="2239467557" sldId="367"/>
            <ac:spMk id="120" creationId="{00000000-0000-0000-0000-000000000000}"/>
          </ac:spMkLst>
        </pc:spChg>
        <pc:spChg chg="mod ord">
          <ac:chgData name="Mengmeng Ge" userId="bb5bc401-97cb-4caf-9857-8ff441375414" providerId="ADAL" clId="{FE8E8028-711E-4BD0-84B2-9D18258AA3DC}" dt="2024-09-12T22:34:26.883" v="376" actId="255"/>
          <ac:spMkLst>
            <pc:docMk/>
            <pc:sldMk cId="2239467557" sldId="367"/>
            <ac:spMk id="587899" creationId="{00000000-0000-0000-0000-000000000000}"/>
          </ac:spMkLst>
        </pc:spChg>
        <pc:grpChg chg="add del mod">
          <ac:chgData name="Mengmeng Ge" userId="bb5bc401-97cb-4caf-9857-8ff441375414" providerId="ADAL" clId="{FE8E8028-711E-4BD0-84B2-9D18258AA3DC}" dt="2024-09-13T00:23:20.756" v="660" actId="478"/>
          <ac:grpSpMkLst>
            <pc:docMk/>
            <pc:sldMk cId="2239467557" sldId="367"/>
            <ac:grpSpMk id="9" creationId="{00000000-0000-0000-0000-000000000000}"/>
          </ac:grpSpMkLst>
        </pc:grpChg>
      </pc:sldChg>
      <pc:sldChg chg="addSp delSp modSp mod modClrScheme delAnim modAnim chgLayout modNotesTx">
        <pc:chgData name="Mengmeng Ge" userId="bb5bc401-97cb-4caf-9857-8ff441375414" providerId="ADAL" clId="{FE8E8028-711E-4BD0-84B2-9D18258AA3DC}" dt="2024-09-13T00:43:15.523" v="1337"/>
        <pc:sldMkLst>
          <pc:docMk/>
          <pc:sldMk cId="2312697112" sldId="368"/>
        </pc:sldMkLst>
        <pc:spChg chg="del">
          <ac:chgData name="Mengmeng Ge" userId="bb5bc401-97cb-4caf-9857-8ff441375414" providerId="ADAL" clId="{FE8E8028-711E-4BD0-84B2-9D18258AA3DC}" dt="2024-09-13T00:37:17.343" v="1027" actId="478"/>
          <ac:spMkLst>
            <pc:docMk/>
            <pc:sldMk cId="2312697112" sldId="368"/>
            <ac:spMk id="2" creationId="{00000000-0000-0000-0000-000000000000}"/>
          </ac:spMkLst>
        </pc:spChg>
        <pc:spChg chg="del">
          <ac:chgData name="Mengmeng Ge" userId="bb5bc401-97cb-4caf-9857-8ff441375414" providerId="ADAL" clId="{FE8E8028-711E-4BD0-84B2-9D18258AA3DC}" dt="2024-09-13T00:37:14.503" v="1026" actId="478"/>
          <ac:spMkLst>
            <pc:docMk/>
            <pc:sldMk cId="2312697112" sldId="368"/>
            <ac:spMk id="3" creationId="{00000000-0000-0000-0000-000000000000}"/>
          </ac:spMkLst>
        </pc:spChg>
        <pc:spChg chg="add del mod ord">
          <ac:chgData name="Mengmeng Ge" userId="bb5bc401-97cb-4caf-9857-8ff441375414" providerId="ADAL" clId="{FE8E8028-711E-4BD0-84B2-9D18258AA3DC}" dt="2024-09-13T00:37:39.598" v="1031" actId="478"/>
          <ac:spMkLst>
            <pc:docMk/>
            <pc:sldMk cId="2312697112" sldId="368"/>
            <ac:spMk id="4" creationId="{C528F79A-2779-C58B-9D7E-061D9F742420}"/>
          </ac:spMkLst>
        </pc:spChg>
        <pc:spChg chg="del topLvl">
          <ac:chgData name="Mengmeng Ge" userId="bb5bc401-97cb-4caf-9857-8ff441375414" providerId="ADAL" clId="{FE8E8028-711E-4BD0-84B2-9D18258AA3DC}" dt="2024-09-13T00:37:04.850" v="1024" actId="478"/>
          <ac:spMkLst>
            <pc:docMk/>
            <pc:sldMk cId="2312697112" sldId="368"/>
            <ac:spMk id="5" creationId="{00000000-0000-0000-0000-000000000000}"/>
          </ac:spMkLst>
        </pc:spChg>
        <pc:spChg chg="mod topLvl">
          <ac:chgData name="Mengmeng Ge" userId="bb5bc401-97cb-4caf-9857-8ff441375414" providerId="ADAL" clId="{FE8E8028-711E-4BD0-84B2-9D18258AA3DC}" dt="2024-09-13T00:38:41.480" v="1045" actId="14100"/>
          <ac:spMkLst>
            <pc:docMk/>
            <pc:sldMk cId="2312697112" sldId="368"/>
            <ac:spMk id="6" creationId="{00000000-0000-0000-0000-000000000000}"/>
          </ac:spMkLst>
        </pc:spChg>
        <pc:spChg chg="mod">
          <ac:chgData name="Mengmeng Ge" userId="bb5bc401-97cb-4caf-9857-8ff441375414" providerId="ADAL" clId="{FE8E8028-711E-4BD0-84B2-9D18258AA3DC}" dt="2024-09-13T00:42:05.166" v="1318" actId="20577"/>
          <ac:spMkLst>
            <pc:docMk/>
            <pc:sldMk cId="2312697112" sldId="368"/>
            <ac:spMk id="10" creationId="{00000000-0000-0000-0000-000000000000}"/>
          </ac:spMkLst>
        </pc:spChg>
        <pc:spChg chg="mod">
          <ac:chgData name="Mengmeng Ge" userId="bb5bc401-97cb-4caf-9857-8ff441375414" providerId="ADAL" clId="{FE8E8028-711E-4BD0-84B2-9D18258AA3DC}" dt="2024-09-13T00:42:31.567" v="1327" actId="1036"/>
          <ac:spMkLst>
            <pc:docMk/>
            <pc:sldMk cId="2312697112" sldId="368"/>
            <ac:spMk id="11" creationId="{00000000-0000-0000-0000-000000000000}"/>
          </ac:spMkLst>
        </pc:spChg>
        <pc:spChg chg="mod ord">
          <ac:chgData name="Mengmeng Ge" userId="bb5bc401-97cb-4caf-9857-8ff441375414" providerId="ADAL" clId="{FE8E8028-711E-4BD0-84B2-9D18258AA3DC}" dt="2024-09-13T00:37:36.317" v="1030" actId="700"/>
          <ac:spMkLst>
            <pc:docMk/>
            <pc:sldMk cId="2312697112" sldId="368"/>
            <ac:spMk id="116" creationId="{00000000-0000-0000-0000-000000000000}"/>
          </ac:spMkLst>
        </pc:spChg>
        <pc:spChg chg="del topLvl">
          <ac:chgData name="Mengmeng Ge" userId="bb5bc401-97cb-4caf-9857-8ff441375414" providerId="ADAL" clId="{FE8E8028-711E-4BD0-84B2-9D18258AA3DC}" dt="2024-09-13T00:37:09.215" v="1025" actId="478"/>
          <ac:spMkLst>
            <pc:docMk/>
            <pc:sldMk cId="2312697112" sldId="368"/>
            <ac:spMk id="122" creationId="{00000000-0000-0000-0000-000000000000}"/>
          </ac:spMkLst>
        </pc:spChg>
        <pc:spChg chg="mod topLvl">
          <ac:chgData name="Mengmeng Ge" userId="bb5bc401-97cb-4caf-9857-8ff441375414" providerId="ADAL" clId="{FE8E8028-711E-4BD0-84B2-9D18258AA3DC}" dt="2024-09-13T00:43:03.380" v="1331" actId="1076"/>
          <ac:spMkLst>
            <pc:docMk/>
            <pc:sldMk cId="2312697112" sldId="368"/>
            <ac:spMk id="123" creationId="{00000000-0000-0000-0000-000000000000}"/>
          </ac:spMkLst>
        </pc:spChg>
        <pc:spChg chg="mod ord">
          <ac:chgData name="Mengmeng Ge" userId="bb5bc401-97cb-4caf-9857-8ff441375414" providerId="ADAL" clId="{FE8E8028-711E-4BD0-84B2-9D18258AA3DC}" dt="2024-09-13T00:37:57.652" v="1034" actId="255"/>
          <ac:spMkLst>
            <pc:docMk/>
            <pc:sldMk cId="2312697112" sldId="368"/>
            <ac:spMk id="587899" creationId="{00000000-0000-0000-0000-000000000000}"/>
          </ac:spMkLst>
        </pc:spChg>
        <pc:grpChg chg="del">
          <ac:chgData name="Mengmeng Ge" userId="bb5bc401-97cb-4caf-9857-8ff441375414" providerId="ADAL" clId="{FE8E8028-711E-4BD0-84B2-9D18258AA3DC}" dt="2024-09-13T00:37:04.850" v="1024" actId="478"/>
          <ac:grpSpMkLst>
            <pc:docMk/>
            <pc:sldMk cId="2312697112" sldId="368"/>
            <ac:grpSpMk id="9" creationId="{00000000-0000-0000-0000-000000000000}"/>
          </ac:grpSpMkLst>
        </pc:grpChg>
        <pc:grpChg chg="del">
          <ac:chgData name="Mengmeng Ge" userId="bb5bc401-97cb-4caf-9857-8ff441375414" providerId="ADAL" clId="{FE8E8028-711E-4BD0-84B2-9D18258AA3DC}" dt="2024-09-13T00:37:09.215" v="1025" actId="478"/>
          <ac:grpSpMkLst>
            <pc:docMk/>
            <pc:sldMk cId="2312697112" sldId="368"/>
            <ac:grpSpMk id="121" creationId="{00000000-0000-0000-0000-000000000000}"/>
          </ac:grpSpMkLst>
        </pc:grpChg>
      </pc:sldChg>
      <pc:sldChg chg="modSp mod">
        <pc:chgData name="Mengmeng Ge" userId="bb5bc401-97cb-4caf-9857-8ff441375414" providerId="ADAL" clId="{FE8E8028-711E-4BD0-84B2-9D18258AA3DC}" dt="2024-09-18T00:57:03.230" v="3796" actId="113"/>
        <pc:sldMkLst>
          <pc:docMk/>
          <pc:sldMk cId="1975125489" sldId="369"/>
        </pc:sldMkLst>
        <pc:spChg chg="mod">
          <ac:chgData name="Mengmeng Ge" userId="bb5bc401-97cb-4caf-9857-8ff441375414" providerId="ADAL" clId="{FE8E8028-711E-4BD0-84B2-9D18258AA3DC}" dt="2024-09-18T00:57:03.230" v="3796" actId="113"/>
          <ac:spMkLst>
            <pc:docMk/>
            <pc:sldMk cId="1975125489" sldId="369"/>
            <ac:spMk id="486403" creationId="{00000000-0000-0000-0000-000000000000}"/>
          </ac:spMkLst>
        </pc:spChg>
      </pc:sldChg>
      <pc:sldChg chg="modNotesTx">
        <pc:chgData name="Mengmeng Ge" userId="bb5bc401-97cb-4caf-9857-8ff441375414" providerId="ADAL" clId="{FE8E8028-711E-4BD0-84B2-9D18258AA3DC}" dt="2024-09-17T23:36:02.571" v="3099" actId="113"/>
        <pc:sldMkLst>
          <pc:docMk/>
          <pc:sldMk cId="3749092311" sldId="370"/>
        </pc:sldMkLst>
      </pc:sldChg>
      <pc:sldChg chg="modSp mod modAnim modNotesTx">
        <pc:chgData name="Mengmeng Ge" userId="bb5bc401-97cb-4caf-9857-8ff441375414" providerId="ADAL" clId="{FE8E8028-711E-4BD0-84B2-9D18258AA3DC}" dt="2024-09-13T01:46:41.174" v="1914"/>
        <pc:sldMkLst>
          <pc:docMk/>
          <pc:sldMk cId="3402288132" sldId="371"/>
        </pc:sldMkLst>
        <pc:spChg chg="mod">
          <ac:chgData name="Mengmeng Ge" userId="bb5bc401-97cb-4caf-9857-8ff441375414" providerId="ADAL" clId="{FE8E8028-711E-4BD0-84B2-9D18258AA3DC}" dt="2024-09-13T01:41:54.262" v="1757" actId="20577"/>
          <ac:spMkLst>
            <pc:docMk/>
            <pc:sldMk cId="3402288132" sldId="371"/>
            <ac:spMk id="602114" creationId="{00000000-0000-0000-0000-000000000000}"/>
          </ac:spMkLst>
        </pc:spChg>
      </pc:sldChg>
      <pc:sldChg chg="modSp mod modAnim modNotesTx">
        <pc:chgData name="Mengmeng Ge" userId="bb5bc401-97cb-4caf-9857-8ff441375414" providerId="ADAL" clId="{FE8E8028-711E-4BD0-84B2-9D18258AA3DC}" dt="2024-09-18T00:19:26.183" v="3585"/>
        <pc:sldMkLst>
          <pc:docMk/>
          <pc:sldMk cId="1267817497" sldId="376"/>
        </pc:sldMkLst>
        <pc:spChg chg="mod">
          <ac:chgData name="Mengmeng Ge" userId="bb5bc401-97cb-4caf-9857-8ff441375414" providerId="ADAL" clId="{FE8E8028-711E-4BD0-84B2-9D18258AA3DC}" dt="2024-09-18T00:16:36.879" v="3545" actId="20577"/>
          <ac:spMkLst>
            <pc:docMk/>
            <pc:sldMk cId="1267817497" sldId="376"/>
            <ac:spMk id="564227" creationId="{00000000-0000-0000-0000-000000000000}"/>
          </ac:spMkLst>
        </pc:spChg>
      </pc:sldChg>
      <pc:sldChg chg="modSp modNotesTx">
        <pc:chgData name="Mengmeng Ge" userId="bb5bc401-97cb-4caf-9857-8ff441375414" providerId="ADAL" clId="{FE8E8028-711E-4BD0-84B2-9D18258AA3DC}" dt="2024-09-19T00:21:03.874" v="4326" actId="20577"/>
        <pc:sldMkLst>
          <pc:docMk/>
          <pc:sldMk cId="2967180200" sldId="384"/>
        </pc:sldMkLst>
        <pc:spChg chg="mod">
          <ac:chgData name="Mengmeng Ge" userId="bb5bc401-97cb-4caf-9857-8ff441375414" providerId="ADAL" clId="{FE8E8028-711E-4BD0-84B2-9D18258AA3DC}" dt="2024-09-19T00:09:03.840" v="4257" actId="20577"/>
          <ac:spMkLst>
            <pc:docMk/>
            <pc:sldMk cId="2967180200" sldId="384"/>
            <ac:spMk id="233525" creationId="{00000000-0000-0000-0000-000000000000}"/>
          </ac:spMkLst>
        </pc:spChg>
      </pc:sldChg>
      <pc:sldChg chg="modAnim">
        <pc:chgData name="Mengmeng Ge" userId="bb5bc401-97cb-4caf-9857-8ff441375414" providerId="ADAL" clId="{FE8E8028-711E-4BD0-84B2-9D18258AA3DC}" dt="2024-09-19T00:27:16.811" v="4392"/>
        <pc:sldMkLst>
          <pc:docMk/>
          <pc:sldMk cId="240469607" sldId="385"/>
        </pc:sldMkLst>
      </pc:sldChg>
      <pc:sldChg chg="modNotesTx">
        <pc:chgData name="Mengmeng Ge" userId="bb5bc401-97cb-4caf-9857-8ff441375414" providerId="ADAL" clId="{FE8E8028-711E-4BD0-84B2-9D18258AA3DC}" dt="2024-09-19T04:47:21.951" v="4930" actId="20577"/>
        <pc:sldMkLst>
          <pc:docMk/>
          <pc:sldMk cId="3134525737" sldId="389"/>
        </pc:sldMkLst>
      </pc:sldChg>
      <pc:sldChg chg="modNotesTx">
        <pc:chgData name="Mengmeng Ge" userId="bb5bc401-97cb-4caf-9857-8ff441375414" providerId="ADAL" clId="{FE8E8028-711E-4BD0-84B2-9D18258AA3DC}" dt="2024-09-19T00:41:24.261" v="4432" actId="20577"/>
        <pc:sldMkLst>
          <pc:docMk/>
          <pc:sldMk cId="3824655394" sldId="391"/>
        </pc:sldMkLst>
      </pc:sldChg>
      <pc:sldChg chg="modNotesTx">
        <pc:chgData name="Mengmeng Ge" userId="bb5bc401-97cb-4caf-9857-8ff441375414" providerId="ADAL" clId="{FE8E8028-711E-4BD0-84B2-9D18258AA3DC}" dt="2024-09-19T01:01:27.254" v="4519" actId="20577"/>
        <pc:sldMkLst>
          <pc:docMk/>
          <pc:sldMk cId="3608595056" sldId="392"/>
        </pc:sldMkLst>
      </pc:sldChg>
      <pc:sldChg chg="modNotesTx">
        <pc:chgData name="Mengmeng Ge" userId="bb5bc401-97cb-4caf-9857-8ff441375414" providerId="ADAL" clId="{FE8E8028-711E-4BD0-84B2-9D18258AA3DC}" dt="2024-09-12T22:20:51.596" v="47" actId="20577"/>
        <pc:sldMkLst>
          <pc:docMk/>
          <pc:sldMk cId="606395498" sldId="632"/>
        </pc:sldMkLst>
      </pc:sldChg>
      <pc:sldChg chg="modAnim modNotesTx">
        <pc:chgData name="Mengmeng Ge" userId="bb5bc401-97cb-4caf-9857-8ff441375414" providerId="ADAL" clId="{FE8E8028-711E-4BD0-84B2-9D18258AA3DC}" dt="2024-09-18T00:04:52.207" v="3428" actId="113"/>
        <pc:sldMkLst>
          <pc:docMk/>
          <pc:sldMk cId="2602930637" sldId="650"/>
        </pc:sldMkLst>
      </pc:sldChg>
      <pc:sldChg chg="modAnim modNotesTx">
        <pc:chgData name="Mengmeng Ge" userId="bb5bc401-97cb-4caf-9857-8ff441375414" providerId="ADAL" clId="{FE8E8028-711E-4BD0-84B2-9D18258AA3DC}" dt="2024-09-17T23:58:37.556" v="3241" actId="20577"/>
        <pc:sldMkLst>
          <pc:docMk/>
          <pc:sldMk cId="31554601" sldId="651"/>
        </pc:sldMkLst>
      </pc:sldChg>
      <pc:sldChg chg="modAnim">
        <pc:chgData name="Mengmeng Ge" userId="bb5bc401-97cb-4caf-9857-8ff441375414" providerId="ADAL" clId="{FE8E8028-711E-4BD0-84B2-9D18258AA3DC}" dt="2024-09-13T01:53:37.463" v="1920"/>
        <pc:sldMkLst>
          <pc:docMk/>
          <pc:sldMk cId="208897683" sldId="652"/>
        </pc:sldMkLst>
      </pc:sldChg>
      <pc:sldChg chg="modAnim modNotesTx">
        <pc:chgData name="Mengmeng Ge" userId="bb5bc401-97cb-4caf-9857-8ff441375414" providerId="ADAL" clId="{FE8E8028-711E-4BD0-84B2-9D18258AA3DC}" dt="2024-09-18T00:20:43.139" v="3599"/>
        <pc:sldMkLst>
          <pc:docMk/>
          <pc:sldMk cId="2857656217" sldId="655"/>
        </pc:sldMkLst>
      </pc:sldChg>
      <pc:sldChg chg="modNotesTx">
        <pc:chgData name="Mengmeng Ge" userId="bb5bc401-97cb-4caf-9857-8ff441375414" providerId="ADAL" clId="{FE8E8028-711E-4BD0-84B2-9D18258AA3DC}" dt="2024-09-18T01:27:31.909" v="3980" actId="113"/>
        <pc:sldMkLst>
          <pc:docMk/>
          <pc:sldMk cId="2722137107" sldId="658"/>
        </pc:sldMkLst>
      </pc:sldChg>
      <pc:sldChg chg="modNotesTx">
        <pc:chgData name="Mengmeng Ge" userId="bb5bc401-97cb-4caf-9857-8ff441375414" providerId="ADAL" clId="{FE8E8028-711E-4BD0-84B2-9D18258AA3DC}" dt="2024-09-19T21:31:46.236" v="5171" actId="5793"/>
        <pc:sldMkLst>
          <pc:docMk/>
          <pc:sldMk cId="1493025343" sldId="659"/>
        </pc:sldMkLst>
      </pc:sldChg>
      <pc:sldChg chg="modAnim">
        <pc:chgData name="Mengmeng Ge" userId="bb5bc401-97cb-4caf-9857-8ff441375414" providerId="ADAL" clId="{FE8E8028-711E-4BD0-84B2-9D18258AA3DC}" dt="2024-09-18T00:53:02.324" v="3795"/>
        <pc:sldMkLst>
          <pc:docMk/>
          <pc:sldMk cId="246727263" sldId="662"/>
        </pc:sldMkLst>
      </pc:sldChg>
      <pc:sldChg chg="modNotesTx">
        <pc:chgData name="Mengmeng Ge" userId="bb5bc401-97cb-4caf-9857-8ff441375414" providerId="ADAL" clId="{FE8E8028-711E-4BD0-84B2-9D18258AA3DC}" dt="2024-09-19T00:25:31.492" v="4388" actId="20577"/>
        <pc:sldMkLst>
          <pc:docMk/>
          <pc:sldMk cId="3002826988" sldId="663"/>
        </pc:sldMkLst>
      </pc:sldChg>
      <pc:sldChg chg="modNotesTx">
        <pc:chgData name="Mengmeng Ge" userId="bb5bc401-97cb-4caf-9857-8ff441375414" providerId="ADAL" clId="{FE8E8028-711E-4BD0-84B2-9D18258AA3DC}" dt="2024-09-19T01:13:28.161" v="4898" actId="113"/>
        <pc:sldMkLst>
          <pc:docMk/>
          <pc:sldMk cId="249287668" sldId="665"/>
        </pc:sldMkLst>
      </pc:sldChg>
      <pc:sldChg chg="addSp modSp mod modAnim modNotesTx">
        <pc:chgData name="Mengmeng Ge" userId="bb5bc401-97cb-4caf-9857-8ff441375414" providerId="ADAL" clId="{FE8E8028-711E-4BD0-84B2-9D18258AA3DC}" dt="2024-09-12T22:29:13.053" v="91" actId="1037"/>
        <pc:sldMkLst>
          <pc:docMk/>
          <pc:sldMk cId="2116317456" sldId="666"/>
        </pc:sldMkLst>
        <pc:spChg chg="add mod">
          <ac:chgData name="Mengmeng Ge" userId="bb5bc401-97cb-4caf-9857-8ff441375414" providerId="ADAL" clId="{FE8E8028-711E-4BD0-84B2-9D18258AA3DC}" dt="2024-09-12T22:29:13.053" v="91" actId="1037"/>
          <ac:spMkLst>
            <pc:docMk/>
            <pc:sldMk cId="2116317456" sldId="666"/>
            <ac:spMk id="3" creationId="{00000000-0000-0000-0000-000000000000}"/>
          </ac:spMkLst>
        </pc:spChg>
        <pc:spChg chg="mod">
          <ac:chgData name="Mengmeng Ge" userId="bb5bc401-97cb-4caf-9857-8ff441375414" providerId="ADAL" clId="{FE8E8028-711E-4BD0-84B2-9D18258AA3DC}" dt="2024-09-12T22:28:54.498" v="85" actId="1035"/>
          <ac:spMkLst>
            <pc:docMk/>
            <pc:sldMk cId="2116317456" sldId="666"/>
            <ac:spMk id="6" creationId="{C798FF4E-4517-5A9B-D893-29B494773E52}"/>
          </ac:spMkLst>
        </pc:spChg>
        <pc:spChg chg="mod">
          <ac:chgData name="Mengmeng Ge" userId="bb5bc401-97cb-4caf-9857-8ff441375414" providerId="ADAL" clId="{FE8E8028-711E-4BD0-84B2-9D18258AA3DC}" dt="2024-09-12T22:28:54.498" v="85" actId="1035"/>
          <ac:spMkLst>
            <pc:docMk/>
            <pc:sldMk cId="2116317456" sldId="666"/>
            <ac:spMk id="7" creationId="{B070FC22-406A-B1EB-8222-5D5DBE620285}"/>
          </ac:spMkLst>
        </pc:spChg>
        <pc:spChg chg="mod">
          <ac:chgData name="Mengmeng Ge" userId="bb5bc401-97cb-4caf-9857-8ff441375414" providerId="ADAL" clId="{FE8E8028-711E-4BD0-84B2-9D18258AA3DC}" dt="2024-09-12T22:28:54.498" v="85" actId="1035"/>
          <ac:spMkLst>
            <pc:docMk/>
            <pc:sldMk cId="2116317456" sldId="666"/>
            <ac:spMk id="8" creationId="{0CA4740C-A44E-81D5-2D34-1E24043826EE}"/>
          </ac:spMkLst>
        </pc:spChg>
        <pc:spChg chg="mod">
          <ac:chgData name="Mengmeng Ge" userId="bb5bc401-97cb-4caf-9857-8ff441375414" providerId="ADAL" clId="{FE8E8028-711E-4BD0-84B2-9D18258AA3DC}" dt="2024-09-12T22:28:54.498" v="85" actId="1035"/>
          <ac:spMkLst>
            <pc:docMk/>
            <pc:sldMk cId="2116317456" sldId="666"/>
            <ac:spMk id="9" creationId="{FBABBB6A-AC74-E74A-7756-E310CBE7BE22}"/>
          </ac:spMkLst>
        </pc:spChg>
        <pc:spChg chg="mod">
          <ac:chgData name="Mengmeng Ge" userId="bb5bc401-97cb-4caf-9857-8ff441375414" providerId="ADAL" clId="{FE8E8028-711E-4BD0-84B2-9D18258AA3DC}" dt="2024-09-12T22:28:54.498" v="85" actId="1035"/>
          <ac:spMkLst>
            <pc:docMk/>
            <pc:sldMk cId="2116317456" sldId="666"/>
            <ac:spMk id="10" creationId="{602EA842-9225-BCE3-5C81-C3AB3F2BD192}"/>
          </ac:spMkLst>
        </pc:spChg>
        <pc:spChg chg="mod">
          <ac:chgData name="Mengmeng Ge" userId="bb5bc401-97cb-4caf-9857-8ff441375414" providerId="ADAL" clId="{FE8E8028-711E-4BD0-84B2-9D18258AA3DC}" dt="2024-09-12T22:28:54.498" v="85" actId="1035"/>
          <ac:spMkLst>
            <pc:docMk/>
            <pc:sldMk cId="2116317456" sldId="666"/>
            <ac:spMk id="11" creationId="{B7C6D32C-9C14-5707-46C3-7340587F81E7}"/>
          </ac:spMkLst>
        </pc:spChg>
        <pc:spChg chg="mod">
          <ac:chgData name="Mengmeng Ge" userId="bb5bc401-97cb-4caf-9857-8ff441375414" providerId="ADAL" clId="{FE8E8028-711E-4BD0-84B2-9D18258AA3DC}" dt="2024-09-12T22:28:54.498" v="85" actId="1035"/>
          <ac:spMkLst>
            <pc:docMk/>
            <pc:sldMk cId="2116317456" sldId="666"/>
            <ac:spMk id="12" creationId="{0B297100-DB53-EECF-7096-921E50B924C5}"/>
          </ac:spMkLst>
        </pc:spChg>
        <pc:spChg chg="mod">
          <ac:chgData name="Mengmeng Ge" userId="bb5bc401-97cb-4caf-9857-8ff441375414" providerId="ADAL" clId="{FE8E8028-711E-4BD0-84B2-9D18258AA3DC}" dt="2024-09-12T22:28:54.498" v="85" actId="1035"/>
          <ac:spMkLst>
            <pc:docMk/>
            <pc:sldMk cId="2116317456" sldId="666"/>
            <ac:spMk id="13" creationId="{4A2FCE6F-5494-1C28-803E-CF29CAE6CAA6}"/>
          </ac:spMkLst>
        </pc:spChg>
        <pc:spChg chg="mod">
          <ac:chgData name="Mengmeng Ge" userId="bb5bc401-97cb-4caf-9857-8ff441375414" providerId="ADAL" clId="{FE8E8028-711E-4BD0-84B2-9D18258AA3DC}" dt="2024-09-12T22:28:54.498" v="85" actId="1035"/>
          <ac:spMkLst>
            <pc:docMk/>
            <pc:sldMk cId="2116317456" sldId="666"/>
            <ac:spMk id="14" creationId="{2AEC8518-F645-B355-5C4F-9813ACA01C8D}"/>
          </ac:spMkLst>
        </pc:spChg>
        <pc:spChg chg="mod">
          <ac:chgData name="Mengmeng Ge" userId="bb5bc401-97cb-4caf-9857-8ff441375414" providerId="ADAL" clId="{FE8E8028-711E-4BD0-84B2-9D18258AA3DC}" dt="2024-09-12T22:28:54.498" v="85" actId="1035"/>
          <ac:spMkLst>
            <pc:docMk/>
            <pc:sldMk cId="2116317456" sldId="666"/>
            <ac:spMk id="15" creationId="{847D97D9-35C6-DBF7-FE96-477A500B48C5}"/>
          </ac:spMkLst>
        </pc:spChg>
        <pc:spChg chg="mod">
          <ac:chgData name="Mengmeng Ge" userId="bb5bc401-97cb-4caf-9857-8ff441375414" providerId="ADAL" clId="{FE8E8028-711E-4BD0-84B2-9D18258AA3DC}" dt="2024-09-12T22:28:54.498" v="85" actId="1035"/>
          <ac:spMkLst>
            <pc:docMk/>
            <pc:sldMk cId="2116317456" sldId="666"/>
            <ac:spMk id="16" creationId="{E044E6A9-DA13-0EF2-2BEB-714136E49CAE}"/>
          </ac:spMkLst>
        </pc:spChg>
        <pc:spChg chg="mod">
          <ac:chgData name="Mengmeng Ge" userId="bb5bc401-97cb-4caf-9857-8ff441375414" providerId="ADAL" clId="{FE8E8028-711E-4BD0-84B2-9D18258AA3DC}" dt="2024-09-12T22:28:54.498" v="85" actId="1035"/>
          <ac:spMkLst>
            <pc:docMk/>
            <pc:sldMk cId="2116317456" sldId="666"/>
            <ac:spMk id="17" creationId="{DDAE5D33-79FE-0A92-AC11-3620FDCCAE59}"/>
          </ac:spMkLst>
        </pc:spChg>
        <pc:spChg chg="mod">
          <ac:chgData name="Mengmeng Ge" userId="bb5bc401-97cb-4caf-9857-8ff441375414" providerId="ADAL" clId="{FE8E8028-711E-4BD0-84B2-9D18258AA3DC}" dt="2024-09-12T22:28:54.498" v="85" actId="1035"/>
          <ac:spMkLst>
            <pc:docMk/>
            <pc:sldMk cId="2116317456" sldId="666"/>
            <ac:spMk id="18" creationId="{D00BC615-6704-37AD-C199-18D6A69843AF}"/>
          </ac:spMkLst>
        </pc:spChg>
        <pc:spChg chg="mod">
          <ac:chgData name="Mengmeng Ge" userId="bb5bc401-97cb-4caf-9857-8ff441375414" providerId="ADAL" clId="{FE8E8028-711E-4BD0-84B2-9D18258AA3DC}" dt="2024-09-12T22:28:54.498" v="85" actId="1035"/>
          <ac:spMkLst>
            <pc:docMk/>
            <pc:sldMk cId="2116317456" sldId="666"/>
            <ac:spMk id="19" creationId="{68A4FE44-D912-3568-035E-F9D82A96C35B}"/>
          </ac:spMkLst>
        </pc:spChg>
        <pc:spChg chg="mod">
          <ac:chgData name="Mengmeng Ge" userId="bb5bc401-97cb-4caf-9857-8ff441375414" providerId="ADAL" clId="{FE8E8028-711E-4BD0-84B2-9D18258AA3DC}" dt="2024-09-12T22:28:54.498" v="85" actId="1035"/>
          <ac:spMkLst>
            <pc:docMk/>
            <pc:sldMk cId="2116317456" sldId="666"/>
            <ac:spMk id="20" creationId="{D66BFEF9-B850-45A9-D2CF-F11E0C1F6765}"/>
          </ac:spMkLst>
        </pc:spChg>
        <pc:spChg chg="mod">
          <ac:chgData name="Mengmeng Ge" userId="bb5bc401-97cb-4caf-9857-8ff441375414" providerId="ADAL" clId="{FE8E8028-711E-4BD0-84B2-9D18258AA3DC}" dt="2024-09-12T22:28:54.498" v="85" actId="1035"/>
          <ac:spMkLst>
            <pc:docMk/>
            <pc:sldMk cId="2116317456" sldId="666"/>
            <ac:spMk id="22" creationId="{1DDE175A-82D3-0625-EAE6-693CD15861D9}"/>
          </ac:spMkLst>
        </pc:spChg>
        <pc:spChg chg="mod">
          <ac:chgData name="Mengmeng Ge" userId="bb5bc401-97cb-4caf-9857-8ff441375414" providerId="ADAL" clId="{FE8E8028-711E-4BD0-84B2-9D18258AA3DC}" dt="2024-09-12T22:28:54.498" v="85" actId="1035"/>
          <ac:spMkLst>
            <pc:docMk/>
            <pc:sldMk cId="2116317456" sldId="666"/>
            <ac:spMk id="23" creationId="{37256C4D-9997-5906-A169-14A973174DDB}"/>
          </ac:spMkLst>
        </pc:spChg>
        <pc:spChg chg="mod">
          <ac:chgData name="Mengmeng Ge" userId="bb5bc401-97cb-4caf-9857-8ff441375414" providerId="ADAL" clId="{FE8E8028-711E-4BD0-84B2-9D18258AA3DC}" dt="2024-09-12T22:28:54.498" v="85" actId="1035"/>
          <ac:spMkLst>
            <pc:docMk/>
            <pc:sldMk cId="2116317456" sldId="666"/>
            <ac:spMk id="24" creationId="{E05D3448-3FE4-0141-26A0-A06853E3D142}"/>
          </ac:spMkLst>
        </pc:spChg>
        <pc:spChg chg="mod">
          <ac:chgData name="Mengmeng Ge" userId="bb5bc401-97cb-4caf-9857-8ff441375414" providerId="ADAL" clId="{FE8E8028-711E-4BD0-84B2-9D18258AA3DC}" dt="2024-09-12T22:28:54.498" v="85" actId="1035"/>
          <ac:spMkLst>
            <pc:docMk/>
            <pc:sldMk cId="2116317456" sldId="666"/>
            <ac:spMk id="25" creationId="{D21054B9-B8B6-F984-991C-483D573F8A18}"/>
          </ac:spMkLst>
        </pc:spChg>
        <pc:spChg chg="mod">
          <ac:chgData name="Mengmeng Ge" userId="bb5bc401-97cb-4caf-9857-8ff441375414" providerId="ADAL" clId="{FE8E8028-711E-4BD0-84B2-9D18258AA3DC}" dt="2024-09-12T22:28:54.498" v="85" actId="1035"/>
          <ac:spMkLst>
            <pc:docMk/>
            <pc:sldMk cId="2116317456" sldId="666"/>
            <ac:spMk id="26" creationId="{99BA1374-C3F8-FFB1-C4A1-6E99AE2B14BE}"/>
          </ac:spMkLst>
        </pc:spChg>
        <pc:spChg chg="mod">
          <ac:chgData name="Mengmeng Ge" userId="bb5bc401-97cb-4caf-9857-8ff441375414" providerId="ADAL" clId="{FE8E8028-711E-4BD0-84B2-9D18258AA3DC}" dt="2024-09-12T22:28:54.498" v="85" actId="1035"/>
          <ac:spMkLst>
            <pc:docMk/>
            <pc:sldMk cId="2116317456" sldId="666"/>
            <ac:spMk id="27" creationId="{3FF1CE35-74ED-6D52-40F9-5EA562274E2C}"/>
          </ac:spMkLst>
        </pc:spChg>
        <pc:spChg chg="mod">
          <ac:chgData name="Mengmeng Ge" userId="bb5bc401-97cb-4caf-9857-8ff441375414" providerId="ADAL" clId="{FE8E8028-711E-4BD0-84B2-9D18258AA3DC}" dt="2024-09-12T22:28:54.498" v="85" actId="1035"/>
          <ac:spMkLst>
            <pc:docMk/>
            <pc:sldMk cId="2116317456" sldId="666"/>
            <ac:spMk id="28" creationId="{1D49E528-9863-948C-7744-803C42C493B5}"/>
          </ac:spMkLst>
        </pc:spChg>
        <pc:spChg chg="mod">
          <ac:chgData name="Mengmeng Ge" userId="bb5bc401-97cb-4caf-9857-8ff441375414" providerId="ADAL" clId="{FE8E8028-711E-4BD0-84B2-9D18258AA3DC}" dt="2024-09-12T22:28:54.498" v="85" actId="1035"/>
          <ac:spMkLst>
            <pc:docMk/>
            <pc:sldMk cId="2116317456" sldId="666"/>
            <ac:spMk id="29" creationId="{A5CD67EA-CFE2-1081-906B-F056F5F2327D}"/>
          </ac:spMkLst>
        </pc:spChg>
        <pc:spChg chg="mod">
          <ac:chgData name="Mengmeng Ge" userId="bb5bc401-97cb-4caf-9857-8ff441375414" providerId="ADAL" clId="{FE8E8028-711E-4BD0-84B2-9D18258AA3DC}" dt="2024-09-12T22:28:54.498" v="85" actId="1035"/>
          <ac:spMkLst>
            <pc:docMk/>
            <pc:sldMk cId="2116317456" sldId="666"/>
            <ac:spMk id="30" creationId="{6A3DDACD-6156-EB43-0DD9-7538FB7DDFC0}"/>
          </ac:spMkLst>
        </pc:spChg>
        <pc:spChg chg="mod">
          <ac:chgData name="Mengmeng Ge" userId="bb5bc401-97cb-4caf-9857-8ff441375414" providerId="ADAL" clId="{FE8E8028-711E-4BD0-84B2-9D18258AA3DC}" dt="2024-09-12T22:28:54.498" v="85" actId="1035"/>
          <ac:spMkLst>
            <pc:docMk/>
            <pc:sldMk cId="2116317456" sldId="666"/>
            <ac:spMk id="31" creationId="{33333234-2CEB-D7D4-B75A-225796828743}"/>
          </ac:spMkLst>
        </pc:spChg>
        <pc:spChg chg="mod">
          <ac:chgData name="Mengmeng Ge" userId="bb5bc401-97cb-4caf-9857-8ff441375414" providerId="ADAL" clId="{FE8E8028-711E-4BD0-84B2-9D18258AA3DC}" dt="2024-09-12T22:28:54.498" v="85" actId="1035"/>
          <ac:spMkLst>
            <pc:docMk/>
            <pc:sldMk cId="2116317456" sldId="666"/>
            <ac:spMk id="32" creationId="{55BB049E-11E2-80DE-7851-866D49FC717D}"/>
          </ac:spMkLst>
        </pc:spChg>
        <pc:spChg chg="mod">
          <ac:chgData name="Mengmeng Ge" userId="bb5bc401-97cb-4caf-9857-8ff441375414" providerId="ADAL" clId="{FE8E8028-711E-4BD0-84B2-9D18258AA3DC}" dt="2024-09-12T22:28:54.498" v="85" actId="1035"/>
          <ac:spMkLst>
            <pc:docMk/>
            <pc:sldMk cId="2116317456" sldId="666"/>
            <ac:spMk id="33" creationId="{89E8415C-4DBC-0797-2E03-48A42F8B52A0}"/>
          </ac:spMkLst>
        </pc:spChg>
        <pc:spChg chg="mod">
          <ac:chgData name="Mengmeng Ge" userId="bb5bc401-97cb-4caf-9857-8ff441375414" providerId="ADAL" clId="{FE8E8028-711E-4BD0-84B2-9D18258AA3DC}" dt="2024-09-12T22:28:54.498" v="85" actId="1035"/>
          <ac:spMkLst>
            <pc:docMk/>
            <pc:sldMk cId="2116317456" sldId="666"/>
            <ac:spMk id="35" creationId="{629A29DB-BFF4-401E-B86C-3BA5EDE296E2}"/>
          </ac:spMkLst>
        </pc:spChg>
        <pc:spChg chg="mod">
          <ac:chgData name="Mengmeng Ge" userId="bb5bc401-97cb-4caf-9857-8ff441375414" providerId="ADAL" clId="{FE8E8028-711E-4BD0-84B2-9D18258AA3DC}" dt="2024-09-12T22:28:54.498" v="85" actId="1035"/>
          <ac:spMkLst>
            <pc:docMk/>
            <pc:sldMk cId="2116317456" sldId="666"/>
            <ac:spMk id="36" creationId="{0C140838-35CF-E043-770C-BB0375645394}"/>
          </ac:spMkLst>
        </pc:spChg>
        <pc:spChg chg="mod">
          <ac:chgData name="Mengmeng Ge" userId="bb5bc401-97cb-4caf-9857-8ff441375414" providerId="ADAL" clId="{FE8E8028-711E-4BD0-84B2-9D18258AA3DC}" dt="2024-09-12T22:28:54.498" v="85" actId="1035"/>
          <ac:spMkLst>
            <pc:docMk/>
            <pc:sldMk cId="2116317456" sldId="666"/>
            <ac:spMk id="37" creationId="{68C7E4EE-9581-88E1-67E5-6591CCB7473B}"/>
          </ac:spMkLst>
        </pc:spChg>
        <pc:spChg chg="mod">
          <ac:chgData name="Mengmeng Ge" userId="bb5bc401-97cb-4caf-9857-8ff441375414" providerId="ADAL" clId="{FE8E8028-711E-4BD0-84B2-9D18258AA3DC}" dt="2024-09-12T22:28:54.498" v="85" actId="1035"/>
          <ac:spMkLst>
            <pc:docMk/>
            <pc:sldMk cId="2116317456" sldId="666"/>
            <ac:spMk id="38" creationId="{5918F94E-823F-646F-994B-9F31741A5A9D}"/>
          </ac:spMkLst>
        </pc:spChg>
        <pc:spChg chg="mod">
          <ac:chgData name="Mengmeng Ge" userId="bb5bc401-97cb-4caf-9857-8ff441375414" providerId="ADAL" clId="{FE8E8028-711E-4BD0-84B2-9D18258AA3DC}" dt="2024-09-12T22:28:54.498" v="85" actId="1035"/>
          <ac:spMkLst>
            <pc:docMk/>
            <pc:sldMk cId="2116317456" sldId="666"/>
            <ac:spMk id="39" creationId="{C681AB01-29B0-5919-518D-008FDACB5138}"/>
          </ac:spMkLst>
        </pc:spChg>
        <pc:spChg chg="mod">
          <ac:chgData name="Mengmeng Ge" userId="bb5bc401-97cb-4caf-9857-8ff441375414" providerId="ADAL" clId="{FE8E8028-711E-4BD0-84B2-9D18258AA3DC}" dt="2024-09-12T22:28:54.498" v="85" actId="1035"/>
          <ac:spMkLst>
            <pc:docMk/>
            <pc:sldMk cId="2116317456" sldId="666"/>
            <ac:spMk id="40" creationId="{93301E1E-C99B-680E-D8E9-54D14A5B3D5D}"/>
          </ac:spMkLst>
        </pc:spChg>
        <pc:spChg chg="mod">
          <ac:chgData name="Mengmeng Ge" userId="bb5bc401-97cb-4caf-9857-8ff441375414" providerId="ADAL" clId="{FE8E8028-711E-4BD0-84B2-9D18258AA3DC}" dt="2024-09-12T22:28:54.498" v="85" actId="1035"/>
          <ac:spMkLst>
            <pc:docMk/>
            <pc:sldMk cId="2116317456" sldId="666"/>
            <ac:spMk id="41" creationId="{AEE61987-0B74-0D9A-E347-3C4C8BABC8FC}"/>
          </ac:spMkLst>
        </pc:spChg>
        <pc:spChg chg="mod">
          <ac:chgData name="Mengmeng Ge" userId="bb5bc401-97cb-4caf-9857-8ff441375414" providerId="ADAL" clId="{FE8E8028-711E-4BD0-84B2-9D18258AA3DC}" dt="2024-09-12T22:28:54.498" v="85" actId="1035"/>
          <ac:spMkLst>
            <pc:docMk/>
            <pc:sldMk cId="2116317456" sldId="666"/>
            <ac:spMk id="42" creationId="{C5454454-B816-789C-19C5-36B18CDBB3A9}"/>
          </ac:spMkLst>
        </pc:spChg>
        <pc:spChg chg="mod">
          <ac:chgData name="Mengmeng Ge" userId="bb5bc401-97cb-4caf-9857-8ff441375414" providerId="ADAL" clId="{FE8E8028-711E-4BD0-84B2-9D18258AA3DC}" dt="2024-09-12T22:28:54.498" v="85" actId="1035"/>
          <ac:spMkLst>
            <pc:docMk/>
            <pc:sldMk cId="2116317456" sldId="666"/>
            <ac:spMk id="43" creationId="{7FD3D6BF-F0D6-3649-3F30-463488933505}"/>
          </ac:spMkLst>
        </pc:spChg>
        <pc:spChg chg="mod">
          <ac:chgData name="Mengmeng Ge" userId="bb5bc401-97cb-4caf-9857-8ff441375414" providerId="ADAL" clId="{FE8E8028-711E-4BD0-84B2-9D18258AA3DC}" dt="2024-09-12T22:28:54.498" v="85" actId="1035"/>
          <ac:spMkLst>
            <pc:docMk/>
            <pc:sldMk cId="2116317456" sldId="666"/>
            <ac:spMk id="44" creationId="{76F0CF7A-9E56-55FE-51C9-83E7E67796A6}"/>
          </ac:spMkLst>
        </pc:spChg>
        <pc:spChg chg="mod">
          <ac:chgData name="Mengmeng Ge" userId="bb5bc401-97cb-4caf-9857-8ff441375414" providerId="ADAL" clId="{FE8E8028-711E-4BD0-84B2-9D18258AA3DC}" dt="2024-09-12T22:28:54.498" v="85" actId="1035"/>
          <ac:spMkLst>
            <pc:docMk/>
            <pc:sldMk cId="2116317456" sldId="666"/>
            <ac:spMk id="45" creationId="{711EA934-DA00-A6A3-8CC6-95F1003445D4}"/>
          </ac:spMkLst>
        </pc:spChg>
        <pc:spChg chg="mod">
          <ac:chgData name="Mengmeng Ge" userId="bb5bc401-97cb-4caf-9857-8ff441375414" providerId="ADAL" clId="{FE8E8028-711E-4BD0-84B2-9D18258AA3DC}" dt="2024-09-12T22:28:54.498" v="85" actId="1035"/>
          <ac:spMkLst>
            <pc:docMk/>
            <pc:sldMk cId="2116317456" sldId="666"/>
            <ac:spMk id="46" creationId="{554B70AE-783A-0705-E4D9-2DE11EE94C54}"/>
          </ac:spMkLst>
        </pc:spChg>
        <pc:spChg chg="mod">
          <ac:chgData name="Mengmeng Ge" userId="bb5bc401-97cb-4caf-9857-8ff441375414" providerId="ADAL" clId="{FE8E8028-711E-4BD0-84B2-9D18258AA3DC}" dt="2024-09-12T22:28:54.498" v="85" actId="1035"/>
          <ac:spMkLst>
            <pc:docMk/>
            <pc:sldMk cId="2116317456" sldId="666"/>
            <ac:spMk id="47" creationId="{C8C5B50A-0BB4-CB36-E2EF-52AE2D0CB6E2}"/>
          </ac:spMkLst>
        </pc:spChg>
        <pc:spChg chg="mod">
          <ac:chgData name="Mengmeng Ge" userId="bb5bc401-97cb-4caf-9857-8ff441375414" providerId="ADAL" clId="{FE8E8028-711E-4BD0-84B2-9D18258AA3DC}" dt="2024-09-12T22:28:54.498" v="85" actId="1035"/>
          <ac:spMkLst>
            <pc:docMk/>
            <pc:sldMk cId="2116317456" sldId="666"/>
            <ac:spMk id="48" creationId="{04ED6801-F36B-6981-2099-D0EF8B1551F6}"/>
          </ac:spMkLst>
        </pc:spChg>
        <pc:spChg chg="mod">
          <ac:chgData name="Mengmeng Ge" userId="bb5bc401-97cb-4caf-9857-8ff441375414" providerId="ADAL" clId="{FE8E8028-711E-4BD0-84B2-9D18258AA3DC}" dt="2024-09-12T22:28:54.498" v="85" actId="1035"/>
          <ac:spMkLst>
            <pc:docMk/>
            <pc:sldMk cId="2116317456" sldId="666"/>
            <ac:spMk id="49" creationId="{9B53AB69-2EF9-BBA1-A805-262DC312DDCB}"/>
          </ac:spMkLst>
        </pc:spChg>
        <pc:spChg chg="mod">
          <ac:chgData name="Mengmeng Ge" userId="bb5bc401-97cb-4caf-9857-8ff441375414" providerId="ADAL" clId="{FE8E8028-711E-4BD0-84B2-9D18258AA3DC}" dt="2024-09-12T22:28:54.498" v="85" actId="1035"/>
          <ac:spMkLst>
            <pc:docMk/>
            <pc:sldMk cId="2116317456" sldId="666"/>
            <ac:spMk id="50" creationId="{156F9DC7-936E-2EED-B0EE-546C3465E291}"/>
          </ac:spMkLst>
        </pc:spChg>
        <pc:spChg chg="mod">
          <ac:chgData name="Mengmeng Ge" userId="bb5bc401-97cb-4caf-9857-8ff441375414" providerId="ADAL" clId="{FE8E8028-711E-4BD0-84B2-9D18258AA3DC}" dt="2024-09-12T22:28:54.498" v="85" actId="1035"/>
          <ac:spMkLst>
            <pc:docMk/>
            <pc:sldMk cId="2116317456" sldId="666"/>
            <ac:spMk id="51" creationId="{BDE6233F-BCDF-26BD-DB79-76976A52584B}"/>
          </ac:spMkLst>
        </pc:spChg>
        <pc:spChg chg="mod">
          <ac:chgData name="Mengmeng Ge" userId="bb5bc401-97cb-4caf-9857-8ff441375414" providerId="ADAL" clId="{FE8E8028-711E-4BD0-84B2-9D18258AA3DC}" dt="2024-09-12T22:28:54.498" v="85" actId="1035"/>
          <ac:spMkLst>
            <pc:docMk/>
            <pc:sldMk cId="2116317456" sldId="666"/>
            <ac:spMk id="52" creationId="{D242DCCA-F525-D553-48A5-6BE457169DFE}"/>
          </ac:spMkLst>
        </pc:spChg>
        <pc:spChg chg="mod">
          <ac:chgData name="Mengmeng Ge" userId="bb5bc401-97cb-4caf-9857-8ff441375414" providerId="ADAL" clId="{FE8E8028-711E-4BD0-84B2-9D18258AA3DC}" dt="2024-09-12T22:28:54.498" v="85" actId="1035"/>
          <ac:spMkLst>
            <pc:docMk/>
            <pc:sldMk cId="2116317456" sldId="666"/>
            <ac:spMk id="53" creationId="{C5887BB6-925F-8C31-E369-044DFB09EA9A}"/>
          </ac:spMkLst>
        </pc:spChg>
        <pc:spChg chg="mod">
          <ac:chgData name="Mengmeng Ge" userId="bb5bc401-97cb-4caf-9857-8ff441375414" providerId="ADAL" clId="{FE8E8028-711E-4BD0-84B2-9D18258AA3DC}" dt="2024-09-12T22:28:54.498" v="85" actId="1035"/>
          <ac:spMkLst>
            <pc:docMk/>
            <pc:sldMk cId="2116317456" sldId="666"/>
            <ac:spMk id="54" creationId="{5D0407F4-667E-EFF5-CB36-6992373EA4CD}"/>
          </ac:spMkLst>
        </pc:spChg>
        <pc:spChg chg="mod">
          <ac:chgData name="Mengmeng Ge" userId="bb5bc401-97cb-4caf-9857-8ff441375414" providerId="ADAL" clId="{FE8E8028-711E-4BD0-84B2-9D18258AA3DC}" dt="2024-09-12T22:28:54.498" v="85" actId="1035"/>
          <ac:spMkLst>
            <pc:docMk/>
            <pc:sldMk cId="2116317456" sldId="666"/>
            <ac:spMk id="55" creationId="{009FFFA6-EFAA-AF28-4268-25D9C865AA99}"/>
          </ac:spMkLst>
        </pc:spChg>
        <pc:spChg chg="mod">
          <ac:chgData name="Mengmeng Ge" userId="bb5bc401-97cb-4caf-9857-8ff441375414" providerId="ADAL" clId="{FE8E8028-711E-4BD0-84B2-9D18258AA3DC}" dt="2024-09-12T22:28:54.498" v="85" actId="1035"/>
          <ac:spMkLst>
            <pc:docMk/>
            <pc:sldMk cId="2116317456" sldId="666"/>
            <ac:spMk id="56" creationId="{AC422091-8749-C5FF-252B-D44CB05643F8}"/>
          </ac:spMkLst>
        </pc:spChg>
        <pc:spChg chg="mod">
          <ac:chgData name="Mengmeng Ge" userId="bb5bc401-97cb-4caf-9857-8ff441375414" providerId="ADAL" clId="{FE8E8028-711E-4BD0-84B2-9D18258AA3DC}" dt="2024-09-12T22:28:54.498" v="85" actId="1035"/>
          <ac:spMkLst>
            <pc:docMk/>
            <pc:sldMk cId="2116317456" sldId="666"/>
            <ac:spMk id="57" creationId="{C05D4916-9C3D-3C06-44AC-D11F7540483B}"/>
          </ac:spMkLst>
        </pc:spChg>
        <pc:spChg chg="mod">
          <ac:chgData name="Mengmeng Ge" userId="bb5bc401-97cb-4caf-9857-8ff441375414" providerId="ADAL" clId="{FE8E8028-711E-4BD0-84B2-9D18258AA3DC}" dt="2024-09-12T22:28:54.498" v="85" actId="1035"/>
          <ac:spMkLst>
            <pc:docMk/>
            <pc:sldMk cId="2116317456" sldId="666"/>
            <ac:spMk id="58" creationId="{23B99F93-E318-47D5-24C5-8CD6EBB21C84}"/>
          </ac:spMkLst>
        </pc:spChg>
        <pc:spChg chg="mod">
          <ac:chgData name="Mengmeng Ge" userId="bb5bc401-97cb-4caf-9857-8ff441375414" providerId="ADAL" clId="{FE8E8028-711E-4BD0-84B2-9D18258AA3DC}" dt="2024-09-12T22:28:54.498" v="85" actId="1035"/>
          <ac:spMkLst>
            <pc:docMk/>
            <pc:sldMk cId="2116317456" sldId="666"/>
            <ac:spMk id="59" creationId="{0A1E3AE8-C0C0-D447-DACA-84FDB0826875}"/>
          </ac:spMkLst>
        </pc:spChg>
        <pc:spChg chg="mod">
          <ac:chgData name="Mengmeng Ge" userId="bb5bc401-97cb-4caf-9857-8ff441375414" providerId="ADAL" clId="{FE8E8028-711E-4BD0-84B2-9D18258AA3DC}" dt="2024-09-12T22:28:54.498" v="85" actId="1035"/>
          <ac:spMkLst>
            <pc:docMk/>
            <pc:sldMk cId="2116317456" sldId="666"/>
            <ac:spMk id="60" creationId="{F4948436-6CD8-51AB-4E8F-EE98CCAE2F42}"/>
          </ac:spMkLst>
        </pc:spChg>
        <pc:spChg chg="mod">
          <ac:chgData name="Mengmeng Ge" userId="bb5bc401-97cb-4caf-9857-8ff441375414" providerId="ADAL" clId="{FE8E8028-711E-4BD0-84B2-9D18258AA3DC}" dt="2024-09-12T22:28:54.498" v="85" actId="1035"/>
          <ac:spMkLst>
            <pc:docMk/>
            <pc:sldMk cId="2116317456" sldId="666"/>
            <ac:spMk id="61" creationId="{8B3D4FD1-1E4F-B0BE-2907-1B494E4BDDE4}"/>
          </ac:spMkLst>
        </pc:spChg>
        <pc:spChg chg="mod">
          <ac:chgData name="Mengmeng Ge" userId="bb5bc401-97cb-4caf-9857-8ff441375414" providerId="ADAL" clId="{FE8E8028-711E-4BD0-84B2-9D18258AA3DC}" dt="2024-09-12T22:28:54.498" v="85" actId="1035"/>
          <ac:spMkLst>
            <pc:docMk/>
            <pc:sldMk cId="2116317456" sldId="666"/>
            <ac:spMk id="65" creationId="{7B427E35-0D54-FF3A-0562-B21855BFB6C9}"/>
          </ac:spMkLst>
        </pc:spChg>
        <pc:spChg chg="mod">
          <ac:chgData name="Mengmeng Ge" userId="bb5bc401-97cb-4caf-9857-8ff441375414" providerId="ADAL" clId="{FE8E8028-711E-4BD0-84B2-9D18258AA3DC}" dt="2024-09-12T22:28:54.498" v="85" actId="1035"/>
          <ac:spMkLst>
            <pc:docMk/>
            <pc:sldMk cId="2116317456" sldId="666"/>
            <ac:spMk id="66" creationId="{473567CB-D644-D909-DACC-557D78C8FFBB}"/>
          </ac:spMkLst>
        </pc:spChg>
        <pc:spChg chg="mod">
          <ac:chgData name="Mengmeng Ge" userId="bb5bc401-97cb-4caf-9857-8ff441375414" providerId="ADAL" clId="{FE8E8028-711E-4BD0-84B2-9D18258AA3DC}" dt="2024-09-12T22:28:54.498" v="85" actId="1035"/>
          <ac:spMkLst>
            <pc:docMk/>
            <pc:sldMk cId="2116317456" sldId="666"/>
            <ac:spMk id="69" creationId="{C189E477-33C5-96B7-F7B6-04FE085439D3}"/>
          </ac:spMkLst>
        </pc:spChg>
        <pc:spChg chg="mod">
          <ac:chgData name="Mengmeng Ge" userId="bb5bc401-97cb-4caf-9857-8ff441375414" providerId="ADAL" clId="{FE8E8028-711E-4BD0-84B2-9D18258AA3DC}" dt="2024-09-12T22:28:54.498" v="85" actId="1035"/>
          <ac:spMkLst>
            <pc:docMk/>
            <pc:sldMk cId="2116317456" sldId="666"/>
            <ac:spMk id="70" creationId="{15894515-72A8-1FF3-A83D-3E0EF2157044}"/>
          </ac:spMkLst>
        </pc:spChg>
        <pc:spChg chg="mod">
          <ac:chgData name="Mengmeng Ge" userId="bb5bc401-97cb-4caf-9857-8ff441375414" providerId="ADAL" clId="{FE8E8028-711E-4BD0-84B2-9D18258AA3DC}" dt="2024-09-12T22:28:54.498" v="85" actId="1035"/>
          <ac:spMkLst>
            <pc:docMk/>
            <pc:sldMk cId="2116317456" sldId="666"/>
            <ac:spMk id="71" creationId="{D5085096-6664-1784-3D51-941DF5870898}"/>
          </ac:spMkLst>
        </pc:spChg>
        <pc:spChg chg="mod">
          <ac:chgData name="Mengmeng Ge" userId="bb5bc401-97cb-4caf-9857-8ff441375414" providerId="ADAL" clId="{FE8E8028-711E-4BD0-84B2-9D18258AA3DC}" dt="2024-09-12T22:28:54.498" v="85" actId="1035"/>
          <ac:spMkLst>
            <pc:docMk/>
            <pc:sldMk cId="2116317456" sldId="666"/>
            <ac:spMk id="73" creationId="{34633B10-B6CF-B47D-6BFC-AD834B11D081}"/>
          </ac:spMkLst>
        </pc:spChg>
        <pc:spChg chg="mod">
          <ac:chgData name="Mengmeng Ge" userId="bb5bc401-97cb-4caf-9857-8ff441375414" providerId="ADAL" clId="{FE8E8028-711E-4BD0-84B2-9D18258AA3DC}" dt="2024-09-12T22:28:54.498" v="85" actId="1035"/>
          <ac:spMkLst>
            <pc:docMk/>
            <pc:sldMk cId="2116317456" sldId="666"/>
            <ac:spMk id="74" creationId="{5C3D7A65-487F-4B27-4877-EB80A5DC5AA0}"/>
          </ac:spMkLst>
        </pc:spChg>
        <pc:spChg chg="mod">
          <ac:chgData name="Mengmeng Ge" userId="bb5bc401-97cb-4caf-9857-8ff441375414" providerId="ADAL" clId="{FE8E8028-711E-4BD0-84B2-9D18258AA3DC}" dt="2024-09-12T22:28:54.498" v="85" actId="1035"/>
          <ac:spMkLst>
            <pc:docMk/>
            <pc:sldMk cId="2116317456" sldId="666"/>
            <ac:spMk id="75" creationId="{5A8CC83A-4CAA-1C60-A86D-EBDDDF64EC5B}"/>
          </ac:spMkLst>
        </pc:spChg>
        <pc:spChg chg="mod">
          <ac:chgData name="Mengmeng Ge" userId="bb5bc401-97cb-4caf-9857-8ff441375414" providerId="ADAL" clId="{FE8E8028-711E-4BD0-84B2-9D18258AA3DC}" dt="2024-09-12T22:28:54.498" v="85" actId="1035"/>
          <ac:spMkLst>
            <pc:docMk/>
            <pc:sldMk cId="2116317456" sldId="666"/>
            <ac:spMk id="76" creationId="{003A2BCD-4F91-16EB-7A01-051562193D6D}"/>
          </ac:spMkLst>
        </pc:spChg>
        <pc:spChg chg="mod">
          <ac:chgData name="Mengmeng Ge" userId="bb5bc401-97cb-4caf-9857-8ff441375414" providerId="ADAL" clId="{FE8E8028-711E-4BD0-84B2-9D18258AA3DC}" dt="2024-09-12T22:28:54.498" v="85" actId="1035"/>
          <ac:spMkLst>
            <pc:docMk/>
            <pc:sldMk cId="2116317456" sldId="666"/>
            <ac:spMk id="77" creationId="{F72031BF-F0C0-3ED6-CC4E-D3E493FF546A}"/>
          </ac:spMkLst>
        </pc:spChg>
        <pc:spChg chg="mod">
          <ac:chgData name="Mengmeng Ge" userId="bb5bc401-97cb-4caf-9857-8ff441375414" providerId="ADAL" clId="{FE8E8028-711E-4BD0-84B2-9D18258AA3DC}" dt="2024-09-12T22:28:54.498" v="85" actId="1035"/>
          <ac:spMkLst>
            <pc:docMk/>
            <pc:sldMk cId="2116317456" sldId="666"/>
            <ac:spMk id="78" creationId="{274ACAD2-72B8-0228-508E-788DFF24C2F8}"/>
          </ac:spMkLst>
        </pc:spChg>
        <pc:spChg chg="mod">
          <ac:chgData name="Mengmeng Ge" userId="bb5bc401-97cb-4caf-9857-8ff441375414" providerId="ADAL" clId="{FE8E8028-711E-4BD0-84B2-9D18258AA3DC}" dt="2024-09-12T22:28:54.498" v="85" actId="1035"/>
          <ac:spMkLst>
            <pc:docMk/>
            <pc:sldMk cId="2116317456" sldId="666"/>
            <ac:spMk id="79" creationId="{849A806E-E37B-7E01-B3DB-350BB58394AE}"/>
          </ac:spMkLst>
        </pc:spChg>
        <pc:spChg chg="mod">
          <ac:chgData name="Mengmeng Ge" userId="bb5bc401-97cb-4caf-9857-8ff441375414" providerId="ADAL" clId="{FE8E8028-711E-4BD0-84B2-9D18258AA3DC}" dt="2024-09-12T22:28:54.498" v="85" actId="1035"/>
          <ac:spMkLst>
            <pc:docMk/>
            <pc:sldMk cId="2116317456" sldId="666"/>
            <ac:spMk id="80" creationId="{7D9D0EE1-14C2-71E6-8FA7-23C349E1480F}"/>
          </ac:spMkLst>
        </pc:spChg>
        <pc:spChg chg="mod">
          <ac:chgData name="Mengmeng Ge" userId="bb5bc401-97cb-4caf-9857-8ff441375414" providerId="ADAL" clId="{FE8E8028-711E-4BD0-84B2-9D18258AA3DC}" dt="2024-09-12T22:28:54.498" v="85" actId="1035"/>
          <ac:spMkLst>
            <pc:docMk/>
            <pc:sldMk cId="2116317456" sldId="666"/>
            <ac:spMk id="81" creationId="{4ABFFA91-ACC2-6560-996D-113411BD4A5F}"/>
          </ac:spMkLst>
        </pc:spChg>
        <pc:spChg chg="mod">
          <ac:chgData name="Mengmeng Ge" userId="bb5bc401-97cb-4caf-9857-8ff441375414" providerId="ADAL" clId="{FE8E8028-711E-4BD0-84B2-9D18258AA3DC}" dt="2024-09-12T22:28:54.498" v="85" actId="1035"/>
          <ac:spMkLst>
            <pc:docMk/>
            <pc:sldMk cId="2116317456" sldId="666"/>
            <ac:spMk id="82" creationId="{6D75D317-7ADD-D193-0A1E-C06F2FDBA446}"/>
          </ac:spMkLst>
        </pc:spChg>
        <pc:spChg chg="mod">
          <ac:chgData name="Mengmeng Ge" userId="bb5bc401-97cb-4caf-9857-8ff441375414" providerId="ADAL" clId="{FE8E8028-711E-4BD0-84B2-9D18258AA3DC}" dt="2024-09-12T22:28:54.498" v="85" actId="1035"/>
          <ac:spMkLst>
            <pc:docMk/>
            <pc:sldMk cId="2116317456" sldId="666"/>
            <ac:spMk id="83" creationId="{3155D570-BC92-12E1-121E-9353B1C5F048}"/>
          </ac:spMkLst>
        </pc:spChg>
        <pc:spChg chg="mod">
          <ac:chgData name="Mengmeng Ge" userId="bb5bc401-97cb-4caf-9857-8ff441375414" providerId="ADAL" clId="{FE8E8028-711E-4BD0-84B2-9D18258AA3DC}" dt="2024-09-12T22:28:54.498" v="85" actId="1035"/>
          <ac:spMkLst>
            <pc:docMk/>
            <pc:sldMk cId="2116317456" sldId="666"/>
            <ac:spMk id="84" creationId="{38C4B72E-85CA-D6B3-C341-5C9116085FF7}"/>
          </ac:spMkLst>
        </pc:spChg>
        <pc:spChg chg="mod">
          <ac:chgData name="Mengmeng Ge" userId="bb5bc401-97cb-4caf-9857-8ff441375414" providerId="ADAL" clId="{FE8E8028-711E-4BD0-84B2-9D18258AA3DC}" dt="2024-09-12T22:28:54.498" v="85" actId="1035"/>
          <ac:spMkLst>
            <pc:docMk/>
            <pc:sldMk cId="2116317456" sldId="666"/>
            <ac:spMk id="85" creationId="{D23D3DCE-652F-C18A-F4F3-09591C9987C5}"/>
          </ac:spMkLst>
        </pc:spChg>
        <pc:spChg chg="mod">
          <ac:chgData name="Mengmeng Ge" userId="bb5bc401-97cb-4caf-9857-8ff441375414" providerId="ADAL" clId="{FE8E8028-711E-4BD0-84B2-9D18258AA3DC}" dt="2024-09-12T22:28:54.498" v="85" actId="1035"/>
          <ac:spMkLst>
            <pc:docMk/>
            <pc:sldMk cId="2116317456" sldId="666"/>
            <ac:spMk id="86" creationId="{57A0047E-0AB7-4930-AFFA-A2CB2475209D}"/>
          </ac:spMkLst>
        </pc:spChg>
        <pc:spChg chg="mod">
          <ac:chgData name="Mengmeng Ge" userId="bb5bc401-97cb-4caf-9857-8ff441375414" providerId="ADAL" clId="{FE8E8028-711E-4BD0-84B2-9D18258AA3DC}" dt="2024-09-12T22:28:54.498" v="85" actId="1035"/>
          <ac:spMkLst>
            <pc:docMk/>
            <pc:sldMk cId="2116317456" sldId="666"/>
            <ac:spMk id="87" creationId="{572641E6-DDEB-BD94-D512-8CD77D3710B5}"/>
          </ac:spMkLst>
        </pc:spChg>
        <pc:spChg chg="mod">
          <ac:chgData name="Mengmeng Ge" userId="bb5bc401-97cb-4caf-9857-8ff441375414" providerId="ADAL" clId="{FE8E8028-711E-4BD0-84B2-9D18258AA3DC}" dt="2024-09-12T22:28:54.498" v="85" actId="1035"/>
          <ac:spMkLst>
            <pc:docMk/>
            <pc:sldMk cId="2116317456" sldId="666"/>
            <ac:spMk id="88" creationId="{C6CB6AA4-7516-0A62-041E-07E06BD46AD4}"/>
          </ac:spMkLst>
        </pc:spChg>
        <pc:spChg chg="mod">
          <ac:chgData name="Mengmeng Ge" userId="bb5bc401-97cb-4caf-9857-8ff441375414" providerId="ADAL" clId="{FE8E8028-711E-4BD0-84B2-9D18258AA3DC}" dt="2024-09-12T22:28:54.498" v="85" actId="1035"/>
          <ac:spMkLst>
            <pc:docMk/>
            <pc:sldMk cId="2116317456" sldId="666"/>
            <ac:spMk id="89" creationId="{ABAC4782-10C9-B621-B502-F22A33D7A8DB}"/>
          </ac:spMkLst>
        </pc:spChg>
        <pc:spChg chg="mod">
          <ac:chgData name="Mengmeng Ge" userId="bb5bc401-97cb-4caf-9857-8ff441375414" providerId="ADAL" clId="{FE8E8028-711E-4BD0-84B2-9D18258AA3DC}" dt="2024-09-12T22:28:54.498" v="85" actId="1035"/>
          <ac:spMkLst>
            <pc:docMk/>
            <pc:sldMk cId="2116317456" sldId="666"/>
            <ac:spMk id="90" creationId="{375736C4-1BDE-D124-F647-ED20D9AF8F77}"/>
          </ac:spMkLst>
        </pc:spChg>
        <pc:spChg chg="mod">
          <ac:chgData name="Mengmeng Ge" userId="bb5bc401-97cb-4caf-9857-8ff441375414" providerId="ADAL" clId="{FE8E8028-711E-4BD0-84B2-9D18258AA3DC}" dt="2024-09-12T22:28:54.498" v="85" actId="1035"/>
          <ac:spMkLst>
            <pc:docMk/>
            <pc:sldMk cId="2116317456" sldId="666"/>
            <ac:spMk id="91" creationId="{C44737FE-7187-CFAE-F31B-614E1EAE4136}"/>
          </ac:spMkLst>
        </pc:spChg>
        <pc:spChg chg="mod">
          <ac:chgData name="Mengmeng Ge" userId="bb5bc401-97cb-4caf-9857-8ff441375414" providerId="ADAL" clId="{FE8E8028-711E-4BD0-84B2-9D18258AA3DC}" dt="2024-09-12T22:28:54.498" v="85" actId="1035"/>
          <ac:spMkLst>
            <pc:docMk/>
            <pc:sldMk cId="2116317456" sldId="666"/>
            <ac:spMk id="92" creationId="{DCC578B1-CFF0-1B5A-A594-CF3AB828EDE0}"/>
          </ac:spMkLst>
        </pc:spChg>
        <pc:spChg chg="mod">
          <ac:chgData name="Mengmeng Ge" userId="bb5bc401-97cb-4caf-9857-8ff441375414" providerId="ADAL" clId="{FE8E8028-711E-4BD0-84B2-9D18258AA3DC}" dt="2024-09-12T22:28:54.498" v="85" actId="1035"/>
          <ac:spMkLst>
            <pc:docMk/>
            <pc:sldMk cId="2116317456" sldId="666"/>
            <ac:spMk id="94" creationId="{CA03BD3B-F6BD-C82D-270E-4244F072509B}"/>
          </ac:spMkLst>
        </pc:spChg>
        <pc:spChg chg="mod">
          <ac:chgData name="Mengmeng Ge" userId="bb5bc401-97cb-4caf-9857-8ff441375414" providerId="ADAL" clId="{FE8E8028-711E-4BD0-84B2-9D18258AA3DC}" dt="2024-09-12T22:28:54.498" v="85" actId="1035"/>
          <ac:spMkLst>
            <pc:docMk/>
            <pc:sldMk cId="2116317456" sldId="666"/>
            <ac:spMk id="95" creationId="{CC3CD11F-2D5F-8CFC-1335-457AFC846373}"/>
          </ac:spMkLst>
        </pc:spChg>
        <pc:spChg chg="mod">
          <ac:chgData name="Mengmeng Ge" userId="bb5bc401-97cb-4caf-9857-8ff441375414" providerId="ADAL" clId="{FE8E8028-711E-4BD0-84B2-9D18258AA3DC}" dt="2024-09-12T22:28:54.498" v="85" actId="1035"/>
          <ac:spMkLst>
            <pc:docMk/>
            <pc:sldMk cId="2116317456" sldId="666"/>
            <ac:spMk id="96" creationId="{BC217F98-F12E-AF09-89FF-1CC2AAA84B10}"/>
          </ac:spMkLst>
        </pc:spChg>
        <pc:spChg chg="mod">
          <ac:chgData name="Mengmeng Ge" userId="bb5bc401-97cb-4caf-9857-8ff441375414" providerId="ADAL" clId="{FE8E8028-711E-4BD0-84B2-9D18258AA3DC}" dt="2024-09-12T22:28:54.498" v="85" actId="1035"/>
          <ac:spMkLst>
            <pc:docMk/>
            <pc:sldMk cId="2116317456" sldId="666"/>
            <ac:spMk id="97" creationId="{61574833-1BBC-9732-8E34-D4C4F3A43136}"/>
          </ac:spMkLst>
        </pc:spChg>
        <pc:spChg chg="mod">
          <ac:chgData name="Mengmeng Ge" userId="bb5bc401-97cb-4caf-9857-8ff441375414" providerId="ADAL" clId="{FE8E8028-711E-4BD0-84B2-9D18258AA3DC}" dt="2024-09-12T22:28:54.498" v="85" actId="1035"/>
          <ac:spMkLst>
            <pc:docMk/>
            <pc:sldMk cId="2116317456" sldId="666"/>
            <ac:spMk id="98" creationId="{C146CE8D-7851-0815-F942-A8948D210C02}"/>
          </ac:spMkLst>
        </pc:spChg>
        <pc:spChg chg="mod">
          <ac:chgData name="Mengmeng Ge" userId="bb5bc401-97cb-4caf-9857-8ff441375414" providerId="ADAL" clId="{FE8E8028-711E-4BD0-84B2-9D18258AA3DC}" dt="2024-09-12T22:28:54.498" v="85" actId="1035"/>
          <ac:spMkLst>
            <pc:docMk/>
            <pc:sldMk cId="2116317456" sldId="666"/>
            <ac:spMk id="99" creationId="{8EA69DF0-1E03-824C-97F6-4399C33CA212}"/>
          </ac:spMkLst>
        </pc:spChg>
        <pc:spChg chg="mod">
          <ac:chgData name="Mengmeng Ge" userId="bb5bc401-97cb-4caf-9857-8ff441375414" providerId="ADAL" clId="{FE8E8028-711E-4BD0-84B2-9D18258AA3DC}" dt="2024-09-12T22:28:54.498" v="85" actId="1035"/>
          <ac:spMkLst>
            <pc:docMk/>
            <pc:sldMk cId="2116317456" sldId="666"/>
            <ac:spMk id="100" creationId="{1F22EC0B-2302-41DB-FF2E-908D6D8038AA}"/>
          </ac:spMkLst>
        </pc:spChg>
        <pc:spChg chg="mod">
          <ac:chgData name="Mengmeng Ge" userId="bb5bc401-97cb-4caf-9857-8ff441375414" providerId="ADAL" clId="{FE8E8028-711E-4BD0-84B2-9D18258AA3DC}" dt="2024-09-12T22:28:54.498" v="85" actId="1035"/>
          <ac:spMkLst>
            <pc:docMk/>
            <pc:sldMk cId="2116317456" sldId="666"/>
            <ac:spMk id="101" creationId="{40542E6F-C498-2E64-1263-0528AD8E9CF2}"/>
          </ac:spMkLst>
        </pc:spChg>
        <pc:spChg chg="mod">
          <ac:chgData name="Mengmeng Ge" userId="bb5bc401-97cb-4caf-9857-8ff441375414" providerId="ADAL" clId="{FE8E8028-711E-4BD0-84B2-9D18258AA3DC}" dt="2024-09-12T22:28:54.498" v="85" actId="1035"/>
          <ac:spMkLst>
            <pc:docMk/>
            <pc:sldMk cId="2116317456" sldId="666"/>
            <ac:spMk id="102" creationId="{829C170C-7C93-5B47-03C4-2378E3B0C742}"/>
          </ac:spMkLst>
        </pc:spChg>
        <pc:spChg chg="mod">
          <ac:chgData name="Mengmeng Ge" userId="bb5bc401-97cb-4caf-9857-8ff441375414" providerId="ADAL" clId="{FE8E8028-711E-4BD0-84B2-9D18258AA3DC}" dt="2024-09-12T22:28:54.498" v="85" actId="1035"/>
          <ac:spMkLst>
            <pc:docMk/>
            <pc:sldMk cId="2116317456" sldId="666"/>
            <ac:spMk id="103" creationId="{BC696AA8-CE2F-7B86-D75B-FEDC15D44F57}"/>
          </ac:spMkLst>
        </pc:spChg>
        <pc:spChg chg="mod">
          <ac:chgData name="Mengmeng Ge" userId="bb5bc401-97cb-4caf-9857-8ff441375414" providerId="ADAL" clId="{FE8E8028-711E-4BD0-84B2-9D18258AA3DC}" dt="2024-09-12T22:28:54.498" v="85" actId="1035"/>
          <ac:spMkLst>
            <pc:docMk/>
            <pc:sldMk cId="2116317456" sldId="666"/>
            <ac:spMk id="104" creationId="{AF57A3B5-BC70-2D09-CF4C-73A8C9563532}"/>
          </ac:spMkLst>
        </pc:spChg>
        <pc:spChg chg="mod">
          <ac:chgData name="Mengmeng Ge" userId="bb5bc401-97cb-4caf-9857-8ff441375414" providerId="ADAL" clId="{FE8E8028-711E-4BD0-84B2-9D18258AA3DC}" dt="2024-09-12T22:28:54.498" v="85" actId="1035"/>
          <ac:spMkLst>
            <pc:docMk/>
            <pc:sldMk cId="2116317456" sldId="666"/>
            <ac:spMk id="106" creationId="{126D6EB8-F0A7-F1BE-456A-26B2D6924238}"/>
          </ac:spMkLst>
        </pc:spChg>
        <pc:spChg chg="mod">
          <ac:chgData name="Mengmeng Ge" userId="bb5bc401-97cb-4caf-9857-8ff441375414" providerId="ADAL" clId="{FE8E8028-711E-4BD0-84B2-9D18258AA3DC}" dt="2024-09-12T22:28:54.498" v="85" actId="1035"/>
          <ac:spMkLst>
            <pc:docMk/>
            <pc:sldMk cId="2116317456" sldId="666"/>
            <ac:spMk id="107" creationId="{755B0D41-E7CA-D09A-FA3A-E28F5D9B14F5}"/>
          </ac:spMkLst>
        </pc:spChg>
        <pc:spChg chg="mod">
          <ac:chgData name="Mengmeng Ge" userId="bb5bc401-97cb-4caf-9857-8ff441375414" providerId="ADAL" clId="{FE8E8028-711E-4BD0-84B2-9D18258AA3DC}" dt="2024-09-12T22:28:54.498" v="85" actId="1035"/>
          <ac:spMkLst>
            <pc:docMk/>
            <pc:sldMk cId="2116317456" sldId="666"/>
            <ac:spMk id="108" creationId="{087DC23A-46AD-BAD8-0816-49834F135D19}"/>
          </ac:spMkLst>
        </pc:spChg>
        <pc:spChg chg="mod">
          <ac:chgData name="Mengmeng Ge" userId="bb5bc401-97cb-4caf-9857-8ff441375414" providerId="ADAL" clId="{FE8E8028-711E-4BD0-84B2-9D18258AA3DC}" dt="2024-09-12T22:28:54.498" v="85" actId="1035"/>
          <ac:spMkLst>
            <pc:docMk/>
            <pc:sldMk cId="2116317456" sldId="666"/>
            <ac:spMk id="109" creationId="{052FD0C7-1026-7745-7B0B-738702F0A381}"/>
          </ac:spMkLst>
        </pc:spChg>
        <pc:spChg chg="mod">
          <ac:chgData name="Mengmeng Ge" userId="bb5bc401-97cb-4caf-9857-8ff441375414" providerId="ADAL" clId="{FE8E8028-711E-4BD0-84B2-9D18258AA3DC}" dt="2024-09-12T22:28:54.498" v="85" actId="1035"/>
          <ac:spMkLst>
            <pc:docMk/>
            <pc:sldMk cId="2116317456" sldId="666"/>
            <ac:spMk id="110" creationId="{BACFF8A1-6607-3F2F-80D9-4E65042C4DD3}"/>
          </ac:spMkLst>
        </pc:spChg>
        <pc:spChg chg="mod">
          <ac:chgData name="Mengmeng Ge" userId="bb5bc401-97cb-4caf-9857-8ff441375414" providerId="ADAL" clId="{FE8E8028-711E-4BD0-84B2-9D18258AA3DC}" dt="2024-09-12T22:28:54.498" v="85" actId="1035"/>
          <ac:spMkLst>
            <pc:docMk/>
            <pc:sldMk cId="2116317456" sldId="666"/>
            <ac:spMk id="111" creationId="{761A801C-A053-6499-6B07-392243EC6EE2}"/>
          </ac:spMkLst>
        </pc:spChg>
        <pc:spChg chg="mod">
          <ac:chgData name="Mengmeng Ge" userId="bb5bc401-97cb-4caf-9857-8ff441375414" providerId="ADAL" clId="{FE8E8028-711E-4BD0-84B2-9D18258AA3DC}" dt="2024-09-12T22:28:54.498" v="85" actId="1035"/>
          <ac:spMkLst>
            <pc:docMk/>
            <pc:sldMk cId="2116317456" sldId="666"/>
            <ac:spMk id="112" creationId="{30227F84-DC88-8AD2-FEEF-520CA0322913}"/>
          </ac:spMkLst>
        </pc:spChg>
        <pc:spChg chg="mod">
          <ac:chgData name="Mengmeng Ge" userId="bb5bc401-97cb-4caf-9857-8ff441375414" providerId="ADAL" clId="{FE8E8028-711E-4BD0-84B2-9D18258AA3DC}" dt="2024-09-12T22:28:54.498" v="85" actId="1035"/>
          <ac:spMkLst>
            <pc:docMk/>
            <pc:sldMk cId="2116317456" sldId="666"/>
            <ac:spMk id="113" creationId="{DB331D87-5854-38FD-B5E8-0C061648236B}"/>
          </ac:spMkLst>
        </pc:spChg>
        <pc:spChg chg="mod">
          <ac:chgData name="Mengmeng Ge" userId="bb5bc401-97cb-4caf-9857-8ff441375414" providerId="ADAL" clId="{FE8E8028-711E-4BD0-84B2-9D18258AA3DC}" dt="2024-09-12T22:28:54.498" v="85" actId="1035"/>
          <ac:spMkLst>
            <pc:docMk/>
            <pc:sldMk cId="2116317456" sldId="666"/>
            <ac:spMk id="114" creationId="{24EC830E-CCF9-5EB3-91BE-90BDAF7879CB}"/>
          </ac:spMkLst>
        </pc:spChg>
        <pc:spChg chg="mod">
          <ac:chgData name="Mengmeng Ge" userId="bb5bc401-97cb-4caf-9857-8ff441375414" providerId="ADAL" clId="{FE8E8028-711E-4BD0-84B2-9D18258AA3DC}" dt="2024-09-12T22:28:54.498" v="85" actId="1035"/>
          <ac:spMkLst>
            <pc:docMk/>
            <pc:sldMk cId="2116317456" sldId="666"/>
            <ac:spMk id="115" creationId="{3646BEC9-3A08-99F8-2F3D-40F0F716480F}"/>
          </ac:spMkLst>
        </pc:spChg>
        <pc:spChg chg="mod">
          <ac:chgData name="Mengmeng Ge" userId="bb5bc401-97cb-4caf-9857-8ff441375414" providerId="ADAL" clId="{FE8E8028-711E-4BD0-84B2-9D18258AA3DC}" dt="2024-09-12T22:28:54.498" v="85" actId="1035"/>
          <ac:spMkLst>
            <pc:docMk/>
            <pc:sldMk cId="2116317456" sldId="666"/>
            <ac:spMk id="116" creationId="{73A18C9E-991C-4604-B58F-6BDC3A166190}"/>
          </ac:spMkLst>
        </pc:spChg>
        <pc:spChg chg="mod">
          <ac:chgData name="Mengmeng Ge" userId="bb5bc401-97cb-4caf-9857-8ff441375414" providerId="ADAL" clId="{FE8E8028-711E-4BD0-84B2-9D18258AA3DC}" dt="2024-09-12T22:28:54.498" v="85" actId="1035"/>
          <ac:spMkLst>
            <pc:docMk/>
            <pc:sldMk cId="2116317456" sldId="666"/>
            <ac:spMk id="117" creationId="{A788CF3D-5A59-E28B-49BF-0DDBA4064CE7}"/>
          </ac:spMkLst>
        </pc:spChg>
        <pc:spChg chg="mod">
          <ac:chgData name="Mengmeng Ge" userId="bb5bc401-97cb-4caf-9857-8ff441375414" providerId="ADAL" clId="{FE8E8028-711E-4BD0-84B2-9D18258AA3DC}" dt="2024-09-12T22:28:54.498" v="85" actId="1035"/>
          <ac:spMkLst>
            <pc:docMk/>
            <pc:sldMk cId="2116317456" sldId="666"/>
            <ac:spMk id="118" creationId="{541400DC-B9AC-7180-F587-12BCEA3F5968}"/>
          </ac:spMkLst>
        </pc:spChg>
        <pc:spChg chg="mod">
          <ac:chgData name="Mengmeng Ge" userId="bb5bc401-97cb-4caf-9857-8ff441375414" providerId="ADAL" clId="{FE8E8028-711E-4BD0-84B2-9D18258AA3DC}" dt="2024-09-12T22:28:54.498" v="85" actId="1035"/>
          <ac:spMkLst>
            <pc:docMk/>
            <pc:sldMk cId="2116317456" sldId="666"/>
            <ac:spMk id="119" creationId="{FDA694B4-F47A-443C-3852-0EAA0EED1F1A}"/>
          </ac:spMkLst>
        </pc:spChg>
        <pc:spChg chg="mod">
          <ac:chgData name="Mengmeng Ge" userId="bb5bc401-97cb-4caf-9857-8ff441375414" providerId="ADAL" clId="{FE8E8028-711E-4BD0-84B2-9D18258AA3DC}" dt="2024-09-12T22:28:54.498" v="85" actId="1035"/>
          <ac:spMkLst>
            <pc:docMk/>
            <pc:sldMk cId="2116317456" sldId="666"/>
            <ac:spMk id="120" creationId="{A54D315D-727A-C1C0-4524-64F09808D94D}"/>
          </ac:spMkLst>
        </pc:spChg>
        <pc:spChg chg="mod">
          <ac:chgData name="Mengmeng Ge" userId="bb5bc401-97cb-4caf-9857-8ff441375414" providerId="ADAL" clId="{FE8E8028-711E-4BD0-84B2-9D18258AA3DC}" dt="2024-09-12T22:28:54.498" v="85" actId="1035"/>
          <ac:spMkLst>
            <pc:docMk/>
            <pc:sldMk cId="2116317456" sldId="666"/>
            <ac:spMk id="121" creationId="{6F9AC7A1-DF9A-2B90-2482-4D7B48A10894}"/>
          </ac:spMkLst>
        </pc:spChg>
        <pc:spChg chg="mod">
          <ac:chgData name="Mengmeng Ge" userId="bb5bc401-97cb-4caf-9857-8ff441375414" providerId="ADAL" clId="{FE8E8028-711E-4BD0-84B2-9D18258AA3DC}" dt="2024-09-12T22:28:54.498" v="85" actId="1035"/>
          <ac:spMkLst>
            <pc:docMk/>
            <pc:sldMk cId="2116317456" sldId="666"/>
            <ac:spMk id="122" creationId="{A9A53975-542B-47D1-CA33-08B50CBA9A3A}"/>
          </ac:spMkLst>
        </pc:spChg>
        <pc:spChg chg="mod">
          <ac:chgData name="Mengmeng Ge" userId="bb5bc401-97cb-4caf-9857-8ff441375414" providerId="ADAL" clId="{FE8E8028-711E-4BD0-84B2-9D18258AA3DC}" dt="2024-09-12T22:28:54.498" v="85" actId="1035"/>
          <ac:spMkLst>
            <pc:docMk/>
            <pc:sldMk cId="2116317456" sldId="666"/>
            <ac:spMk id="123" creationId="{1F2ED414-5547-DBE3-E896-1605A395B7B1}"/>
          </ac:spMkLst>
        </pc:spChg>
        <pc:spChg chg="mod">
          <ac:chgData name="Mengmeng Ge" userId="bb5bc401-97cb-4caf-9857-8ff441375414" providerId="ADAL" clId="{FE8E8028-711E-4BD0-84B2-9D18258AA3DC}" dt="2024-09-12T22:28:54.498" v="85" actId="1035"/>
          <ac:spMkLst>
            <pc:docMk/>
            <pc:sldMk cId="2116317456" sldId="666"/>
            <ac:spMk id="124" creationId="{5357264C-A95A-2209-9636-A1ADF5FA041D}"/>
          </ac:spMkLst>
        </pc:spChg>
        <pc:spChg chg="mod">
          <ac:chgData name="Mengmeng Ge" userId="bb5bc401-97cb-4caf-9857-8ff441375414" providerId="ADAL" clId="{FE8E8028-711E-4BD0-84B2-9D18258AA3DC}" dt="2024-09-12T22:28:54.498" v="85" actId="1035"/>
          <ac:spMkLst>
            <pc:docMk/>
            <pc:sldMk cId="2116317456" sldId="666"/>
            <ac:spMk id="125" creationId="{87C1B443-D84E-E56E-F495-94E4EBE15066}"/>
          </ac:spMkLst>
        </pc:spChg>
        <pc:grpChg chg="mod">
          <ac:chgData name="Mengmeng Ge" userId="bb5bc401-97cb-4caf-9857-8ff441375414" providerId="ADAL" clId="{FE8E8028-711E-4BD0-84B2-9D18258AA3DC}" dt="2024-09-12T22:28:54.498" v="85" actId="1035"/>
          <ac:grpSpMkLst>
            <pc:docMk/>
            <pc:sldMk cId="2116317456" sldId="666"/>
            <ac:grpSpMk id="21" creationId="{E8D99591-5512-4D28-0C56-F37402EC24CF}"/>
          </ac:grpSpMkLst>
        </pc:grpChg>
        <pc:grpChg chg="mod">
          <ac:chgData name="Mengmeng Ge" userId="bb5bc401-97cb-4caf-9857-8ff441375414" providerId="ADAL" clId="{FE8E8028-711E-4BD0-84B2-9D18258AA3DC}" dt="2024-09-12T22:28:54.498" v="85" actId="1035"/>
          <ac:grpSpMkLst>
            <pc:docMk/>
            <pc:sldMk cId="2116317456" sldId="666"/>
            <ac:grpSpMk id="34" creationId="{1A8A40B6-EFD2-9597-26B8-2ABCBE9981FB}"/>
          </ac:grpSpMkLst>
        </pc:grpChg>
        <pc:grpChg chg="mod">
          <ac:chgData name="Mengmeng Ge" userId="bb5bc401-97cb-4caf-9857-8ff441375414" providerId="ADAL" clId="{FE8E8028-711E-4BD0-84B2-9D18258AA3DC}" dt="2024-09-12T22:28:54.498" v="85" actId="1035"/>
          <ac:grpSpMkLst>
            <pc:docMk/>
            <pc:sldMk cId="2116317456" sldId="666"/>
            <ac:grpSpMk id="62" creationId="{00883EA2-A571-D324-71F8-5080A317A5DB}"/>
          </ac:grpSpMkLst>
        </pc:grpChg>
        <pc:grpChg chg="mod">
          <ac:chgData name="Mengmeng Ge" userId="bb5bc401-97cb-4caf-9857-8ff441375414" providerId="ADAL" clId="{FE8E8028-711E-4BD0-84B2-9D18258AA3DC}" dt="2024-09-12T22:28:54.498" v="85" actId="1035"/>
          <ac:grpSpMkLst>
            <pc:docMk/>
            <pc:sldMk cId="2116317456" sldId="666"/>
            <ac:grpSpMk id="63" creationId="{82652EE0-4219-7A3B-61AB-BA8AB5D17368}"/>
          </ac:grpSpMkLst>
        </pc:grpChg>
        <pc:grpChg chg="mod">
          <ac:chgData name="Mengmeng Ge" userId="bb5bc401-97cb-4caf-9857-8ff441375414" providerId="ADAL" clId="{FE8E8028-711E-4BD0-84B2-9D18258AA3DC}" dt="2024-09-12T22:28:54.498" v="85" actId="1035"/>
          <ac:grpSpMkLst>
            <pc:docMk/>
            <pc:sldMk cId="2116317456" sldId="666"/>
            <ac:grpSpMk id="64" creationId="{B5AE1CA2-DB15-BA1E-491A-B3FB39B1B43D}"/>
          </ac:grpSpMkLst>
        </pc:grpChg>
        <pc:grpChg chg="mod">
          <ac:chgData name="Mengmeng Ge" userId="bb5bc401-97cb-4caf-9857-8ff441375414" providerId="ADAL" clId="{FE8E8028-711E-4BD0-84B2-9D18258AA3DC}" dt="2024-09-12T22:28:54.498" v="85" actId="1035"/>
          <ac:grpSpMkLst>
            <pc:docMk/>
            <pc:sldMk cId="2116317456" sldId="666"/>
            <ac:grpSpMk id="67" creationId="{CC0EE568-BD89-9018-C842-E4CAF9D49887}"/>
          </ac:grpSpMkLst>
        </pc:grpChg>
        <pc:grpChg chg="mod">
          <ac:chgData name="Mengmeng Ge" userId="bb5bc401-97cb-4caf-9857-8ff441375414" providerId="ADAL" clId="{FE8E8028-711E-4BD0-84B2-9D18258AA3DC}" dt="2024-09-12T22:28:54.498" v="85" actId="1035"/>
          <ac:grpSpMkLst>
            <pc:docMk/>
            <pc:sldMk cId="2116317456" sldId="666"/>
            <ac:grpSpMk id="68" creationId="{14DEC2CF-4056-843A-8C91-1E00ADC306B3}"/>
          </ac:grpSpMkLst>
        </pc:grpChg>
        <pc:grpChg chg="mod">
          <ac:chgData name="Mengmeng Ge" userId="bb5bc401-97cb-4caf-9857-8ff441375414" providerId="ADAL" clId="{FE8E8028-711E-4BD0-84B2-9D18258AA3DC}" dt="2024-09-12T22:28:54.498" v="85" actId="1035"/>
          <ac:grpSpMkLst>
            <pc:docMk/>
            <pc:sldMk cId="2116317456" sldId="666"/>
            <ac:grpSpMk id="72" creationId="{2B5024C9-3296-9253-74FB-4E2ADD5CB3D0}"/>
          </ac:grpSpMkLst>
        </pc:grpChg>
        <pc:grpChg chg="mod">
          <ac:chgData name="Mengmeng Ge" userId="bb5bc401-97cb-4caf-9857-8ff441375414" providerId="ADAL" clId="{FE8E8028-711E-4BD0-84B2-9D18258AA3DC}" dt="2024-09-12T22:28:54.498" v="85" actId="1035"/>
          <ac:grpSpMkLst>
            <pc:docMk/>
            <pc:sldMk cId="2116317456" sldId="666"/>
            <ac:grpSpMk id="93" creationId="{329495D5-1536-8F40-7E32-64B5D34FDF0F}"/>
          </ac:grpSpMkLst>
        </pc:grpChg>
        <pc:grpChg chg="mod">
          <ac:chgData name="Mengmeng Ge" userId="bb5bc401-97cb-4caf-9857-8ff441375414" providerId="ADAL" clId="{FE8E8028-711E-4BD0-84B2-9D18258AA3DC}" dt="2024-09-12T22:28:54.498" v="85" actId="1035"/>
          <ac:grpSpMkLst>
            <pc:docMk/>
            <pc:sldMk cId="2116317456" sldId="666"/>
            <ac:grpSpMk id="105" creationId="{81F1D422-FFF9-5398-2D17-D5B3D7A41BD0}"/>
          </ac:grpSpMkLst>
        </pc:grpChg>
        <pc:grpChg chg="mod">
          <ac:chgData name="Mengmeng Ge" userId="bb5bc401-97cb-4caf-9857-8ff441375414" providerId="ADAL" clId="{FE8E8028-711E-4BD0-84B2-9D18258AA3DC}" dt="2024-09-12T22:28:54.498" v="85" actId="1035"/>
          <ac:grpSpMkLst>
            <pc:docMk/>
            <pc:sldMk cId="2116317456" sldId="666"/>
            <ac:grpSpMk id="126" creationId="{387F14C1-C986-D2DA-139B-A0D1CA68BAE9}"/>
          </ac:grpSpMkLst>
        </pc:grpChg>
        <pc:grpChg chg="mod">
          <ac:chgData name="Mengmeng Ge" userId="bb5bc401-97cb-4caf-9857-8ff441375414" providerId="ADAL" clId="{FE8E8028-711E-4BD0-84B2-9D18258AA3DC}" dt="2024-09-12T22:28:54.498" v="85" actId="1035"/>
          <ac:grpSpMkLst>
            <pc:docMk/>
            <pc:sldMk cId="2116317456" sldId="666"/>
            <ac:grpSpMk id="127" creationId="{6AE415C7-36DE-0304-0785-362B0D18FC11}"/>
          </ac:grpSpMkLst>
        </pc:grpChg>
        <pc:grpChg chg="mod">
          <ac:chgData name="Mengmeng Ge" userId="bb5bc401-97cb-4caf-9857-8ff441375414" providerId="ADAL" clId="{FE8E8028-711E-4BD0-84B2-9D18258AA3DC}" dt="2024-09-12T22:28:54.498" v="85" actId="1035"/>
          <ac:grpSpMkLst>
            <pc:docMk/>
            <pc:sldMk cId="2116317456" sldId="666"/>
            <ac:grpSpMk id="128" creationId="{599DE5B9-860D-58FA-B28C-C3CA29EE872F}"/>
          </ac:grpSpMkLst>
        </pc:grpChg>
      </pc:sldChg>
      <pc:sldChg chg="modAnim">
        <pc:chgData name="Mengmeng Ge" userId="bb5bc401-97cb-4caf-9857-8ff441375414" providerId="ADAL" clId="{FE8E8028-711E-4BD0-84B2-9D18258AA3DC}" dt="2024-09-13T02:20:31.002" v="2104"/>
        <pc:sldMkLst>
          <pc:docMk/>
          <pc:sldMk cId="505910332" sldId="667"/>
        </pc:sldMkLst>
      </pc:sldChg>
      <pc:sldChg chg="ord">
        <pc:chgData name="Mengmeng Ge" userId="bb5bc401-97cb-4caf-9857-8ff441375414" providerId="ADAL" clId="{FE8E8028-711E-4BD0-84B2-9D18258AA3DC}" dt="2024-09-12T22:36:57.429" v="378"/>
        <pc:sldMkLst>
          <pc:docMk/>
          <pc:sldMk cId="75077076" sldId="668"/>
        </pc:sldMkLst>
      </pc:sldChg>
      <pc:sldChg chg="ord">
        <pc:chgData name="Mengmeng Ge" userId="bb5bc401-97cb-4caf-9857-8ff441375414" providerId="ADAL" clId="{FE8E8028-711E-4BD0-84B2-9D18258AA3DC}" dt="2024-09-12T22:36:57.429" v="378"/>
        <pc:sldMkLst>
          <pc:docMk/>
          <pc:sldMk cId="1188017129" sldId="669"/>
        </pc:sldMkLst>
      </pc:sldChg>
      <pc:sldChg chg="addSp modSp mod ord modAnim modNotesTx">
        <pc:chgData name="Mengmeng Ge" userId="bb5bc401-97cb-4caf-9857-8ff441375414" providerId="ADAL" clId="{FE8E8028-711E-4BD0-84B2-9D18258AA3DC}" dt="2024-09-18T22:21:01.560" v="4211"/>
        <pc:sldMkLst>
          <pc:docMk/>
          <pc:sldMk cId="3086090940" sldId="670"/>
        </pc:sldMkLst>
        <pc:spChg chg="mod">
          <ac:chgData name="Mengmeng Ge" userId="bb5bc401-97cb-4caf-9857-8ff441375414" providerId="ADAL" clId="{FE8E8028-711E-4BD0-84B2-9D18258AA3DC}" dt="2024-09-13T04:38:45.973" v="2894" actId="1035"/>
          <ac:spMkLst>
            <pc:docMk/>
            <pc:sldMk cId="3086090940" sldId="670"/>
            <ac:spMk id="3" creationId="{9338FE57-9CAC-0836-6E7E-A47A7C20EBCD}"/>
          </ac:spMkLst>
        </pc:spChg>
        <pc:spChg chg="add mod">
          <ac:chgData name="Mengmeng Ge" userId="bb5bc401-97cb-4caf-9857-8ff441375414" providerId="ADAL" clId="{FE8E8028-711E-4BD0-84B2-9D18258AA3DC}" dt="2024-09-13T04:38:42.572" v="2893" actId="14100"/>
          <ac:spMkLst>
            <pc:docMk/>
            <pc:sldMk cId="3086090940" sldId="670"/>
            <ac:spMk id="7" creationId="{B2355E89-AB13-1C67-2426-A7F011959C7B}"/>
          </ac:spMkLst>
        </pc:spChg>
        <pc:picChg chg="add mod">
          <ac:chgData name="Mengmeng Ge" userId="bb5bc401-97cb-4caf-9857-8ff441375414" providerId="ADAL" clId="{FE8E8028-711E-4BD0-84B2-9D18258AA3DC}" dt="2024-09-13T04:37:58.450" v="2885" actId="1035"/>
          <ac:picMkLst>
            <pc:docMk/>
            <pc:sldMk cId="3086090940" sldId="670"/>
            <ac:picMk id="6" creationId="{CD0030F2-C2C7-8094-0770-9B792331A5A7}"/>
          </ac:picMkLst>
        </pc:picChg>
      </pc:sldChg>
      <pc:sldChg chg="delSp modSp add mod delAnim modAnim modNotesTx">
        <pc:chgData name="Mengmeng Ge" userId="bb5bc401-97cb-4caf-9857-8ff441375414" providerId="ADAL" clId="{FE8E8028-711E-4BD0-84B2-9D18258AA3DC}" dt="2024-09-13T00:34:13.599" v="1021"/>
        <pc:sldMkLst>
          <pc:docMk/>
          <pc:sldMk cId="2868717786" sldId="671"/>
        </pc:sldMkLst>
        <pc:spChg chg="del">
          <ac:chgData name="Mengmeng Ge" userId="bb5bc401-97cb-4caf-9857-8ff441375414" providerId="ADAL" clId="{FE8E8028-711E-4BD0-84B2-9D18258AA3DC}" dt="2024-09-13T00:26:18.894" v="684" actId="478"/>
          <ac:spMkLst>
            <pc:docMk/>
            <pc:sldMk cId="2868717786" sldId="671"/>
            <ac:spMk id="3" creationId="{D5EBC883-20D9-F137-651F-AD73E04EDF9C}"/>
          </ac:spMkLst>
        </pc:spChg>
        <pc:spChg chg="del">
          <ac:chgData name="Mengmeng Ge" userId="bb5bc401-97cb-4caf-9857-8ff441375414" providerId="ADAL" clId="{FE8E8028-711E-4BD0-84B2-9D18258AA3DC}" dt="2024-09-13T00:24:23.739" v="675" actId="478"/>
          <ac:spMkLst>
            <pc:docMk/>
            <pc:sldMk cId="2868717786" sldId="671"/>
            <ac:spMk id="4" creationId="{00000000-0000-0000-0000-000000000000}"/>
          </ac:spMkLst>
        </pc:spChg>
        <pc:spChg chg="del topLvl">
          <ac:chgData name="Mengmeng Ge" userId="bb5bc401-97cb-4caf-9857-8ff441375414" providerId="ADAL" clId="{FE8E8028-711E-4BD0-84B2-9D18258AA3DC}" dt="2024-09-13T00:24:47.097" v="678" actId="478"/>
          <ac:spMkLst>
            <pc:docMk/>
            <pc:sldMk cId="2868717786" sldId="671"/>
            <ac:spMk id="5" creationId="{00000000-0000-0000-0000-000000000000}"/>
          </ac:spMkLst>
        </pc:spChg>
        <pc:spChg chg="mod topLvl">
          <ac:chgData name="Mengmeng Ge" userId="bb5bc401-97cb-4caf-9857-8ff441375414" providerId="ADAL" clId="{FE8E8028-711E-4BD0-84B2-9D18258AA3DC}" dt="2024-09-13T00:25:01.248" v="681" actId="1076"/>
          <ac:spMkLst>
            <pc:docMk/>
            <pc:sldMk cId="2868717786" sldId="671"/>
            <ac:spMk id="6" creationId="{00000000-0000-0000-0000-000000000000}"/>
          </ac:spMkLst>
        </pc:spChg>
        <pc:spChg chg="mod">
          <ac:chgData name="Mengmeng Ge" userId="bb5bc401-97cb-4caf-9857-8ff441375414" providerId="ADAL" clId="{FE8E8028-711E-4BD0-84B2-9D18258AA3DC}" dt="2024-09-13T00:34:06.944" v="1019" actId="1076"/>
          <ac:spMkLst>
            <pc:docMk/>
            <pc:sldMk cId="2868717786" sldId="671"/>
            <ac:spMk id="120" creationId="{00000000-0000-0000-0000-000000000000}"/>
          </ac:spMkLst>
        </pc:spChg>
        <pc:spChg chg="mod">
          <ac:chgData name="Mengmeng Ge" userId="bb5bc401-97cb-4caf-9857-8ff441375414" providerId="ADAL" clId="{FE8E8028-711E-4BD0-84B2-9D18258AA3DC}" dt="2024-09-13T00:23:46.994" v="674" actId="1076"/>
          <ac:spMkLst>
            <pc:docMk/>
            <pc:sldMk cId="2868717786" sldId="671"/>
            <ac:spMk id="587899" creationId="{00000000-0000-0000-0000-000000000000}"/>
          </ac:spMkLst>
        </pc:spChg>
        <pc:grpChg chg="del mod">
          <ac:chgData name="Mengmeng Ge" userId="bb5bc401-97cb-4caf-9857-8ff441375414" providerId="ADAL" clId="{FE8E8028-711E-4BD0-84B2-9D18258AA3DC}" dt="2024-09-13T00:24:47.097" v="678" actId="478"/>
          <ac:grpSpMkLst>
            <pc:docMk/>
            <pc:sldMk cId="2868717786" sldId="671"/>
            <ac:grpSpMk id="9" creationId="{00000000-0000-0000-0000-000000000000}"/>
          </ac:grpSpMkLst>
        </pc:grpChg>
      </pc:sldChg>
      <pc:sldChg chg="addSp delSp modSp mod modNotesTx">
        <pc:chgData name="Mengmeng Ge" userId="bb5bc401-97cb-4caf-9857-8ff441375414" providerId="ADAL" clId="{FE8E8028-711E-4BD0-84B2-9D18258AA3DC}" dt="2024-09-13T01:44:05.813" v="1905" actId="14100"/>
        <pc:sldMkLst>
          <pc:docMk/>
          <pc:sldMk cId="2684801306" sldId="672"/>
        </pc:sldMkLst>
        <pc:spChg chg="add mod">
          <ac:chgData name="Mengmeng Ge" userId="bb5bc401-97cb-4caf-9857-8ff441375414" providerId="ADAL" clId="{FE8E8028-711E-4BD0-84B2-9D18258AA3DC}" dt="2024-09-13T01:41:41.077" v="1741"/>
          <ac:spMkLst>
            <pc:docMk/>
            <pc:sldMk cId="2684801306" sldId="672"/>
            <ac:spMk id="2" creationId="{9437F2BC-1B43-E006-F5A5-B20530FAB716}"/>
          </ac:spMkLst>
        </pc:spChg>
        <pc:spChg chg="del">
          <ac:chgData name="Mengmeng Ge" userId="bb5bc401-97cb-4caf-9857-8ff441375414" providerId="ADAL" clId="{FE8E8028-711E-4BD0-84B2-9D18258AA3DC}" dt="2024-09-13T01:41:40.675" v="1740" actId="478"/>
          <ac:spMkLst>
            <pc:docMk/>
            <pc:sldMk cId="2684801306" sldId="672"/>
            <ac:spMk id="5" creationId="{00000000-0000-0000-0000-000000000000}"/>
          </ac:spMkLst>
        </pc:spChg>
        <pc:spChg chg="mod">
          <ac:chgData name="Mengmeng Ge" userId="bb5bc401-97cb-4caf-9857-8ff441375414" providerId="ADAL" clId="{FE8E8028-711E-4BD0-84B2-9D18258AA3DC}" dt="2024-09-13T01:41:47.879" v="1749" actId="20577"/>
          <ac:spMkLst>
            <pc:docMk/>
            <pc:sldMk cId="2684801306" sldId="672"/>
            <ac:spMk id="498690" creationId="{00000000-0000-0000-0000-000000000000}"/>
          </ac:spMkLst>
        </pc:spChg>
        <pc:spChg chg="mod">
          <ac:chgData name="Mengmeng Ge" userId="bb5bc401-97cb-4caf-9857-8ff441375414" providerId="ADAL" clId="{FE8E8028-711E-4BD0-84B2-9D18258AA3DC}" dt="2024-09-13T01:44:05.813" v="1905" actId="14100"/>
          <ac:spMkLst>
            <pc:docMk/>
            <pc:sldMk cId="2684801306" sldId="672"/>
            <ac:spMk id="498691" creationId="{00000000-0000-0000-0000-000000000000}"/>
          </ac:spMkLst>
        </pc:spChg>
      </pc:sldChg>
      <pc:sldChg chg="modSp new mod modAnim">
        <pc:chgData name="Mengmeng Ge" userId="bb5bc401-97cb-4caf-9857-8ff441375414" providerId="ADAL" clId="{FE8E8028-711E-4BD0-84B2-9D18258AA3DC}" dt="2024-09-18T00:19:42.788" v="3587"/>
        <pc:sldMkLst>
          <pc:docMk/>
          <pc:sldMk cId="1762248384" sldId="673"/>
        </pc:sldMkLst>
        <pc:spChg chg="mod">
          <ac:chgData name="Mengmeng Ge" userId="bb5bc401-97cb-4caf-9857-8ff441375414" providerId="ADAL" clId="{FE8E8028-711E-4BD0-84B2-9D18258AA3DC}" dt="2024-09-13T02:07:38.499" v="1940" actId="20577"/>
          <ac:spMkLst>
            <pc:docMk/>
            <pc:sldMk cId="1762248384" sldId="673"/>
            <ac:spMk id="2" creationId="{179DCCEA-3F63-7B46-44E3-12A84249603E}"/>
          </ac:spMkLst>
        </pc:spChg>
        <pc:spChg chg="mod">
          <ac:chgData name="Mengmeng Ge" userId="bb5bc401-97cb-4caf-9857-8ff441375414" providerId="ADAL" clId="{FE8E8028-711E-4BD0-84B2-9D18258AA3DC}" dt="2024-09-13T02:19:45.807" v="2103" actId="20577"/>
          <ac:spMkLst>
            <pc:docMk/>
            <pc:sldMk cId="1762248384" sldId="673"/>
            <ac:spMk id="3" creationId="{D6223B52-A761-7E5A-515E-C6C8D71B0B2C}"/>
          </ac:spMkLst>
        </pc:spChg>
      </pc:sldChg>
      <pc:sldChg chg="modSp add mod modAnim modNotesTx">
        <pc:chgData name="Mengmeng Ge" userId="bb5bc401-97cb-4caf-9857-8ff441375414" providerId="ADAL" clId="{FE8E8028-711E-4BD0-84B2-9D18258AA3DC}" dt="2024-09-18T00:29:45.604" v="3682" actId="113"/>
        <pc:sldMkLst>
          <pc:docMk/>
          <pc:sldMk cId="729662175" sldId="674"/>
        </pc:sldMkLst>
        <pc:spChg chg="mod">
          <ac:chgData name="Mengmeng Ge" userId="bb5bc401-97cb-4caf-9857-8ff441375414" providerId="ADAL" clId="{FE8E8028-711E-4BD0-84B2-9D18258AA3DC}" dt="2024-09-13T04:36:16.537" v="2791" actId="20577"/>
          <ac:spMkLst>
            <pc:docMk/>
            <pc:sldMk cId="729662175" sldId="674"/>
            <ac:spMk id="2" creationId="{DE541DC9-B00C-2C92-71A9-2A013AF39D96}"/>
          </ac:spMkLst>
        </pc:spChg>
        <pc:spChg chg="mod">
          <ac:chgData name="Mengmeng Ge" userId="bb5bc401-97cb-4caf-9857-8ff441375414" providerId="ADAL" clId="{FE8E8028-711E-4BD0-84B2-9D18258AA3DC}" dt="2024-09-13T04:43:49.722" v="3091" actId="20577"/>
          <ac:spMkLst>
            <pc:docMk/>
            <pc:sldMk cId="729662175" sldId="674"/>
            <ac:spMk id="3" creationId="{9338FE57-9CAC-0836-6E7E-A47A7C20EBCD}"/>
          </ac:spMkLst>
        </pc:spChg>
        <pc:picChg chg="mod">
          <ac:chgData name="Mengmeng Ge" userId="bb5bc401-97cb-4caf-9857-8ff441375414" providerId="ADAL" clId="{FE8E8028-711E-4BD0-84B2-9D18258AA3DC}" dt="2024-09-13T04:38:01.432" v="2886" actId="1036"/>
          <ac:picMkLst>
            <pc:docMk/>
            <pc:sldMk cId="729662175" sldId="674"/>
            <ac:picMk id="6" creationId="{CD0030F2-C2C7-8094-0770-9B792331A5A7}"/>
          </ac:picMkLst>
        </pc:picChg>
      </pc:sldChg>
      <pc:sldChg chg="modAnim modNotesTx">
        <pc:chgData name="Mengmeng Ge" userId="bb5bc401-97cb-4caf-9857-8ff441375414" providerId="ADAL" clId="{FE8E8028-711E-4BD0-84B2-9D18258AA3DC}" dt="2024-09-18T01:05:11.703" v="3812"/>
        <pc:sldMkLst>
          <pc:docMk/>
          <pc:sldMk cId="4247069774" sldId="675"/>
        </pc:sldMkLst>
      </pc:sldChg>
      <pc:sldChg chg="modNotesTx">
        <pc:chgData name="Mengmeng Ge" userId="bb5bc401-97cb-4caf-9857-8ff441375414" providerId="ADAL" clId="{FE8E8028-711E-4BD0-84B2-9D18258AA3DC}" dt="2024-09-19T00:28:28.281" v="4421" actId="20577"/>
        <pc:sldMkLst>
          <pc:docMk/>
          <pc:sldMk cId="1421195434" sldId="676"/>
        </pc:sldMkLst>
      </pc:sldChg>
      <pc:sldChg chg="modNotesTx">
        <pc:chgData name="Mengmeng Ge" userId="bb5bc401-97cb-4caf-9857-8ff441375414" providerId="ADAL" clId="{FE8E8028-711E-4BD0-84B2-9D18258AA3DC}" dt="2024-09-19T01:15:08.682" v="4911"/>
        <pc:sldMkLst>
          <pc:docMk/>
          <pc:sldMk cId="1438305735" sldId="677"/>
        </pc:sldMkLst>
      </pc:sldChg>
      <pc:sldChg chg="addSp modSp mod modNotesTx">
        <pc:chgData name="Mengmeng Ge" userId="bb5bc401-97cb-4caf-9857-8ff441375414" providerId="ADAL" clId="{FE8E8028-711E-4BD0-84B2-9D18258AA3DC}" dt="2024-09-18T22:50:50.393" v="4251" actId="113"/>
        <pc:sldMkLst>
          <pc:docMk/>
          <pc:sldMk cId="3154294100" sldId="678"/>
        </pc:sldMkLst>
        <pc:spChg chg="mod">
          <ac:chgData name="Mengmeng Ge" userId="bb5bc401-97cb-4caf-9857-8ff441375414" providerId="ADAL" clId="{FE8E8028-711E-4BD0-84B2-9D18258AA3DC}" dt="2024-09-18T22:05:05.371" v="4088" actId="20577"/>
          <ac:spMkLst>
            <pc:docMk/>
            <pc:sldMk cId="3154294100" sldId="678"/>
            <ac:spMk id="2" creationId="{62981A1B-1335-71AE-A26D-DE7CD627023D}"/>
          </ac:spMkLst>
        </pc:spChg>
        <pc:spChg chg="add mod">
          <ac:chgData name="Mengmeng Ge" userId="bb5bc401-97cb-4caf-9857-8ff441375414" providerId="ADAL" clId="{FE8E8028-711E-4BD0-84B2-9D18258AA3DC}" dt="2024-09-18T22:05:52.797" v="4129" actId="1076"/>
          <ac:spMkLst>
            <pc:docMk/>
            <pc:sldMk cId="3154294100" sldId="678"/>
            <ac:spMk id="3" creationId="{95D7ECC4-6677-17E4-E2CE-5A722CFD92FD}"/>
          </ac:spMkLst>
        </pc:spChg>
        <pc:picChg chg="mod">
          <ac:chgData name="Mengmeng Ge" userId="bb5bc401-97cb-4caf-9857-8ff441375414" providerId="ADAL" clId="{FE8E8028-711E-4BD0-84B2-9D18258AA3DC}" dt="2024-09-18T22:05:46.037" v="4128" actId="1076"/>
          <ac:picMkLst>
            <pc:docMk/>
            <pc:sldMk cId="3154294100" sldId="678"/>
            <ac:picMk id="6" creationId="{3F4EF6F8-DB35-C6D4-F1C0-FBC0553A1881}"/>
          </ac:picMkLst>
        </pc:picChg>
      </pc:sldChg>
      <pc:sldChg chg="addSp delSp modSp new mod modNotesTx">
        <pc:chgData name="Mengmeng Ge" userId="bb5bc401-97cb-4caf-9857-8ff441375414" providerId="ADAL" clId="{FE8E8028-711E-4BD0-84B2-9D18258AA3DC}" dt="2024-09-19T05:10:03.561" v="5025" actId="20577"/>
        <pc:sldMkLst>
          <pc:docMk/>
          <pc:sldMk cId="500668232" sldId="679"/>
        </pc:sldMkLst>
        <pc:spChg chg="mod">
          <ac:chgData name="Mengmeng Ge" userId="bb5bc401-97cb-4caf-9857-8ff441375414" providerId="ADAL" clId="{FE8E8028-711E-4BD0-84B2-9D18258AA3DC}" dt="2024-09-19T05:10:03.561" v="5025" actId="20577"/>
          <ac:spMkLst>
            <pc:docMk/>
            <pc:sldMk cId="500668232" sldId="679"/>
            <ac:spMk id="2" creationId="{C8CEC74C-ECFD-7F72-035F-928747B67377}"/>
          </ac:spMkLst>
        </pc:spChg>
        <pc:spChg chg="mod">
          <ac:chgData name="Mengmeng Ge" userId="bb5bc401-97cb-4caf-9857-8ff441375414" providerId="ADAL" clId="{FE8E8028-711E-4BD0-84B2-9D18258AA3DC}" dt="2024-09-19T05:08:01.073" v="5005" actId="20577"/>
          <ac:spMkLst>
            <pc:docMk/>
            <pc:sldMk cId="500668232" sldId="679"/>
            <ac:spMk id="3" creationId="{234A5ACC-DED5-1332-E115-7AE752B5F3E5}"/>
          </ac:spMkLst>
        </pc:spChg>
        <pc:spChg chg="add del mod">
          <ac:chgData name="Mengmeng Ge" userId="bb5bc401-97cb-4caf-9857-8ff441375414" providerId="ADAL" clId="{FE8E8028-711E-4BD0-84B2-9D18258AA3DC}" dt="2024-09-19T05:09:42.594" v="5020" actId="478"/>
          <ac:spMkLst>
            <pc:docMk/>
            <pc:sldMk cId="500668232" sldId="679"/>
            <ac:spMk id="6" creationId="{7BA34D77-C995-8D66-8AC6-F092906B4E88}"/>
          </ac:spMkLst>
        </pc:spChg>
      </pc:sldChg>
      <pc:sldChg chg="modSp new mod modNotesTx">
        <pc:chgData name="Mengmeng Ge" userId="bb5bc401-97cb-4caf-9857-8ff441375414" providerId="ADAL" clId="{FE8E8028-711E-4BD0-84B2-9D18258AA3DC}" dt="2024-09-19T05:19:25.122" v="5163" actId="14100"/>
        <pc:sldMkLst>
          <pc:docMk/>
          <pc:sldMk cId="3985425542" sldId="680"/>
        </pc:sldMkLst>
        <pc:spChg chg="mod">
          <ac:chgData name="Mengmeng Ge" userId="bb5bc401-97cb-4caf-9857-8ff441375414" providerId="ADAL" clId="{FE8E8028-711E-4BD0-84B2-9D18258AA3DC}" dt="2024-09-19T05:14:28.417" v="5050" actId="20577"/>
          <ac:spMkLst>
            <pc:docMk/>
            <pc:sldMk cId="3985425542" sldId="680"/>
            <ac:spMk id="2" creationId="{4D3E34E4-C8F5-32DF-B341-DDB395B00A26}"/>
          </ac:spMkLst>
        </pc:spChg>
        <pc:spChg chg="mod">
          <ac:chgData name="Mengmeng Ge" userId="bb5bc401-97cb-4caf-9857-8ff441375414" providerId="ADAL" clId="{FE8E8028-711E-4BD0-84B2-9D18258AA3DC}" dt="2024-09-19T05:19:25.122" v="5163" actId="14100"/>
          <ac:spMkLst>
            <pc:docMk/>
            <pc:sldMk cId="3985425542" sldId="680"/>
            <ac:spMk id="3" creationId="{CEF0D0F9-FBDB-B603-A298-080B9246E451}"/>
          </ac:spMkLst>
        </pc:spChg>
      </pc:sldChg>
    </pc:docChg>
  </pc:docChgLst>
  <pc:docChgLst>
    <pc:chgData name="Mengmeng Ge" userId="bb5bc401-97cb-4caf-9857-8ff441375414" providerId="ADAL" clId="{F4E17159-3448-4B7E-BF7A-EA1181A7C83E}"/>
    <pc:docChg chg="undo custSel addSld delSld modSld sldOrd">
      <pc:chgData name="Mengmeng Ge" userId="bb5bc401-97cb-4caf-9857-8ff441375414" providerId="ADAL" clId="{F4E17159-3448-4B7E-BF7A-EA1181A7C83E}" dt="2024-08-06T01:57:21.935" v="1417" actId="20577"/>
      <pc:docMkLst>
        <pc:docMk/>
      </pc:docMkLst>
      <pc:sldChg chg="addSp delSp modSp mod">
        <pc:chgData name="Mengmeng Ge" userId="bb5bc401-97cb-4caf-9857-8ff441375414" providerId="ADAL" clId="{F4E17159-3448-4B7E-BF7A-EA1181A7C83E}" dt="2024-08-06T01:04:34.787" v="1136" actId="207"/>
        <pc:sldMkLst>
          <pc:docMk/>
          <pc:sldMk cId="1370772238" sldId="282"/>
        </pc:sldMkLst>
        <pc:spChg chg="del mod">
          <ac:chgData name="Mengmeng Ge" userId="bb5bc401-97cb-4caf-9857-8ff441375414" providerId="ADAL" clId="{F4E17159-3448-4B7E-BF7A-EA1181A7C83E}" dt="2024-08-06T01:04:19.460" v="1132" actId="12084"/>
          <ac:spMkLst>
            <pc:docMk/>
            <pc:sldMk cId="1370772238" sldId="282"/>
            <ac:spMk id="486403" creationId="{00000000-0000-0000-0000-000000000000}"/>
          </ac:spMkLst>
        </pc:spChg>
        <pc:graphicFrameChg chg="add mod modGraphic">
          <ac:chgData name="Mengmeng Ge" userId="bb5bc401-97cb-4caf-9857-8ff441375414" providerId="ADAL" clId="{F4E17159-3448-4B7E-BF7A-EA1181A7C83E}" dt="2024-08-06T01:04:34.787" v="1136" actId="207"/>
          <ac:graphicFrameMkLst>
            <pc:docMk/>
            <pc:sldMk cId="1370772238" sldId="282"/>
            <ac:graphicFrameMk id="2" creationId="{001EBF8F-B9A2-655B-C132-CF4F5D5D30F1}"/>
          </ac:graphicFrameMkLst>
        </pc:graphicFrameChg>
      </pc:sldChg>
      <pc:sldChg chg="addSp modSp mod">
        <pc:chgData name="Mengmeng Ge" userId="bb5bc401-97cb-4caf-9857-8ff441375414" providerId="ADAL" clId="{F4E17159-3448-4B7E-BF7A-EA1181A7C83E}" dt="2024-08-06T01:01:25.010" v="1122" actId="207"/>
        <pc:sldMkLst>
          <pc:docMk/>
          <pc:sldMk cId="2990081435" sldId="283"/>
        </pc:sldMkLst>
        <pc:spChg chg="add mod">
          <ac:chgData name="Mengmeng Ge" userId="bb5bc401-97cb-4caf-9857-8ff441375414" providerId="ADAL" clId="{F4E17159-3448-4B7E-BF7A-EA1181A7C83E}" dt="2024-08-06T00:37:46.550" v="980"/>
          <ac:spMkLst>
            <pc:docMk/>
            <pc:sldMk cId="2990081435" sldId="283"/>
            <ac:spMk id="2" creationId="{DC2190E8-77CA-AABF-9AC2-9CC40684C7A9}"/>
          </ac:spMkLst>
        </pc:spChg>
        <pc:spChg chg="mod">
          <ac:chgData name="Mengmeng Ge" userId="bb5bc401-97cb-4caf-9857-8ff441375414" providerId="ADAL" clId="{F4E17159-3448-4B7E-BF7A-EA1181A7C83E}" dt="2024-08-06T01:01:25.010" v="1122" actId="207"/>
          <ac:spMkLst>
            <pc:docMk/>
            <pc:sldMk cId="2990081435" sldId="283"/>
            <ac:spMk id="4" creationId="{EBF350DC-B4FF-9D02-8984-35CE675263DB}"/>
          </ac:spMkLst>
        </pc:spChg>
      </pc:sldChg>
      <pc:sldChg chg="addSp delSp modSp mod modNotesTx">
        <pc:chgData name="Mengmeng Ge" userId="bb5bc401-97cb-4caf-9857-8ff441375414" providerId="ADAL" clId="{F4E17159-3448-4B7E-BF7A-EA1181A7C83E}" dt="2024-08-06T01:25:11.081" v="1162" actId="207"/>
        <pc:sldMkLst>
          <pc:docMk/>
          <pc:sldMk cId="1383121707" sldId="289"/>
        </pc:sldMkLst>
        <pc:spChg chg="del mod">
          <ac:chgData name="Mengmeng Ge" userId="bb5bc401-97cb-4caf-9857-8ff441375414" providerId="ADAL" clId="{F4E17159-3448-4B7E-BF7A-EA1181A7C83E}" dt="2024-08-06T01:25:01.767" v="1158" actId="12084"/>
          <ac:spMkLst>
            <pc:docMk/>
            <pc:sldMk cId="1383121707" sldId="289"/>
            <ac:spMk id="492547" creationId="{00000000-0000-0000-0000-000000000000}"/>
          </ac:spMkLst>
        </pc:spChg>
        <pc:graphicFrameChg chg="add mod modGraphic">
          <ac:chgData name="Mengmeng Ge" userId="bb5bc401-97cb-4caf-9857-8ff441375414" providerId="ADAL" clId="{F4E17159-3448-4B7E-BF7A-EA1181A7C83E}" dt="2024-08-06T01:25:11.081" v="1162" actId="207"/>
          <ac:graphicFrameMkLst>
            <pc:docMk/>
            <pc:sldMk cId="1383121707" sldId="289"/>
            <ac:graphicFrameMk id="2" creationId="{88BA29BF-9859-8F41-46C9-063CA396097E}"/>
          </ac:graphicFrameMkLst>
        </pc:graphicFrameChg>
      </pc:sldChg>
      <pc:sldChg chg="addSp delSp modSp mod chgLayout">
        <pc:chgData name="Mengmeng Ge" userId="bb5bc401-97cb-4caf-9857-8ff441375414" providerId="ADAL" clId="{F4E17159-3448-4B7E-BF7A-EA1181A7C83E}" dt="2024-08-06T01:03:20.507" v="1126" actId="948"/>
        <pc:sldMkLst>
          <pc:docMk/>
          <pc:sldMk cId="1975125489" sldId="369"/>
        </pc:sldMkLst>
        <pc:spChg chg="add mod">
          <ac:chgData name="Mengmeng Ge" userId="bb5bc401-97cb-4caf-9857-8ff441375414" providerId="ADAL" clId="{F4E17159-3448-4B7E-BF7A-EA1181A7C83E}" dt="2024-08-06T00:57:38.182" v="985"/>
          <ac:spMkLst>
            <pc:docMk/>
            <pc:sldMk cId="1975125489" sldId="369"/>
            <ac:spMk id="2" creationId="{66C2588F-35A4-9C0C-CAA2-2109055932E5}"/>
          </ac:spMkLst>
        </pc:spChg>
        <pc:spChg chg="del">
          <ac:chgData name="Mengmeng Ge" userId="bb5bc401-97cb-4caf-9857-8ff441375414" providerId="ADAL" clId="{F4E17159-3448-4B7E-BF7A-EA1181A7C83E}" dt="2024-08-06T00:57:34.445" v="983" actId="478"/>
          <ac:spMkLst>
            <pc:docMk/>
            <pc:sldMk cId="1975125489" sldId="369"/>
            <ac:spMk id="57" creationId="{00000000-0000-0000-0000-000000000000}"/>
          </ac:spMkLst>
        </pc:spChg>
        <pc:spChg chg="mod ord">
          <ac:chgData name="Mengmeng Ge" userId="bb5bc401-97cb-4caf-9857-8ff441375414" providerId="ADAL" clId="{F4E17159-3448-4B7E-BF7A-EA1181A7C83E}" dt="2024-08-06T00:57:50.271" v="1011" actId="20577"/>
          <ac:spMkLst>
            <pc:docMk/>
            <pc:sldMk cId="1975125489" sldId="369"/>
            <ac:spMk id="486402" creationId="{00000000-0000-0000-0000-000000000000}"/>
          </ac:spMkLst>
        </pc:spChg>
        <pc:spChg chg="mod ord">
          <ac:chgData name="Mengmeng Ge" userId="bb5bc401-97cb-4caf-9857-8ff441375414" providerId="ADAL" clId="{F4E17159-3448-4B7E-BF7A-EA1181A7C83E}" dt="2024-08-06T01:03:20.507" v="1126" actId="948"/>
          <ac:spMkLst>
            <pc:docMk/>
            <pc:sldMk cId="1975125489" sldId="369"/>
            <ac:spMk id="486403" creationId="{00000000-0000-0000-0000-000000000000}"/>
          </ac:spMkLst>
        </pc:spChg>
        <pc:spChg chg="mod">
          <ac:chgData name="Mengmeng Ge" userId="bb5bc401-97cb-4caf-9857-8ff441375414" providerId="ADAL" clId="{F4E17159-3448-4B7E-BF7A-EA1181A7C83E}" dt="2024-08-06T00:58:46.789" v="1065" actId="1076"/>
          <ac:spMkLst>
            <pc:docMk/>
            <pc:sldMk cId="1975125489" sldId="369"/>
            <ac:spMk id="486406" creationId="{00000000-0000-0000-0000-000000000000}"/>
          </ac:spMkLst>
        </pc:spChg>
        <pc:spChg chg="mod">
          <ac:chgData name="Mengmeng Ge" userId="bb5bc401-97cb-4caf-9857-8ff441375414" providerId="ADAL" clId="{F4E17159-3448-4B7E-BF7A-EA1181A7C83E}" dt="2024-08-06T00:58:46.789" v="1065" actId="1076"/>
          <ac:spMkLst>
            <pc:docMk/>
            <pc:sldMk cId="1975125489" sldId="369"/>
            <ac:spMk id="486407" creationId="{00000000-0000-0000-0000-000000000000}"/>
          </ac:spMkLst>
        </pc:spChg>
        <pc:spChg chg="mod">
          <ac:chgData name="Mengmeng Ge" userId="bb5bc401-97cb-4caf-9857-8ff441375414" providerId="ADAL" clId="{F4E17159-3448-4B7E-BF7A-EA1181A7C83E}" dt="2024-08-06T00:58:46.789" v="1065" actId="1076"/>
          <ac:spMkLst>
            <pc:docMk/>
            <pc:sldMk cId="1975125489" sldId="369"/>
            <ac:spMk id="486408" creationId="{00000000-0000-0000-0000-000000000000}"/>
          </ac:spMkLst>
        </pc:spChg>
        <pc:spChg chg="mod">
          <ac:chgData name="Mengmeng Ge" userId="bb5bc401-97cb-4caf-9857-8ff441375414" providerId="ADAL" clId="{F4E17159-3448-4B7E-BF7A-EA1181A7C83E}" dt="2024-08-06T00:58:46.789" v="1065" actId="1076"/>
          <ac:spMkLst>
            <pc:docMk/>
            <pc:sldMk cId="1975125489" sldId="369"/>
            <ac:spMk id="486409" creationId="{00000000-0000-0000-0000-000000000000}"/>
          </ac:spMkLst>
        </pc:spChg>
        <pc:spChg chg="mod">
          <ac:chgData name="Mengmeng Ge" userId="bb5bc401-97cb-4caf-9857-8ff441375414" providerId="ADAL" clId="{F4E17159-3448-4B7E-BF7A-EA1181A7C83E}" dt="2024-08-06T00:58:46.789" v="1065" actId="1076"/>
          <ac:spMkLst>
            <pc:docMk/>
            <pc:sldMk cId="1975125489" sldId="369"/>
            <ac:spMk id="486410" creationId="{00000000-0000-0000-0000-000000000000}"/>
          </ac:spMkLst>
        </pc:spChg>
        <pc:spChg chg="mod">
          <ac:chgData name="Mengmeng Ge" userId="bb5bc401-97cb-4caf-9857-8ff441375414" providerId="ADAL" clId="{F4E17159-3448-4B7E-BF7A-EA1181A7C83E}" dt="2024-08-06T00:58:46.789" v="1065" actId="1076"/>
          <ac:spMkLst>
            <pc:docMk/>
            <pc:sldMk cId="1975125489" sldId="369"/>
            <ac:spMk id="486411" creationId="{00000000-0000-0000-0000-000000000000}"/>
          </ac:spMkLst>
        </pc:spChg>
        <pc:spChg chg="mod">
          <ac:chgData name="Mengmeng Ge" userId="bb5bc401-97cb-4caf-9857-8ff441375414" providerId="ADAL" clId="{F4E17159-3448-4B7E-BF7A-EA1181A7C83E}" dt="2024-08-06T00:58:46.789" v="1065" actId="1076"/>
          <ac:spMkLst>
            <pc:docMk/>
            <pc:sldMk cId="1975125489" sldId="369"/>
            <ac:spMk id="486412" creationId="{00000000-0000-0000-0000-000000000000}"/>
          </ac:spMkLst>
        </pc:spChg>
        <pc:spChg chg="mod">
          <ac:chgData name="Mengmeng Ge" userId="bb5bc401-97cb-4caf-9857-8ff441375414" providerId="ADAL" clId="{F4E17159-3448-4B7E-BF7A-EA1181A7C83E}" dt="2024-08-06T00:58:46.789" v="1065" actId="1076"/>
          <ac:spMkLst>
            <pc:docMk/>
            <pc:sldMk cId="1975125489" sldId="369"/>
            <ac:spMk id="486413" creationId="{00000000-0000-0000-0000-000000000000}"/>
          </ac:spMkLst>
        </pc:spChg>
        <pc:spChg chg="mod">
          <ac:chgData name="Mengmeng Ge" userId="bb5bc401-97cb-4caf-9857-8ff441375414" providerId="ADAL" clId="{F4E17159-3448-4B7E-BF7A-EA1181A7C83E}" dt="2024-08-06T00:58:46.789" v="1065" actId="1076"/>
          <ac:spMkLst>
            <pc:docMk/>
            <pc:sldMk cId="1975125489" sldId="369"/>
            <ac:spMk id="486414" creationId="{00000000-0000-0000-0000-000000000000}"/>
          </ac:spMkLst>
        </pc:spChg>
        <pc:spChg chg="mod">
          <ac:chgData name="Mengmeng Ge" userId="bb5bc401-97cb-4caf-9857-8ff441375414" providerId="ADAL" clId="{F4E17159-3448-4B7E-BF7A-EA1181A7C83E}" dt="2024-08-06T00:58:46.789" v="1065" actId="1076"/>
          <ac:spMkLst>
            <pc:docMk/>
            <pc:sldMk cId="1975125489" sldId="369"/>
            <ac:spMk id="486415" creationId="{00000000-0000-0000-0000-000000000000}"/>
          </ac:spMkLst>
        </pc:spChg>
        <pc:spChg chg="mod">
          <ac:chgData name="Mengmeng Ge" userId="bb5bc401-97cb-4caf-9857-8ff441375414" providerId="ADAL" clId="{F4E17159-3448-4B7E-BF7A-EA1181A7C83E}" dt="2024-08-06T00:58:46.789" v="1065" actId="1076"/>
          <ac:spMkLst>
            <pc:docMk/>
            <pc:sldMk cId="1975125489" sldId="369"/>
            <ac:spMk id="486416" creationId="{00000000-0000-0000-0000-000000000000}"/>
          </ac:spMkLst>
        </pc:spChg>
        <pc:spChg chg="mod">
          <ac:chgData name="Mengmeng Ge" userId="bb5bc401-97cb-4caf-9857-8ff441375414" providerId="ADAL" clId="{F4E17159-3448-4B7E-BF7A-EA1181A7C83E}" dt="2024-08-06T00:58:46.789" v="1065" actId="1076"/>
          <ac:spMkLst>
            <pc:docMk/>
            <pc:sldMk cId="1975125489" sldId="369"/>
            <ac:spMk id="486417" creationId="{00000000-0000-0000-0000-000000000000}"/>
          </ac:spMkLst>
        </pc:spChg>
        <pc:spChg chg="mod">
          <ac:chgData name="Mengmeng Ge" userId="bb5bc401-97cb-4caf-9857-8ff441375414" providerId="ADAL" clId="{F4E17159-3448-4B7E-BF7A-EA1181A7C83E}" dt="2024-08-06T00:58:46.789" v="1065" actId="1076"/>
          <ac:spMkLst>
            <pc:docMk/>
            <pc:sldMk cId="1975125489" sldId="369"/>
            <ac:spMk id="486418" creationId="{00000000-0000-0000-0000-000000000000}"/>
          </ac:spMkLst>
        </pc:spChg>
        <pc:spChg chg="mod">
          <ac:chgData name="Mengmeng Ge" userId="bb5bc401-97cb-4caf-9857-8ff441375414" providerId="ADAL" clId="{F4E17159-3448-4B7E-BF7A-EA1181A7C83E}" dt="2024-08-06T00:58:46.789" v="1065" actId="1076"/>
          <ac:spMkLst>
            <pc:docMk/>
            <pc:sldMk cId="1975125489" sldId="369"/>
            <ac:spMk id="486419" creationId="{00000000-0000-0000-0000-000000000000}"/>
          </ac:spMkLst>
        </pc:spChg>
        <pc:spChg chg="mod">
          <ac:chgData name="Mengmeng Ge" userId="bb5bc401-97cb-4caf-9857-8ff441375414" providerId="ADAL" clId="{F4E17159-3448-4B7E-BF7A-EA1181A7C83E}" dt="2024-08-06T00:58:46.789" v="1065" actId="1076"/>
          <ac:spMkLst>
            <pc:docMk/>
            <pc:sldMk cId="1975125489" sldId="369"/>
            <ac:spMk id="486420" creationId="{00000000-0000-0000-0000-000000000000}"/>
          </ac:spMkLst>
        </pc:spChg>
        <pc:spChg chg="mod">
          <ac:chgData name="Mengmeng Ge" userId="bb5bc401-97cb-4caf-9857-8ff441375414" providerId="ADAL" clId="{F4E17159-3448-4B7E-BF7A-EA1181A7C83E}" dt="2024-08-06T00:58:46.789" v="1065" actId="1076"/>
          <ac:spMkLst>
            <pc:docMk/>
            <pc:sldMk cId="1975125489" sldId="369"/>
            <ac:spMk id="486421" creationId="{00000000-0000-0000-0000-000000000000}"/>
          </ac:spMkLst>
        </pc:spChg>
        <pc:spChg chg="mod">
          <ac:chgData name="Mengmeng Ge" userId="bb5bc401-97cb-4caf-9857-8ff441375414" providerId="ADAL" clId="{F4E17159-3448-4B7E-BF7A-EA1181A7C83E}" dt="2024-08-06T00:58:46.789" v="1065" actId="1076"/>
          <ac:spMkLst>
            <pc:docMk/>
            <pc:sldMk cId="1975125489" sldId="369"/>
            <ac:spMk id="486422" creationId="{00000000-0000-0000-0000-000000000000}"/>
          </ac:spMkLst>
        </pc:spChg>
        <pc:spChg chg="mod">
          <ac:chgData name="Mengmeng Ge" userId="bb5bc401-97cb-4caf-9857-8ff441375414" providerId="ADAL" clId="{F4E17159-3448-4B7E-BF7A-EA1181A7C83E}" dt="2024-08-06T00:58:46.789" v="1065" actId="1076"/>
          <ac:spMkLst>
            <pc:docMk/>
            <pc:sldMk cId="1975125489" sldId="369"/>
            <ac:spMk id="486423" creationId="{00000000-0000-0000-0000-000000000000}"/>
          </ac:spMkLst>
        </pc:spChg>
        <pc:spChg chg="mod">
          <ac:chgData name="Mengmeng Ge" userId="bb5bc401-97cb-4caf-9857-8ff441375414" providerId="ADAL" clId="{F4E17159-3448-4B7E-BF7A-EA1181A7C83E}" dt="2024-08-06T00:58:46.789" v="1065" actId="1076"/>
          <ac:spMkLst>
            <pc:docMk/>
            <pc:sldMk cId="1975125489" sldId="369"/>
            <ac:spMk id="486424" creationId="{00000000-0000-0000-0000-000000000000}"/>
          </ac:spMkLst>
        </pc:spChg>
        <pc:spChg chg="mod">
          <ac:chgData name="Mengmeng Ge" userId="bb5bc401-97cb-4caf-9857-8ff441375414" providerId="ADAL" clId="{F4E17159-3448-4B7E-BF7A-EA1181A7C83E}" dt="2024-08-06T00:58:46.789" v="1065" actId="1076"/>
          <ac:spMkLst>
            <pc:docMk/>
            <pc:sldMk cId="1975125489" sldId="369"/>
            <ac:spMk id="486425" creationId="{00000000-0000-0000-0000-000000000000}"/>
          </ac:spMkLst>
        </pc:spChg>
        <pc:spChg chg="mod">
          <ac:chgData name="Mengmeng Ge" userId="bb5bc401-97cb-4caf-9857-8ff441375414" providerId="ADAL" clId="{F4E17159-3448-4B7E-BF7A-EA1181A7C83E}" dt="2024-08-06T00:58:46.789" v="1065" actId="1076"/>
          <ac:spMkLst>
            <pc:docMk/>
            <pc:sldMk cId="1975125489" sldId="369"/>
            <ac:spMk id="486426" creationId="{00000000-0000-0000-0000-000000000000}"/>
          </ac:spMkLst>
        </pc:spChg>
        <pc:spChg chg="mod">
          <ac:chgData name="Mengmeng Ge" userId="bb5bc401-97cb-4caf-9857-8ff441375414" providerId="ADAL" clId="{F4E17159-3448-4B7E-BF7A-EA1181A7C83E}" dt="2024-08-06T00:58:46.789" v="1065" actId="1076"/>
          <ac:spMkLst>
            <pc:docMk/>
            <pc:sldMk cId="1975125489" sldId="369"/>
            <ac:spMk id="486427" creationId="{00000000-0000-0000-0000-000000000000}"/>
          </ac:spMkLst>
        </pc:spChg>
        <pc:spChg chg="mod">
          <ac:chgData name="Mengmeng Ge" userId="bb5bc401-97cb-4caf-9857-8ff441375414" providerId="ADAL" clId="{F4E17159-3448-4B7E-BF7A-EA1181A7C83E}" dt="2024-08-06T00:58:46.789" v="1065" actId="1076"/>
          <ac:spMkLst>
            <pc:docMk/>
            <pc:sldMk cId="1975125489" sldId="369"/>
            <ac:spMk id="486428" creationId="{00000000-0000-0000-0000-000000000000}"/>
          </ac:spMkLst>
        </pc:spChg>
        <pc:spChg chg="mod">
          <ac:chgData name="Mengmeng Ge" userId="bb5bc401-97cb-4caf-9857-8ff441375414" providerId="ADAL" clId="{F4E17159-3448-4B7E-BF7A-EA1181A7C83E}" dt="2024-08-06T00:58:46.789" v="1065" actId="1076"/>
          <ac:spMkLst>
            <pc:docMk/>
            <pc:sldMk cId="1975125489" sldId="369"/>
            <ac:spMk id="486429" creationId="{00000000-0000-0000-0000-000000000000}"/>
          </ac:spMkLst>
        </pc:spChg>
        <pc:spChg chg="mod">
          <ac:chgData name="Mengmeng Ge" userId="bb5bc401-97cb-4caf-9857-8ff441375414" providerId="ADAL" clId="{F4E17159-3448-4B7E-BF7A-EA1181A7C83E}" dt="2024-08-06T00:58:46.789" v="1065" actId="1076"/>
          <ac:spMkLst>
            <pc:docMk/>
            <pc:sldMk cId="1975125489" sldId="369"/>
            <ac:spMk id="486431" creationId="{00000000-0000-0000-0000-000000000000}"/>
          </ac:spMkLst>
        </pc:spChg>
        <pc:spChg chg="mod">
          <ac:chgData name="Mengmeng Ge" userId="bb5bc401-97cb-4caf-9857-8ff441375414" providerId="ADAL" clId="{F4E17159-3448-4B7E-BF7A-EA1181A7C83E}" dt="2024-08-06T00:58:46.789" v="1065" actId="1076"/>
          <ac:spMkLst>
            <pc:docMk/>
            <pc:sldMk cId="1975125489" sldId="369"/>
            <ac:spMk id="486432" creationId="{00000000-0000-0000-0000-000000000000}"/>
          </ac:spMkLst>
        </pc:spChg>
        <pc:spChg chg="mod">
          <ac:chgData name="Mengmeng Ge" userId="bb5bc401-97cb-4caf-9857-8ff441375414" providerId="ADAL" clId="{F4E17159-3448-4B7E-BF7A-EA1181A7C83E}" dt="2024-08-06T00:58:46.789" v="1065" actId="1076"/>
          <ac:spMkLst>
            <pc:docMk/>
            <pc:sldMk cId="1975125489" sldId="369"/>
            <ac:spMk id="486434" creationId="{00000000-0000-0000-0000-000000000000}"/>
          </ac:spMkLst>
        </pc:spChg>
        <pc:spChg chg="mod">
          <ac:chgData name="Mengmeng Ge" userId="bb5bc401-97cb-4caf-9857-8ff441375414" providerId="ADAL" clId="{F4E17159-3448-4B7E-BF7A-EA1181A7C83E}" dt="2024-08-06T00:58:46.789" v="1065" actId="1076"/>
          <ac:spMkLst>
            <pc:docMk/>
            <pc:sldMk cId="1975125489" sldId="369"/>
            <ac:spMk id="486435" creationId="{00000000-0000-0000-0000-000000000000}"/>
          </ac:spMkLst>
        </pc:spChg>
        <pc:spChg chg="mod">
          <ac:chgData name="Mengmeng Ge" userId="bb5bc401-97cb-4caf-9857-8ff441375414" providerId="ADAL" clId="{F4E17159-3448-4B7E-BF7A-EA1181A7C83E}" dt="2024-08-06T00:58:46.789" v="1065" actId="1076"/>
          <ac:spMkLst>
            <pc:docMk/>
            <pc:sldMk cId="1975125489" sldId="369"/>
            <ac:spMk id="486437" creationId="{00000000-0000-0000-0000-000000000000}"/>
          </ac:spMkLst>
        </pc:spChg>
        <pc:spChg chg="mod">
          <ac:chgData name="Mengmeng Ge" userId="bb5bc401-97cb-4caf-9857-8ff441375414" providerId="ADAL" clId="{F4E17159-3448-4B7E-BF7A-EA1181A7C83E}" dt="2024-08-06T00:58:46.789" v="1065" actId="1076"/>
          <ac:spMkLst>
            <pc:docMk/>
            <pc:sldMk cId="1975125489" sldId="369"/>
            <ac:spMk id="486438" creationId="{00000000-0000-0000-0000-000000000000}"/>
          </ac:spMkLst>
        </pc:spChg>
        <pc:spChg chg="mod">
          <ac:chgData name="Mengmeng Ge" userId="bb5bc401-97cb-4caf-9857-8ff441375414" providerId="ADAL" clId="{F4E17159-3448-4B7E-BF7A-EA1181A7C83E}" dt="2024-08-06T00:58:46.789" v="1065" actId="1076"/>
          <ac:spMkLst>
            <pc:docMk/>
            <pc:sldMk cId="1975125489" sldId="369"/>
            <ac:spMk id="486440" creationId="{00000000-0000-0000-0000-000000000000}"/>
          </ac:spMkLst>
        </pc:spChg>
        <pc:spChg chg="mod">
          <ac:chgData name="Mengmeng Ge" userId="bb5bc401-97cb-4caf-9857-8ff441375414" providerId="ADAL" clId="{F4E17159-3448-4B7E-BF7A-EA1181A7C83E}" dt="2024-08-06T00:58:46.789" v="1065" actId="1076"/>
          <ac:spMkLst>
            <pc:docMk/>
            <pc:sldMk cId="1975125489" sldId="369"/>
            <ac:spMk id="486441" creationId="{00000000-0000-0000-0000-000000000000}"/>
          </ac:spMkLst>
        </pc:spChg>
        <pc:spChg chg="mod">
          <ac:chgData name="Mengmeng Ge" userId="bb5bc401-97cb-4caf-9857-8ff441375414" providerId="ADAL" clId="{F4E17159-3448-4B7E-BF7A-EA1181A7C83E}" dt="2024-08-06T00:58:46.789" v="1065" actId="1076"/>
          <ac:spMkLst>
            <pc:docMk/>
            <pc:sldMk cId="1975125489" sldId="369"/>
            <ac:spMk id="486442" creationId="{00000000-0000-0000-0000-000000000000}"/>
          </ac:spMkLst>
        </pc:spChg>
        <pc:spChg chg="mod">
          <ac:chgData name="Mengmeng Ge" userId="bb5bc401-97cb-4caf-9857-8ff441375414" providerId="ADAL" clId="{F4E17159-3448-4B7E-BF7A-EA1181A7C83E}" dt="2024-08-06T00:58:46.789" v="1065" actId="1076"/>
          <ac:spMkLst>
            <pc:docMk/>
            <pc:sldMk cId="1975125489" sldId="369"/>
            <ac:spMk id="486443" creationId="{00000000-0000-0000-0000-000000000000}"/>
          </ac:spMkLst>
        </pc:spChg>
        <pc:spChg chg="mod">
          <ac:chgData name="Mengmeng Ge" userId="bb5bc401-97cb-4caf-9857-8ff441375414" providerId="ADAL" clId="{F4E17159-3448-4B7E-BF7A-EA1181A7C83E}" dt="2024-08-06T00:58:46.789" v="1065" actId="1076"/>
          <ac:spMkLst>
            <pc:docMk/>
            <pc:sldMk cId="1975125489" sldId="369"/>
            <ac:spMk id="486444" creationId="{00000000-0000-0000-0000-000000000000}"/>
          </ac:spMkLst>
        </pc:spChg>
        <pc:spChg chg="mod">
          <ac:chgData name="Mengmeng Ge" userId="bb5bc401-97cb-4caf-9857-8ff441375414" providerId="ADAL" clId="{F4E17159-3448-4B7E-BF7A-EA1181A7C83E}" dt="2024-08-06T00:58:46.789" v="1065" actId="1076"/>
          <ac:spMkLst>
            <pc:docMk/>
            <pc:sldMk cId="1975125489" sldId="369"/>
            <ac:spMk id="486445" creationId="{00000000-0000-0000-0000-000000000000}"/>
          </ac:spMkLst>
        </pc:spChg>
        <pc:spChg chg="mod">
          <ac:chgData name="Mengmeng Ge" userId="bb5bc401-97cb-4caf-9857-8ff441375414" providerId="ADAL" clId="{F4E17159-3448-4B7E-BF7A-EA1181A7C83E}" dt="2024-08-06T00:58:46.789" v="1065" actId="1076"/>
          <ac:spMkLst>
            <pc:docMk/>
            <pc:sldMk cId="1975125489" sldId="369"/>
            <ac:spMk id="486446" creationId="{00000000-0000-0000-0000-000000000000}"/>
          </ac:spMkLst>
        </pc:spChg>
        <pc:spChg chg="mod">
          <ac:chgData name="Mengmeng Ge" userId="bb5bc401-97cb-4caf-9857-8ff441375414" providerId="ADAL" clId="{F4E17159-3448-4B7E-BF7A-EA1181A7C83E}" dt="2024-08-06T00:58:46.789" v="1065" actId="1076"/>
          <ac:spMkLst>
            <pc:docMk/>
            <pc:sldMk cId="1975125489" sldId="369"/>
            <ac:spMk id="486447" creationId="{00000000-0000-0000-0000-000000000000}"/>
          </ac:spMkLst>
        </pc:spChg>
        <pc:spChg chg="mod">
          <ac:chgData name="Mengmeng Ge" userId="bb5bc401-97cb-4caf-9857-8ff441375414" providerId="ADAL" clId="{F4E17159-3448-4B7E-BF7A-EA1181A7C83E}" dt="2024-08-06T00:58:46.789" v="1065" actId="1076"/>
          <ac:spMkLst>
            <pc:docMk/>
            <pc:sldMk cId="1975125489" sldId="369"/>
            <ac:spMk id="486448" creationId="{00000000-0000-0000-0000-000000000000}"/>
          </ac:spMkLst>
        </pc:spChg>
        <pc:spChg chg="mod">
          <ac:chgData name="Mengmeng Ge" userId="bb5bc401-97cb-4caf-9857-8ff441375414" providerId="ADAL" clId="{F4E17159-3448-4B7E-BF7A-EA1181A7C83E}" dt="2024-08-06T00:58:46.789" v="1065" actId="1076"/>
          <ac:spMkLst>
            <pc:docMk/>
            <pc:sldMk cId="1975125489" sldId="369"/>
            <ac:spMk id="486449" creationId="{00000000-0000-0000-0000-000000000000}"/>
          </ac:spMkLst>
        </pc:spChg>
        <pc:spChg chg="mod">
          <ac:chgData name="Mengmeng Ge" userId="bb5bc401-97cb-4caf-9857-8ff441375414" providerId="ADAL" clId="{F4E17159-3448-4B7E-BF7A-EA1181A7C83E}" dt="2024-08-06T00:58:46.789" v="1065" actId="1076"/>
          <ac:spMkLst>
            <pc:docMk/>
            <pc:sldMk cId="1975125489" sldId="369"/>
            <ac:spMk id="486450" creationId="{00000000-0000-0000-0000-000000000000}"/>
          </ac:spMkLst>
        </pc:spChg>
        <pc:spChg chg="mod">
          <ac:chgData name="Mengmeng Ge" userId="bb5bc401-97cb-4caf-9857-8ff441375414" providerId="ADAL" clId="{F4E17159-3448-4B7E-BF7A-EA1181A7C83E}" dt="2024-08-06T00:58:46.789" v="1065" actId="1076"/>
          <ac:spMkLst>
            <pc:docMk/>
            <pc:sldMk cId="1975125489" sldId="369"/>
            <ac:spMk id="486451" creationId="{00000000-0000-0000-0000-000000000000}"/>
          </ac:spMkLst>
        </pc:spChg>
        <pc:spChg chg="mod">
          <ac:chgData name="Mengmeng Ge" userId="bb5bc401-97cb-4caf-9857-8ff441375414" providerId="ADAL" clId="{F4E17159-3448-4B7E-BF7A-EA1181A7C83E}" dt="2024-08-06T00:58:46.789" v="1065" actId="1076"/>
          <ac:spMkLst>
            <pc:docMk/>
            <pc:sldMk cId="1975125489" sldId="369"/>
            <ac:spMk id="486452" creationId="{00000000-0000-0000-0000-000000000000}"/>
          </ac:spMkLst>
        </pc:spChg>
        <pc:spChg chg="mod">
          <ac:chgData name="Mengmeng Ge" userId="bb5bc401-97cb-4caf-9857-8ff441375414" providerId="ADAL" clId="{F4E17159-3448-4B7E-BF7A-EA1181A7C83E}" dt="2024-08-06T00:58:46.789" v="1065" actId="1076"/>
          <ac:spMkLst>
            <pc:docMk/>
            <pc:sldMk cId="1975125489" sldId="369"/>
            <ac:spMk id="486453" creationId="{00000000-0000-0000-0000-000000000000}"/>
          </ac:spMkLst>
        </pc:spChg>
        <pc:spChg chg="mod">
          <ac:chgData name="Mengmeng Ge" userId="bb5bc401-97cb-4caf-9857-8ff441375414" providerId="ADAL" clId="{F4E17159-3448-4B7E-BF7A-EA1181A7C83E}" dt="2024-08-06T00:58:46.789" v="1065" actId="1076"/>
          <ac:spMkLst>
            <pc:docMk/>
            <pc:sldMk cId="1975125489" sldId="369"/>
            <ac:spMk id="486454" creationId="{00000000-0000-0000-0000-000000000000}"/>
          </ac:spMkLst>
        </pc:spChg>
        <pc:spChg chg="mod">
          <ac:chgData name="Mengmeng Ge" userId="bb5bc401-97cb-4caf-9857-8ff441375414" providerId="ADAL" clId="{F4E17159-3448-4B7E-BF7A-EA1181A7C83E}" dt="2024-08-06T00:58:46.789" v="1065" actId="1076"/>
          <ac:spMkLst>
            <pc:docMk/>
            <pc:sldMk cId="1975125489" sldId="369"/>
            <ac:spMk id="486455" creationId="{00000000-0000-0000-0000-000000000000}"/>
          </ac:spMkLst>
        </pc:spChg>
        <pc:grpChg chg="mod">
          <ac:chgData name="Mengmeng Ge" userId="bb5bc401-97cb-4caf-9857-8ff441375414" providerId="ADAL" clId="{F4E17159-3448-4B7E-BF7A-EA1181A7C83E}" dt="2024-08-06T00:58:46.789" v="1065" actId="1076"/>
          <ac:grpSpMkLst>
            <pc:docMk/>
            <pc:sldMk cId="1975125489" sldId="369"/>
            <ac:grpSpMk id="486404" creationId="{00000000-0000-0000-0000-000000000000}"/>
          </ac:grpSpMkLst>
        </pc:grpChg>
        <pc:grpChg chg="mod">
          <ac:chgData name="Mengmeng Ge" userId="bb5bc401-97cb-4caf-9857-8ff441375414" providerId="ADAL" clId="{F4E17159-3448-4B7E-BF7A-EA1181A7C83E}" dt="2024-08-06T00:58:46.789" v="1065" actId="1076"/>
          <ac:grpSpMkLst>
            <pc:docMk/>
            <pc:sldMk cId="1975125489" sldId="369"/>
            <ac:grpSpMk id="486405" creationId="{00000000-0000-0000-0000-000000000000}"/>
          </ac:grpSpMkLst>
        </pc:grpChg>
        <pc:grpChg chg="mod">
          <ac:chgData name="Mengmeng Ge" userId="bb5bc401-97cb-4caf-9857-8ff441375414" providerId="ADAL" clId="{F4E17159-3448-4B7E-BF7A-EA1181A7C83E}" dt="2024-08-06T00:58:46.789" v="1065" actId="1076"/>
          <ac:grpSpMkLst>
            <pc:docMk/>
            <pc:sldMk cId="1975125489" sldId="369"/>
            <ac:grpSpMk id="486430" creationId="{00000000-0000-0000-0000-000000000000}"/>
          </ac:grpSpMkLst>
        </pc:grpChg>
        <pc:grpChg chg="mod">
          <ac:chgData name="Mengmeng Ge" userId="bb5bc401-97cb-4caf-9857-8ff441375414" providerId="ADAL" clId="{F4E17159-3448-4B7E-BF7A-EA1181A7C83E}" dt="2024-08-06T00:58:46.789" v="1065" actId="1076"/>
          <ac:grpSpMkLst>
            <pc:docMk/>
            <pc:sldMk cId="1975125489" sldId="369"/>
            <ac:grpSpMk id="486433" creationId="{00000000-0000-0000-0000-000000000000}"/>
          </ac:grpSpMkLst>
        </pc:grpChg>
        <pc:grpChg chg="mod">
          <ac:chgData name="Mengmeng Ge" userId="bb5bc401-97cb-4caf-9857-8ff441375414" providerId="ADAL" clId="{F4E17159-3448-4B7E-BF7A-EA1181A7C83E}" dt="2024-08-06T00:58:46.789" v="1065" actId="1076"/>
          <ac:grpSpMkLst>
            <pc:docMk/>
            <pc:sldMk cId="1975125489" sldId="369"/>
            <ac:grpSpMk id="486436" creationId="{00000000-0000-0000-0000-000000000000}"/>
          </ac:grpSpMkLst>
        </pc:grpChg>
        <pc:grpChg chg="mod">
          <ac:chgData name="Mengmeng Ge" userId="bb5bc401-97cb-4caf-9857-8ff441375414" providerId="ADAL" clId="{F4E17159-3448-4B7E-BF7A-EA1181A7C83E}" dt="2024-08-06T00:58:46.789" v="1065" actId="1076"/>
          <ac:grpSpMkLst>
            <pc:docMk/>
            <pc:sldMk cId="1975125489" sldId="369"/>
            <ac:grpSpMk id="486439" creationId="{00000000-0000-0000-0000-000000000000}"/>
          </ac:grpSpMkLst>
        </pc:grpChg>
      </pc:sldChg>
      <pc:sldChg chg="addSp delSp modSp mod">
        <pc:chgData name="Mengmeng Ge" userId="bb5bc401-97cb-4caf-9857-8ff441375414" providerId="ADAL" clId="{F4E17159-3448-4B7E-BF7A-EA1181A7C83E}" dt="2024-08-06T01:25:46.871" v="1175"/>
        <pc:sldMkLst>
          <pc:docMk/>
          <pc:sldMk cId="3749092311" sldId="370"/>
        </pc:sldMkLst>
        <pc:spChg chg="del">
          <ac:chgData name="Mengmeng Ge" userId="bb5bc401-97cb-4caf-9857-8ff441375414" providerId="ADAL" clId="{F4E17159-3448-4B7E-BF7A-EA1181A7C83E}" dt="2024-08-06T01:25:21.303" v="1163" actId="12084"/>
          <ac:spMkLst>
            <pc:docMk/>
            <pc:sldMk cId="3749092311" sldId="370"/>
            <ac:spMk id="498691" creationId="{00000000-0000-0000-0000-000000000000}"/>
          </ac:spMkLst>
        </pc:spChg>
        <pc:graphicFrameChg chg="add mod modGraphic">
          <ac:chgData name="Mengmeng Ge" userId="bb5bc401-97cb-4caf-9857-8ff441375414" providerId="ADAL" clId="{F4E17159-3448-4B7E-BF7A-EA1181A7C83E}" dt="2024-08-06T01:25:46.871" v="1175"/>
          <ac:graphicFrameMkLst>
            <pc:docMk/>
            <pc:sldMk cId="3749092311" sldId="370"/>
            <ac:graphicFrameMk id="2" creationId="{D4D688AA-C9B7-1253-C3C0-FDB5387A2CEA}"/>
          </ac:graphicFrameMkLst>
        </pc:graphicFrameChg>
      </pc:sldChg>
      <pc:sldChg chg="delSp modSp mod ord modNotesTx">
        <pc:chgData name="Mengmeng Ge" userId="bb5bc401-97cb-4caf-9857-8ff441375414" providerId="ADAL" clId="{F4E17159-3448-4B7E-BF7A-EA1181A7C83E}" dt="2024-08-06T00:12:14.040" v="553" actId="1036"/>
        <pc:sldMkLst>
          <pc:docMk/>
          <pc:sldMk cId="3402288132" sldId="371"/>
        </pc:sldMkLst>
        <pc:spChg chg="mod">
          <ac:chgData name="Mengmeng Ge" userId="bb5bc401-97cb-4caf-9857-8ff441375414" providerId="ADAL" clId="{F4E17159-3448-4B7E-BF7A-EA1181A7C83E}" dt="2024-08-06T00:12:14.040" v="553" actId="1036"/>
          <ac:spMkLst>
            <pc:docMk/>
            <pc:sldMk cId="3402288132" sldId="371"/>
            <ac:spMk id="3" creationId="{8EF69D64-0BA4-A033-B22A-E1C958ECE5A7}"/>
          </ac:spMkLst>
        </pc:spChg>
        <pc:spChg chg="mod">
          <ac:chgData name="Mengmeng Ge" userId="bb5bc401-97cb-4caf-9857-8ff441375414" providerId="ADAL" clId="{F4E17159-3448-4B7E-BF7A-EA1181A7C83E}" dt="2024-08-06T00:12:14.040" v="553" actId="1036"/>
          <ac:spMkLst>
            <pc:docMk/>
            <pc:sldMk cId="3402288132" sldId="371"/>
            <ac:spMk id="4" creationId="{F4E0D35D-2BC2-5D63-5A2E-1EE7FA8F5982}"/>
          </ac:spMkLst>
        </pc:spChg>
        <pc:spChg chg="mod">
          <ac:chgData name="Mengmeng Ge" userId="bb5bc401-97cb-4caf-9857-8ff441375414" providerId="ADAL" clId="{F4E17159-3448-4B7E-BF7A-EA1181A7C83E}" dt="2024-08-06T00:12:14.040" v="553" actId="1036"/>
          <ac:spMkLst>
            <pc:docMk/>
            <pc:sldMk cId="3402288132" sldId="371"/>
            <ac:spMk id="5" creationId="{7A06CD51-EE2D-33F0-2096-D61D9D0119D7}"/>
          </ac:spMkLst>
        </pc:spChg>
        <pc:spChg chg="mod">
          <ac:chgData name="Mengmeng Ge" userId="bb5bc401-97cb-4caf-9857-8ff441375414" providerId="ADAL" clId="{F4E17159-3448-4B7E-BF7A-EA1181A7C83E}" dt="2024-08-06T00:12:14.040" v="553" actId="1036"/>
          <ac:spMkLst>
            <pc:docMk/>
            <pc:sldMk cId="3402288132" sldId="371"/>
            <ac:spMk id="6" creationId="{686C9FAC-59F9-5864-7B34-0EECA5A511C1}"/>
          </ac:spMkLst>
        </pc:spChg>
        <pc:spChg chg="mod">
          <ac:chgData name="Mengmeng Ge" userId="bb5bc401-97cb-4caf-9857-8ff441375414" providerId="ADAL" clId="{F4E17159-3448-4B7E-BF7A-EA1181A7C83E}" dt="2024-08-06T00:12:14.040" v="553" actId="1036"/>
          <ac:spMkLst>
            <pc:docMk/>
            <pc:sldMk cId="3402288132" sldId="371"/>
            <ac:spMk id="7" creationId="{CE4EC259-71B5-7F7C-7C54-90579B60E8E8}"/>
          </ac:spMkLst>
        </pc:spChg>
        <pc:spChg chg="mod">
          <ac:chgData name="Mengmeng Ge" userId="bb5bc401-97cb-4caf-9857-8ff441375414" providerId="ADAL" clId="{F4E17159-3448-4B7E-BF7A-EA1181A7C83E}" dt="2024-08-06T00:12:14.040" v="553" actId="1036"/>
          <ac:spMkLst>
            <pc:docMk/>
            <pc:sldMk cId="3402288132" sldId="371"/>
            <ac:spMk id="8" creationId="{A53C1D11-C1EE-C7FD-C677-97D049F1AC83}"/>
          </ac:spMkLst>
        </pc:spChg>
        <pc:spChg chg="mod">
          <ac:chgData name="Mengmeng Ge" userId="bb5bc401-97cb-4caf-9857-8ff441375414" providerId="ADAL" clId="{F4E17159-3448-4B7E-BF7A-EA1181A7C83E}" dt="2024-08-06T00:12:14.040" v="553" actId="1036"/>
          <ac:spMkLst>
            <pc:docMk/>
            <pc:sldMk cId="3402288132" sldId="371"/>
            <ac:spMk id="9" creationId="{D95031F3-6590-0DD0-BD77-707FCA5061B1}"/>
          </ac:spMkLst>
        </pc:spChg>
        <pc:spChg chg="mod">
          <ac:chgData name="Mengmeng Ge" userId="bb5bc401-97cb-4caf-9857-8ff441375414" providerId="ADAL" clId="{F4E17159-3448-4B7E-BF7A-EA1181A7C83E}" dt="2024-08-06T00:12:14.040" v="553" actId="1036"/>
          <ac:spMkLst>
            <pc:docMk/>
            <pc:sldMk cId="3402288132" sldId="371"/>
            <ac:spMk id="10" creationId="{40384CCC-6642-5C7A-9329-B87590813FC7}"/>
          </ac:spMkLst>
        </pc:spChg>
        <pc:spChg chg="mod">
          <ac:chgData name="Mengmeng Ge" userId="bb5bc401-97cb-4caf-9857-8ff441375414" providerId="ADAL" clId="{F4E17159-3448-4B7E-BF7A-EA1181A7C83E}" dt="2024-08-06T00:12:14.040" v="553" actId="1036"/>
          <ac:spMkLst>
            <pc:docMk/>
            <pc:sldMk cId="3402288132" sldId="371"/>
            <ac:spMk id="11" creationId="{60CF747E-35AB-C930-3E8F-F72221A3AB1E}"/>
          </ac:spMkLst>
        </pc:spChg>
        <pc:spChg chg="mod">
          <ac:chgData name="Mengmeng Ge" userId="bb5bc401-97cb-4caf-9857-8ff441375414" providerId="ADAL" clId="{F4E17159-3448-4B7E-BF7A-EA1181A7C83E}" dt="2024-08-06T00:12:14.040" v="553" actId="1036"/>
          <ac:spMkLst>
            <pc:docMk/>
            <pc:sldMk cId="3402288132" sldId="371"/>
            <ac:spMk id="12" creationId="{B79529EB-9A5E-D984-9F91-D025CAA8F9EC}"/>
          </ac:spMkLst>
        </pc:spChg>
        <pc:spChg chg="mod">
          <ac:chgData name="Mengmeng Ge" userId="bb5bc401-97cb-4caf-9857-8ff441375414" providerId="ADAL" clId="{F4E17159-3448-4B7E-BF7A-EA1181A7C83E}" dt="2024-08-06T00:12:14.040" v="553" actId="1036"/>
          <ac:spMkLst>
            <pc:docMk/>
            <pc:sldMk cId="3402288132" sldId="371"/>
            <ac:spMk id="13" creationId="{502484BE-5A8C-3799-BD99-D59F8980AAA0}"/>
          </ac:spMkLst>
        </pc:spChg>
        <pc:spChg chg="mod">
          <ac:chgData name="Mengmeng Ge" userId="bb5bc401-97cb-4caf-9857-8ff441375414" providerId="ADAL" clId="{F4E17159-3448-4B7E-BF7A-EA1181A7C83E}" dt="2024-08-06T00:12:14.040" v="553" actId="1036"/>
          <ac:spMkLst>
            <pc:docMk/>
            <pc:sldMk cId="3402288132" sldId="371"/>
            <ac:spMk id="14" creationId="{28D0658A-6731-C50B-7737-3E13748D4EA9}"/>
          </ac:spMkLst>
        </pc:spChg>
        <pc:spChg chg="mod">
          <ac:chgData name="Mengmeng Ge" userId="bb5bc401-97cb-4caf-9857-8ff441375414" providerId="ADAL" clId="{F4E17159-3448-4B7E-BF7A-EA1181A7C83E}" dt="2024-08-06T00:12:14.040" v="553" actId="1036"/>
          <ac:spMkLst>
            <pc:docMk/>
            <pc:sldMk cId="3402288132" sldId="371"/>
            <ac:spMk id="15" creationId="{68C728C9-D6A9-8AAD-C6AB-C19AA6C97BA6}"/>
          </ac:spMkLst>
        </pc:spChg>
        <pc:spChg chg="mod">
          <ac:chgData name="Mengmeng Ge" userId="bb5bc401-97cb-4caf-9857-8ff441375414" providerId="ADAL" clId="{F4E17159-3448-4B7E-BF7A-EA1181A7C83E}" dt="2024-08-06T00:12:14.040" v="553" actId="1036"/>
          <ac:spMkLst>
            <pc:docMk/>
            <pc:sldMk cId="3402288132" sldId="371"/>
            <ac:spMk id="16" creationId="{291EE381-51AA-F2BE-0B79-0EF544CF1A6B}"/>
          </ac:spMkLst>
        </pc:spChg>
        <pc:spChg chg="mod">
          <ac:chgData name="Mengmeng Ge" userId="bb5bc401-97cb-4caf-9857-8ff441375414" providerId="ADAL" clId="{F4E17159-3448-4B7E-BF7A-EA1181A7C83E}" dt="2024-08-06T00:12:14.040" v="553" actId="1036"/>
          <ac:spMkLst>
            <pc:docMk/>
            <pc:sldMk cId="3402288132" sldId="371"/>
            <ac:spMk id="17" creationId="{EFDBAE81-9A48-E991-EE23-2B1AE9A5E7D1}"/>
          </ac:spMkLst>
        </pc:spChg>
        <pc:spChg chg="mod">
          <ac:chgData name="Mengmeng Ge" userId="bb5bc401-97cb-4caf-9857-8ff441375414" providerId="ADAL" clId="{F4E17159-3448-4B7E-BF7A-EA1181A7C83E}" dt="2024-08-06T00:12:14.040" v="553" actId="1036"/>
          <ac:spMkLst>
            <pc:docMk/>
            <pc:sldMk cId="3402288132" sldId="371"/>
            <ac:spMk id="19" creationId="{9B56A0A9-2305-225E-3B45-05D1B1F3536A}"/>
          </ac:spMkLst>
        </pc:spChg>
        <pc:spChg chg="mod">
          <ac:chgData name="Mengmeng Ge" userId="bb5bc401-97cb-4caf-9857-8ff441375414" providerId="ADAL" clId="{F4E17159-3448-4B7E-BF7A-EA1181A7C83E}" dt="2024-08-06T00:12:14.040" v="553" actId="1036"/>
          <ac:spMkLst>
            <pc:docMk/>
            <pc:sldMk cId="3402288132" sldId="371"/>
            <ac:spMk id="20" creationId="{84FE68E0-00F9-E5E9-3CE1-725D8F24E8AB}"/>
          </ac:spMkLst>
        </pc:spChg>
        <pc:spChg chg="mod">
          <ac:chgData name="Mengmeng Ge" userId="bb5bc401-97cb-4caf-9857-8ff441375414" providerId="ADAL" clId="{F4E17159-3448-4B7E-BF7A-EA1181A7C83E}" dt="2024-08-06T00:12:14.040" v="553" actId="1036"/>
          <ac:spMkLst>
            <pc:docMk/>
            <pc:sldMk cId="3402288132" sldId="371"/>
            <ac:spMk id="21" creationId="{A4BAC363-BE92-593A-24AC-EF69ED1E5AB6}"/>
          </ac:spMkLst>
        </pc:spChg>
        <pc:spChg chg="mod">
          <ac:chgData name="Mengmeng Ge" userId="bb5bc401-97cb-4caf-9857-8ff441375414" providerId="ADAL" clId="{F4E17159-3448-4B7E-BF7A-EA1181A7C83E}" dt="2024-08-06T00:12:14.040" v="553" actId="1036"/>
          <ac:spMkLst>
            <pc:docMk/>
            <pc:sldMk cId="3402288132" sldId="371"/>
            <ac:spMk id="22" creationId="{AAF53687-DA53-5AA1-17CC-4F49EE313E51}"/>
          </ac:spMkLst>
        </pc:spChg>
        <pc:spChg chg="mod">
          <ac:chgData name="Mengmeng Ge" userId="bb5bc401-97cb-4caf-9857-8ff441375414" providerId="ADAL" clId="{F4E17159-3448-4B7E-BF7A-EA1181A7C83E}" dt="2024-08-06T00:12:14.040" v="553" actId="1036"/>
          <ac:spMkLst>
            <pc:docMk/>
            <pc:sldMk cId="3402288132" sldId="371"/>
            <ac:spMk id="23" creationId="{B8E4E541-F86E-36D5-87DA-7D0E27E34A80}"/>
          </ac:spMkLst>
        </pc:spChg>
        <pc:spChg chg="mod">
          <ac:chgData name="Mengmeng Ge" userId="bb5bc401-97cb-4caf-9857-8ff441375414" providerId="ADAL" clId="{F4E17159-3448-4B7E-BF7A-EA1181A7C83E}" dt="2024-08-06T00:12:14.040" v="553" actId="1036"/>
          <ac:spMkLst>
            <pc:docMk/>
            <pc:sldMk cId="3402288132" sldId="371"/>
            <ac:spMk id="24" creationId="{1F1243B2-3F28-6D87-54FC-1EBEE862C0FA}"/>
          </ac:spMkLst>
        </pc:spChg>
        <pc:spChg chg="mod">
          <ac:chgData name="Mengmeng Ge" userId="bb5bc401-97cb-4caf-9857-8ff441375414" providerId="ADAL" clId="{F4E17159-3448-4B7E-BF7A-EA1181A7C83E}" dt="2024-08-06T00:12:14.040" v="553" actId="1036"/>
          <ac:spMkLst>
            <pc:docMk/>
            <pc:sldMk cId="3402288132" sldId="371"/>
            <ac:spMk id="25" creationId="{DEACC526-40BB-7F34-6F5B-965CF1FB62CA}"/>
          </ac:spMkLst>
        </pc:spChg>
        <pc:spChg chg="mod">
          <ac:chgData name="Mengmeng Ge" userId="bb5bc401-97cb-4caf-9857-8ff441375414" providerId="ADAL" clId="{F4E17159-3448-4B7E-BF7A-EA1181A7C83E}" dt="2024-08-06T00:12:14.040" v="553" actId="1036"/>
          <ac:spMkLst>
            <pc:docMk/>
            <pc:sldMk cId="3402288132" sldId="371"/>
            <ac:spMk id="26" creationId="{02A197BC-8BF8-6F32-F17F-CCF7D1924391}"/>
          </ac:spMkLst>
        </pc:spChg>
        <pc:spChg chg="mod">
          <ac:chgData name="Mengmeng Ge" userId="bb5bc401-97cb-4caf-9857-8ff441375414" providerId="ADAL" clId="{F4E17159-3448-4B7E-BF7A-EA1181A7C83E}" dt="2024-08-06T00:12:14.040" v="553" actId="1036"/>
          <ac:spMkLst>
            <pc:docMk/>
            <pc:sldMk cId="3402288132" sldId="371"/>
            <ac:spMk id="27" creationId="{543D7B8E-2651-6953-ED7F-A57C98A4CE04}"/>
          </ac:spMkLst>
        </pc:spChg>
        <pc:spChg chg="mod">
          <ac:chgData name="Mengmeng Ge" userId="bb5bc401-97cb-4caf-9857-8ff441375414" providerId="ADAL" clId="{F4E17159-3448-4B7E-BF7A-EA1181A7C83E}" dt="2024-08-06T00:12:14.040" v="553" actId="1036"/>
          <ac:spMkLst>
            <pc:docMk/>
            <pc:sldMk cId="3402288132" sldId="371"/>
            <ac:spMk id="28" creationId="{64D03918-1D7D-235A-DF63-1B2C835C8F5A}"/>
          </ac:spMkLst>
        </pc:spChg>
        <pc:spChg chg="mod">
          <ac:chgData name="Mengmeng Ge" userId="bb5bc401-97cb-4caf-9857-8ff441375414" providerId="ADAL" clId="{F4E17159-3448-4B7E-BF7A-EA1181A7C83E}" dt="2024-08-06T00:12:14.040" v="553" actId="1036"/>
          <ac:spMkLst>
            <pc:docMk/>
            <pc:sldMk cId="3402288132" sldId="371"/>
            <ac:spMk id="29" creationId="{9D176FCA-87EC-381F-4C24-CA4D5CEE828C}"/>
          </ac:spMkLst>
        </pc:spChg>
        <pc:spChg chg="mod">
          <ac:chgData name="Mengmeng Ge" userId="bb5bc401-97cb-4caf-9857-8ff441375414" providerId="ADAL" clId="{F4E17159-3448-4B7E-BF7A-EA1181A7C83E}" dt="2024-08-06T00:12:14.040" v="553" actId="1036"/>
          <ac:spMkLst>
            <pc:docMk/>
            <pc:sldMk cId="3402288132" sldId="371"/>
            <ac:spMk id="30" creationId="{AE3945BC-617D-9AE7-4F88-27FFCC5AEDCD}"/>
          </ac:spMkLst>
        </pc:spChg>
        <pc:spChg chg="mod">
          <ac:chgData name="Mengmeng Ge" userId="bb5bc401-97cb-4caf-9857-8ff441375414" providerId="ADAL" clId="{F4E17159-3448-4B7E-BF7A-EA1181A7C83E}" dt="2024-08-06T00:12:14.040" v="553" actId="1036"/>
          <ac:spMkLst>
            <pc:docMk/>
            <pc:sldMk cId="3402288132" sldId="371"/>
            <ac:spMk id="32" creationId="{3595C587-ED5B-0B75-220C-F8371A692447}"/>
          </ac:spMkLst>
        </pc:spChg>
        <pc:spChg chg="mod">
          <ac:chgData name="Mengmeng Ge" userId="bb5bc401-97cb-4caf-9857-8ff441375414" providerId="ADAL" clId="{F4E17159-3448-4B7E-BF7A-EA1181A7C83E}" dt="2024-08-06T00:12:14.040" v="553" actId="1036"/>
          <ac:spMkLst>
            <pc:docMk/>
            <pc:sldMk cId="3402288132" sldId="371"/>
            <ac:spMk id="33" creationId="{515EA44C-0005-2675-162E-054A1B83A36D}"/>
          </ac:spMkLst>
        </pc:spChg>
        <pc:spChg chg="mod">
          <ac:chgData name="Mengmeng Ge" userId="bb5bc401-97cb-4caf-9857-8ff441375414" providerId="ADAL" clId="{F4E17159-3448-4B7E-BF7A-EA1181A7C83E}" dt="2024-08-06T00:12:14.040" v="553" actId="1036"/>
          <ac:spMkLst>
            <pc:docMk/>
            <pc:sldMk cId="3402288132" sldId="371"/>
            <ac:spMk id="34" creationId="{249F767F-E48D-F8EC-AE55-D97498F08F95}"/>
          </ac:spMkLst>
        </pc:spChg>
        <pc:spChg chg="mod">
          <ac:chgData name="Mengmeng Ge" userId="bb5bc401-97cb-4caf-9857-8ff441375414" providerId="ADAL" clId="{F4E17159-3448-4B7E-BF7A-EA1181A7C83E}" dt="2024-08-06T00:12:14.040" v="553" actId="1036"/>
          <ac:spMkLst>
            <pc:docMk/>
            <pc:sldMk cId="3402288132" sldId="371"/>
            <ac:spMk id="35" creationId="{8EF6EE17-5810-20AB-A6F3-017535CF221C}"/>
          </ac:spMkLst>
        </pc:spChg>
        <pc:spChg chg="mod">
          <ac:chgData name="Mengmeng Ge" userId="bb5bc401-97cb-4caf-9857-8ff441375414" providerId="ADAL" clId="{F4E17159-3448-4B7E-BF7A-EA1181A7C83E}" dt="2024-08-06T00:12:14.040" v="553" actId="1036"/>
          <ac:spMkLst>
            <pc:docMk/>
            <pc:sldMk cId="3402288132" sldId="371"/>
            <ac:spMk id="36" creationId="{9E3CF270-005E-504D-2775-122A833F4394}"/>
          </ac:spMkLst>
        </pc:spChg>
        <pc:spChg chg="mod">
          <ac:chgData name="Mengmeng Ge" userId="bb5bc401-97cb-4caf-9857-8ff441375414" providerId="ADAL" clId="{F4E17159-3448-4B7E-BF7A-EA1181A7C83E}" dt="2024-08-06T00:12:14.040" v="553" actId="1036"/>
          <ac:spMkLst>
            <pc:docMk/>
            <pc:sldMk cId="3402288132" sldId="371"/>
            <ac:spMk id="37" creationId="{2DFEB3D2-BA7D-0750-68A0-D9E388482FF9}"/>
          </ac:spMkLst>
        </pc:spChg>
        <pc:spChg chg="mod">
          <ac:chgData name="Mengmeng Ge" userId="bb5bc401-97cb-4caf-9857-8ff441375414" providerId="ADAL" clId="{F4E17159-3448-4B7E-BF7A-EA1181A7C83E}" dt="2024-08-06T00:12:14.040" v="553" actId="1036"/>
          <ac:spMkLst>
            <pc:docMk/>
            <pc:sldMk cId="3402288132" sldId="371"/>
            <ac:spMk id="38" creationId="{B02B452B-6F57-28CB-CF26-5296E3ACFAFD}"/>
          </ac:spMkLst>
        </pc:spChg>
        <pc:spChg chg="mod">
          <ac:chgData name="Mengmeng Ge" userId="bb5bc401-97cb-4caf-9857-8ff441375414" providerId="ADAL" clId="{F4E17159-3448-4B7E-BF7A-EA1181A7C83E}" dt="2024-08-06T00:12:14.040" v="553" actId="1036"/>
          <ac:spMkLst>
            <pc:docMk/>
            <pc:sldMk cId="3402288132" sldId="371"/>
            <ac:spMk id="39" creationId="{701A60A0-56D9-94C0-1216-29D3BC42CA95}"/>
          </ac:spMkLst>
        </pc:spChg>
        <pc:spChg chg="mod">
          <ac:chgData name="Mengmeng Ge" userId="bb5bc401-97cb-4caf-9857-8ff441375414" providerId="ADAL" clId="{F4E17159-3448-4B7E-BF7A-EA1181A7C83E}" dt="2024-08-06T00:12:14.040" v="553" actId="1036"/>
          <ac:spMkLst>
            <pc:docMk/>
            <pc:sldMk cId="3402288132" sldId="371"/>
            <ac:spMk id="40" creationId="{98E68C83-A982-F0E0-DACE-4BF23C5C5F42}"/>
          </ac:spMkLst>
        </pc:spChg>
        <pc:spChg chg="mod">
          <ac:chgData name="Mengmeng Ge" userId="bb5bc401-97cb-4caf-9857-8ff441375414" providerId="ADAL" clId="{F4E17159-3448-4B7E-BF7A-EA1181A7C83E}" dt="2024-08-06T00:12:14.040" v="553" actId="1036"/>
          <ac:spMkLst>
            <pc:docMk/>
            <pc:sldMk cId="3402288132" sldId="371"/>
            <ac:spMk id="41" creationId="{BC0A69B4-0E8D-9856-6CB8-780F99BCCD72}"/>
          </ac:spMkLst>
        </pc:spChg>
        <pc:spChg chg="mod">
          <ac:chgData name="Mengmeng Ge" userId="bb5bc401-97cb-4caf-9857-8ff441375414" providerId="ADAL" clId="{F4E17159-3448-4B7E-BF7A-EA1181A7C83E}" dt="2024-08-06T00:12:14.040" v="553" actId="1036"/>
          <ac:spMkLst>
            <pc:docMk/>
            <pc:sldMk cId="3402288132" sldId="371"/>
            <ac:spMk id="42" creationId="{DD2E02D0-3943-DFAB-C736-53C1E5875A23}"/>
          </ac:spMkLst>
        </pc:spChg>
        <pc:spChg chg="mod">
          <ac:chgData name="Mengmeng Ge" userId="bb5bc401-97cb-4caf-9857-8ff441375414" providerId="ADAL" clId="{F4E17159-3448-4B7E-BF7A-EA1181A7C83E}" dt="2024-08-06T00:12:14.040" v="553" actId="1036"/>
          <ac:spMkLst>
            <pc:docMk/>
            <pc:sldMk cId="3402288132" sldId="371"/>
            <ac:spMk id="43" creationId="{3F5F396F-4049-F876-F513-EE1EF67F4BA4}"/>
          </ac:spMkLst>
        </pc:spChg>
        <pc:spChg chg="mod">
          <ac:chgData name="Mengmeng Ge" userId="bb5bc401-97cb-4caf-9857-8ff441375414" providerId="ADAL" clId="{F4E17159-3448-4B7E-BF7A-EA1181A7C83E}" dt="2024-08-06T00:12:14.040" v="553" actId="1036"/>
          <ac:spMkLst>
            <pc:docMk/>
            <pc:sldMk cId="3402288132" sldId="371"/>
            <ac:spMk id="44" creationId="{50B32D7B-79B9-9A5A-E487-E5A90DC528BD}"/>
          </ac:spMkLst>
        </pc:spChg>
        <pc:spChg chg="mod">
          <ac:chgData name="Mengmeng Ge" userId="bb5bc401-97cb-4caf-9857-8ff441375414" providerId="ADAL" clId="{F4E17159-3448-4B7E-BF7A-EA1181A7C83E}" dt="2024-08-06T00:12:14.040" v="553" actId="1036"/>
          <ac:spMkLst>
            <pc:docMk/>
            <pc:sldMk cId="3402288132" sldId="371"/>
            <ac:spMk id="45" creationId="{99DF03E6-760B-253E-4CF7-48231EEDBFB5}"/>
          </ac:spMkLst>
        </pc:spChg>
        <pc:spChg chg="mod">
          <ac:chgData name="Mengmeng Ge" userId="bb5bc401-97cb-4caf-9857-8ff441375414" providerId="ADAL" clId="{F4E17159-3448-4B7E-BF7A-EA1181A7C83E}" dt="2024-08-06T00:12:14.040" v="553" actId="1036"/>
          <ac:spMkLst>
            <pc:docMk/>
            <pc:sldMk cId="3402288132" sldId="371"/>
            <ac:spMk id="46" creationId="{58AA4825-B4F7-D762-9EF6-5767188B1521}"/>
          </ac:spMkLst>
        </pc:spChg>
        <pc:spChg chg="mod">
          <ac:chgData name="Mengmeng Ge" userId="bb5bc401-97cb-4caf-9857-8ff441375414" providerId="ADAL" clId="{F4E17159-3448-4B7E-BF7A-EA1181A7C83E}" dt="2024-08-06T00:12:14.040" v="553" actId="1036"/>
          <ac:spMkLst>
            <pc:docMk/>
            <pc:sldMk cId="3402288132" sldId="371"/>
            <ac:spMk id="47" creationId="{E8EEC110-4E73-5437-6A88-3EED836C8651}"/>
          </ac:spMkLst>
        </pc:spChg>
        <pc:spChg chg="mod">
          <ac:chgData name="Mengmeng Ge" userId="bb5bc401-97cb-4caf-9857-8ff441375414" providerId="ADAL" clId="{F4E17159-3448-4B7E-BF7A-EA1181A7C83E}" dt="2024-08-06T00:12:14.040" v="553" actId="1036"/>
          <ac:spMkLst>
            <pc:docMk/>
            <pc:sldMk cId="3402288132" sldId="371"/>
            <ac:spMk id="48" creationId="{96013C40-9DB8-DC3D-32E8-6B41269BDE47}"/>
          </ac:spMkLst>
        </pc:spChg>
        <pc:spChg chg="mod">
          <ac:chgData name="Mengmeng Ge" userId="bb5bc401-97cb-4caf-9857-8ff441375414" providerId="ADAL" clId="{F4E17159-3448-4B7E-BF7A-EA1181A7C83E}" dt="2024-08-06T00:12:14.040" v="553" actId="1036"/>
          <ac:spMkLst>
            <pc:docMk/>
            <pc:sldMk cId="3402288132" sldId="371"/>
            <ac:spMk id="49" creationId="{8214A65E-E996-26D3-D5B9-0B6AB6F1E920}"/>
          </ac:spMkLst>
        </pc:spChg>
        <pc:spChg chg="mod">
          <ac:chgData name="Mengmeng Ge" userId="bb5bc401-97cb-4caf-9857-8ff441375414" providerId="ADAL" clId="{F4E17159-3448-4B7E-BF7A-EA1181A7C83E}" dt="2024-08-06T00:12:14.040" v="553" actId="1036"/>
          <ac:spMkLst>
            <pc:docMk/>
            <pc:sldMk cId="3402288132" sldId="371"/>
            <ac:spMk id="50" creationId="{7EB4EA71-5C5B-801B-884D-8C414BEE5238}"/>
          </ac:spMkLst>
        </pc:spChg>
        <pc:spChg chg="mod">
          <ac:chgData name="Mengmeng Ge" userId="bb5bc401-97cb-4caf-9857-8ff441375414" providerId="ADAL" clId="{F4E17159-3448-4B7E-BF7A-EA1181A7C83E}" dt="2024-08-06T00:12:14.040" v="553" actId="1036"/>
          <ac:spMkLst>
            <pc:docMk/>
            <pc:sldMk cId="3402288132" sldId="371"/>
            <ac:spMk id="51" creationId="{B06E2309-C282-2102-073E-A08DF8612679}"/>
          </ac:spMkLst>
        </pc:spChg>
        <pc:spChg chg="mod">
          <ac:chgData name="Mengmeng Ge" userId="bb5bc401-97cb-4caf-9857-8ff441375414" providerId="ADAL" clId="{F4E17159-3448-4B7E-BF7A-EA1181A7C83E}" dt="2024-08-06T00:12:14.040" v="553" actId="1036"/>
          <ac:spMkLst>
            <pc:docMk/>
            <pc:sldMk cId="3402288132" sldId="371"/>
            <ac:spMk id="52" creationId="{74F5F3A6-4D8B-F3C7-CE97-0A00265D76D5}"/>
          </ac:spMkLst>
        </pc:spChg>
        <pc:spChg chg="mod">
          <ac:chgData name="Mengmeng Ge" userId="bb5bc401-97cb-4caf-9857-8ff441375414" providerId="ADAL" clId="{F4E17159-3448-4B7E-BF7A-EA1181A7C83E}" dt="2024-08-06T00:12:14.040" v="553" actId="1036"/>
          <ac:spMkLst>
            <pc:docMk/>
            <pc:sldMk cId="3402288132" sldId="371"/>
            <ac:spMk id="57" creationId="{00BC3867-0C20-78D9-63D9-10CBC0B4E2D2}"/>
          </ac:spMkLst>
        </pc:spChg>
        <pc:spChg chg="mod">
          <ac:chgData name="Mengmeng Ge" userId="bb5bc401-97cb-4caf-9857-8ff441375414" providerId="ADAL" clId="{F4E17159-3448-4B7E-BF7A-EA1181A7C83E}" dt="2024-08-06T00:12:14.040" v="553" actId="1036"/>
          <ac:spMkLst>
            <pc:docMk/>
            <pc:sldMk cId="3402288132" sldId="371"/>
            <ac:spMk id="58" creationId="{A95580A7-DA01-1FBB-0825-86897A86891B}"/>
          </ac:spMkLst>
        </pc:spChg>
        <pc:spChg chg="mod">
          <ac:chgData name="Mengmeng Ge" userId="bb5bc401-97cb-4caf-9857-8ff441375414" providerId="ADAL" clId="{F4E17159-3448-4B7E-BF7A-EA1181A7C83E}" dt="2024-08-06T00:12:14.040" v="553" actId="1036"/>
          <ac:spMkLst>
            <pc:docMk/>
            <pc:sldMk cId="3402288132" sldId="371"/>
            <ac:spMk id="59" creationId="{307015DA-27A9-B320-B104-28F82936AB4F}"/>
          </ac:spMkLst>
        </pc:spChg>
        <pc:spChg chg="mod">
          <ac:chgData name="Mengmeng Ge" userId="bb5bc401-97cb-4caf-9857-8ff441375414" providerId="ADAL" clId="{F4E17159-3448-4B7E-BF7A-EA1181A7C83E}" dt="2024-08-06T00:12:14.040" v="553" actId="1036"/>
          <ac:spMkLst>
            <pc:docMk/>
            <pc:sldMk cId="3402288132" sldId="371"/>
            <ac:spMk id="60" creationId="{92C2F66C-49CF-E0BF-A4C9-FC5B372223BC}"/>
          </ac:spMkLst>
        </pc:spChg>
        <pc:spChg chg="mod">
          <ac:chgData name="Mengmeng Ge" userId="bb5bc401-97cb-4caf-9857-8ff441375414" providerId="ADAL" clId="{F4E17159-3448-4B7E-BF7A-EA1181A7C83E}" dt="2024-08-06T00:12:14.040" v="553" actId="1036"/>
          <ac:spMkLst>
            <pc:docMk/>
            <pc:sldMk cId="3402288132" sldId="371"/>
            <ac:spMk id="61" creationId="{40F68EA2-E9EC-D975-6CFF-328EE9701ECC}"/>
          </ac:spMkLst>
        </pc:spChg>
        <pc:spChg chg="mod">
          <ac:chgData name="Mengmeng Ge" userId="bb5bc401-97cb-4caf-9857-8ff441375414" providerId="ADAL" clId="{F4E17159-3448-4B7E-BF7A-EA1181A7C83E}" dt="2024-08-06T00:12:14.040" v="553" actId="1036"/>
          <ac:spMkLst>
            <pc:docMk/>
            <pc:sldMk cId="3402288132" sldId="371"/>
            <ac:spMk id="62" creationId="{05DCEE76-BF15-162D-1886-64F97A5EDF33}"/>
          </ac:spMkLst>
        </pc:spChg>
        <pc:spChg chg="mod">
          <ac:chgData name="Mengmeng Ge" userId="bb5bc401-97cb-4caf-9857-8ff441375414" providerId="ADAL" clId="{F4E17159-3448-4B7E-BF7A-EA1181A7C83E}" dt="2024-08-06T00:12:14.040" v="553" actId="1036"/>
          <ac:spMkLst>
            <pc:docMk/>
            <pc:sldMk cId="3402288132" sldId="371"/>
            <ac:spMk id="63" creationId="{750D71F7-8655-1C9B-0259-562F91C593D6}"/>
          </ac:spMkLst>
        </pc:spChg>
        <pc:spChg chg="mod">
          <ac:chgData name="Mengmeng Ge" userId="bb5bc401-97cb-4caf-9857-8ff441375414" providerId="ADAL" clId="{F4E17159-3448-4B7E-BF7A-EA1181A7C83E}" dt="2024-08-06T00:12:14.040" v="553" actId="1036"/>
          <ac:spMkLst>
            <pc:docMk/>
            <pc:sldMk cId="3402288132" sldId="371"/>
            <ac:spMk id="64" creationId="{26EE15E9-D2D5-FFC8-1192-7D776092A43D}"/>
          </ac:spMkLst>
        </pc:spChg>
        <pc:spChg chg="mod">
          <ac:chgData name="Mengmeng Ge" userId="bb5bc401-97cb-4caf-9857-8ff441375414" providerId="ADAL" clId="{F4E17159-3448-4B7E-BF7A-EA1181A7C83E}" dt="2024-08-06T00:12:14.040" v="553" actId="1036"/>
          <ac:spMkLst>
            <pc:docMk/>
            <pc:sldMk cId="3402288132" sldId="371"/>
            <ac:spMk id="65" creationId="{2B7103B7-C5A0-C583-50F5-B2E1D8175DB5}"/>
          </ac:spMkLst>
        </pc:spChg>
        <pc:spChg chg="mod">
          <ac:chgData name="Mengmeng Ge" userId="bb5bc401-97cb-4caf-9857-8ff441375414" providerId="ADAL" clId="{F4E17159-3448-4B7E-BF7A-EA1181A7C83E}" dt="2024-08-06T00:12:14.040" v="553" actId="1036"/>
          <ac:spMkLst>
            <pc:docMk/>
            <pc:sldMk cId="3402288132" sldId="371"/>
            <ac:spMk id="66" creationId="{B2130B05-5AE5-4CFF-58A4-46ABC01598AB}"/>
          </ac:spMkLst>
        </pc:spChg>
        <pc:spChg chg="mod">
          <ac:chgData name="Mengmeng Ge" userId="bb5bc401-97cb-4caf-9857-8ff441375414" providerId="ADAL" clId="{F4E17159-3448-4B7E-BF7A-EA1181A7C83E}" dt="2024-08-06T00:12:14.040" v="553" actId="1036"/>
          <ac:spMkLst>
            <pc:docMk/>
            <pc:sldMk cId="3402288132" sldId="371"/>
            <ac:spMk id="67" creationId="{D1DD17F8-86EB-C48D-3914-E9B33C4B74C6}"/>
          </ac:spMkLst>
        </pc:spChg>
        <pc:spChg chg="mod">
          <ac:chgData name="Mengmeng Ge" userId="bb5bc401-97cb-4caf-9857-8ff441375414" providerId="ADAL" clId="{F4E17159-3448-4B7E-BF7A-EA1181A7C83E}" dt="2024-08-06T00:12:14.040" v="553" actId="1036"/>
          <ac:spMkLst>
            <pc:docMk/>
            <pc:sldMk cId="3402288132" sldId="371"/>
            <ac:spMk id="68" creationId="{1DDD49A5-7FEF-CEE3-CF9D-5FAF1CDB7498}"/>
          </ac:spMkLst>
        </pc:spChg>
        <pc:spChg chg="mod">
          <ac:chgData name="Mengmeng Ge" userId="bb5bc401-97cb-4caf-9857-8ff441375414" providerId="ADAL" clId="{F4E17159-3448-4B7E-BF7A-EA1181A7C83E}" dt="2024-08-06T00:12:14.040" v="553" actId="1036"/>
          <ac:spMkLst>
            <pc:docMk/>
            <pc:sldMk cId="3402288132" sldId="371"/>
            <ac:spMk id="69" creationId="{4DF17AE2-5DB4-9771-3C80-FA9A67441E67}"/>
          </ac:spMkLst>
        </pc:spChg>
        <pc:spChg chg="mod">
          <ac:chgData name="Mengmeng Ge" userId="bb5bc401-97cb-4caf-9857-8ff441375414" providerId="ADAL" clId="{F4E17159-3448-4B7E-BF7A-EA1181A7C83E}" dt="2024-08-06T00:12:14.040" v="553" actId="1036"/>
          <ac:spMkLst>
            <pc:docMk/>
            <pc:sldMk cId="3402288132" sldId="371"/>
            <ac:spMk id="70" creationId="{295857BA-1D51-774C-879A-75EE5295CEA1}"/>
          </ac:spMkLst>
        </pc:spChg>
        <pc:spChg chg="mod">
          <ac:chgData name="Mengmeng Ge" userId="bb5bc401-97cb-4caf-9857-8ff441375414" providerId="ADAL" clId="{F4E17159-3448-4B7E-BF7A-EA1181A7C83E}" dt="2024-08-06T00:12:14.040" v="553" actId="1036"/>
          <ac:spMkLst>
            <pc:docMk/>
            <pc:sldMk cId="3402288132" sldId="371"/>
            <ac:spMk id="71" creationId="{1AC0453C-3E5D-14DF-371C-DEACC7BAE806}"/>
          </ac:spMkLst>
        </pc:spChg>
        <pc:spChg chg="mod">
          <ac:chgData name="Mengmeng Ge" userId="bb5bc401-97cb-4caf-9857-8ff441375414" providerId="ADAL" clId="{F4E17159-3448-4B7E-BF7A-EA1181A7C83E}" dt="2024-08-06T00:12:14.040" v="553" actId="1036"/>
          <ac:spMkLst>
            <pc:docMk/>
            <pc:sldMk cId="3402288132" sldId="371"/>
            <ac:spMk id="72" creationId="{1BC78298-BC98-9A41-8780-A77D9BA5D4C8}"/>
          </ac:spMkLst>
        </pc:spChg>
        <pc:spChg chg="mod">
          <ac:chgData name="Mengmeng Ge" userId="bb5bc401-97cb-4caf-9857-8ff441375414" providerId="ADAL" clId="{F4E17159-3448-4B7E-BF7A-EA1181A7C83E}" dt="2024-08-06T00:12:14.040" v="553" actId="1036"/>
          <ac:spMkLst>
            <pc:docMk/>
            <pc:sldMk cId="3402288132" sldId="371"/>
            <ac:spMk id="73" creationId="{B6F1140F-323D-6739-9A42-B2F0F4713977}"/>
          </ac:spMkLst>
        </pc:spChg>
        <pc:spChg chg="mod">
          <ac:chgData name="Mengmeng Ge" userId="bb5bc401-97cb-4caf-9857-8ff441375414" providerId="ADAL" clId="{F4E17159-3448-4B7E-BF7A-EA1181A7C83E}" dt="2024-08-06T00:12:14.040" v="553" actId="1036"/>
          <ac:spMkLst>
            <pc:docMk/>
            <pc:sldMk cId="3402288132" sldId="371"/>
            <ac:spMk id="75" creationId="{9F79041B-EBA5-8811-A594-6CE37D52538A}"/>
          </ac:spMkLst>
        </pc:spChg>
        <pc:spChg chg="mod">
          <ac:chgData name="Mengmeng Ge" userId="bb5bc401-97cb-4caf-9857-8ff441375414" providerId="ADAL" clId="{F4E17159-3448-4B7E-BF7A-EA1181A7C83E}" dt="2024-08-06T00:12:14.040" v="553" actId="1036"/>
          <ac:spMkLst>
            <pc:docMk/>
            <pc:sldMk cId="3402288132" sldId="371"/>
            <ac:spMk id="76" creationId="{BD5DE4BF-E1F1-44C5-C813-B1A6C82800D2}"/>
          </ac:spMkLst>
        </pc:spChg>
        <pc:spChg chg="mod">
          <ac:chgData name="Mengmeng Ge" userId="bb5bc401-97cb-4caf-9857-8ff441375414" providerId="ADAL" clId="{F4E17159-3448-4B7E-BF7A-EA1181A7C83E}" dt="2024-08-06T00:12:14.040" v="553" actId="1036"/>
          <ac:spMkLst>
            <pc:docMk/>
            <pc:sldMk cId="3402288132" sldId="371"/>
            <ac:spMk id="77" creationId="{BB9A46E0-9B57-933C-D377-DD711F10F846}"/>
          </ac:spMkLst>
        </pc:spChg>
        <pc:spChg chg="mod">
          <ac:chgData name="Mengmeng Ge" userId="bb5bc401-97cb-4caf-9857-8ff441375414" providerId="ADAL" clId="{F4E17159-3448-4B7E-BF7A-EA1181A7C83E}" dt="2024-08-06T00:12:14.040" v="553" actId="1036"/>
          <ac:spMkLst>
            <pc:docMk/>
            <pc:sldMk cId="3402288132" sldId="371"/>
            <ac:spMk id="78" creationId="{C35B3DC3-6AC9-36A2-65EE-B96B4F92237F}"/>
          </ac:spMkLst>
        </pc:spChg>
        <pc:spChg chg="mod">
          <ac:chgData name="Mengmeng Ge" userId="bb5bc401-97cb-4caf-9857-8ff441375414" providerId="ADAL" clId="{F4E17159-3448-4B7E-BF7A-EA1181A7C83E}" dt="2024-08-06T00:12:14.040" v="553" actId="1036"/>
          <ac:spMkLst>
            <pc:docMk/>
            <pc:sldMk cId="3402288132" sldId="371"/>
            <ac:spMk id="79" creationId="{2B80E86D-5F92-61EC-5751-DD97B2D6D447}"/>
          </ac:spMkLst>
        </pc:spChg>
        <pc:spChg chg="mod">
          <ac:chgData name="Mengmeng Ge" userId="bb5bc401-97cb-4caf-9857-8ff441375414" providerId="ADAL" clId="{F4E17159-3448-4B7E-BF7A-EA1181A7C83E}" dt="2024-08-06T00:12:14.040" v="553" actId="1036"/>
          <ac:spMkLst>
            <pc:docMk/>
            <pc:sldMk cId="3402288132" sldId="371"/>
            <ac:spMk id="80" creationId="{477E883B-7DEC-EFB3-D16C-2665A8F7DE03}"/>
          </ac:spMkLst>
        </pc:spChg>
        <pc:spChg chg="mod">
          <ac:chgData name="Mengmeng Ge" userId="bb5bc401-97cb-4caf-9857-8ff441375414" providerId="ADAL" clId="{F4E17159-3448-4B7E-BF7A-EA1181A7C83E}" dt="2024-08-06T00:12:14.040" v="553" actId="1036"/>
          <ac:spMkLst>
            <pc:docMk/>
            <pc:sldMk cId="3402288132" sldId="371"/>
            <ac:spMk id="81" creationId="{F4A75B90-A504-8BC7-BA57-6CA43585FCE0}"/>
          </ac:spMkLst>
        </pc:spChg>
        <pc:spChg chg="mod">
          <ac:chgData name="Mengmeng Ge" userId="bb5bc401-97cb-4caf-9857-8ff441375414" providerId="ADAL" clId="{F4E17159-3448-4B7E-BF7A-EA1181A7C83E}" dt="2024-08-06T00:12:14.040" v="553" actId="1036"/>
          <ac:spMkLst>
            <pc:docMk/>
            <pc:sldMk cId="3402288132" sldId="371"/>
            <ac:spMk id="83" creationId="{49BC945F-77D0-9C6D-61AA-E8047DF3F8DB}"/>
          </ac:spMkLst>
        </pc:spChg>
        <pc:spChg chg="mod">
          <ac:chgData name="Mengmeng Ge" userId="bb5bc401-97cb-4caf-9857-8ff441375414" providerId="ADAL" clId="{F4E17159-3448-4B7E-BF7A-EA1181A7C83E}" dt="2024-08-06T00:12:14.040" v="553" actId="1036"/>
          <ac:spMkLst>
            <pc:docMk/>
            <pc:sldMk cId="3402288132" sldId="371"/>
            <ac:spMk id="84" creationId="{9682501C-2E2D-4048-FA47-94E97ED6BCDF}"/>
          </ac:spMkLst>
        </pc:spChg>
        <pc:spChg chg="mod">
          <ac:chgData name="Mengmeng Ge" userId="bb5bc401-97cb-4caf-9857-8ff441375414" providerId="ADAL" clId="{F4E17159-3448-4B7E-BF7A-EA1181A7C83E}" dt="2024-08-06T00:12:14.040" v="553" actId="1036"/>
          <ac:spMkLst>
            <pc:docMk/>
            <pc:sldMk cId="3402288132" sldId="371"/>
            <ac:spMk id="85" creationId="{13B62ED1-61E1-31D4-50BC-5C028056CE00}"/>
          </ac:spMkLst>
        </pc:spChg>
        <pc:spChg chg="mod">
          <ac:chgData name="Mengmeng Ge" userId="bb5bc401-97cb-4caf-9857-8ff441375414" providerId="ADAL" clId="{F4E17159-3448-4B7E-BF7A-EA1181A7C83E}" dt="2024-08-06T00:12:14.040" v="553" actId="1036"/>
          <ac:spMkLst>
            <pc:docMk/>
            <pc:sldMk cId="3402288132" sldId="371"/>
            <ac:spMk id="86" creationId="{48BC2867-31F6-F706-CCEC-46CA91C9BA5C}"/>
          </ac:spMkLst>
        </pc:spChg>
        <pc:spChg chg="mod">
          <ac:chgData name="Mengmeng Ge" userId="bb5bc401-97cb-4caf-9857-8ff441375414" providerId="ADAL" clId="{F4E17159-3448-4B7E-BF7A-EA1181A7C83E}" dt="2024-08-06T00:12:14.040" v="553" actId="1036"/>
          <ac:spMkLst>
            <pc:docMk/>
            <pc:sldMk cId="3402288132" sldId="371"/>
            <ac:spMk id="87" creationId="{F6DA8A39-3FD5-5690-FB5E-ABBA9535BAFF}"/>
          </ac:spMkLst>
        </pc:spChg>
        <pc:spChg chg="mod">
          <ac:chgData name="Mengmeng Ge" userId="bb5bc401-97cb-4caf-9857-8ff441375414" providerId="ADAL" clId="{F4E17159-3448-4B7E-BF7A-EA1181A7C83E}" dt="2024-08-06T00:12:14.040" v="553" actId="1036"/>
          <ac:spMkLst>
            <pc:docMk/>
            <pc:sldMk cId="3402288132" sldId="371"/>
            <ac:spMk id="88" creationId="{E90005B0-C29A-E92C-B38E-1B50BC24E2E6}"/>
          </ac:spMkLst>
        </pc:spChg>
        <pc:spChg chg="mod">
          <ac:chgData name="Mengmeng Ge" userId="bb5bc401-97cb-4caf-9857-8ff441375414" providerId="ADAL" clId="{F4E17159-3448-4B7E-BF7A-EA1181A7C83E}" dt="2024-08-06T00:12:14.040" v="553" actId="1036"/>
          <ac:spMkLst>
            <pc:docMk/>
            <pc:sldMk cId="3402288132" sldId="371"/>
            <ac:spMk id="89" creationId="{FCC78F73-3DA7-671B-3888-05BBAE2E0516}"/>
          </ac:spMkLst>
        </pc:spChg>
        <pc:spChg chg="mod">
          <ac:chgData name="Mengmeng Ge" userId="bb5bc401-97cb-4caf-9857-8ff441375414" providerId="ADAL" clId="{F4E17159-3448-4B7E-BF7A-EA1181A7C83E}" dt="2024-08-06T00:12:14.040" v="553" actId="1036"/>
          <ac:spMkLst>
            <pc:docMk/>
            <pc:sldMk cId="3402288132" sldId="371"/>
            <ac:spMk id="90" creationId="{113A51FC-8A72-31F7-E6AD-E55F49E38FAB}"/>
          </ac:spMkLst>
        </pc:spChg>
        <pc:spChg chg="mod">
          <ac:chgData name="Mengmeng Ge" userId="bb5bc401-97cb-4caf-9857-8ff441375414" providerId="ADAL" clId="{F4E17159-3448-4B7E-BF7A-EA1181A7C83E}" dt="2024-08-06T00:12:14.040" v="553" actId="1036"/>
          <ac:spMkLst>
            <pc:docMk/>
            <pc:sldMk cId="3402288132" sldId="371"/>
            <ac:spMk id="91" creationId="{04887437-449A-D60E-5D5C-124A1E33D4BD}"/>
          </ac:spMkLst>
        </pc:spChg>
        <pc:spChg chg="mod">
          <ac:chgData name="Mengmeng Ge" userId="bb5bc401-97cb-4caf-9857-8ff441375414" providerId="ADAL" clId="{F4E17159-3448-4B7E-BF7A-EA1181A7C83E}" dt="2024-08-06T00:12:14.040" v="553" actId="1036"/>
          <ac:spMkLst>
            <pc:docMk/>
            <pc:sldMk cId="3402288132" sldId="371"/>
            <ac:spMk id="92" creationId="{16A0C21B-DA80-1157-8F11-8831C627B721}"/>
          </ac:spMkLst>
        </pc:spChg>
        <pc:spChg chg="mod">
          <ac:chgData name="Mengmeng Ge" userId="bb5bc401-97cb-4caf-9857-8ff441375414" providerId="ADAL" clId="{F4E17159-3448-4B7E-BF7A-EA1181A7C83E}" dt="2024-08-06T00:12:14.040" v="553" actId="1036"/>
          <ac:spMkLst>
            <pc:docMk/>
            <pc:sldMk cId="3402288132" sldId="371"/>
            <ac:spMk id="93" creationId="{DA6AE84F-D6EE-814D-D527-FE0C7D9B35AB}"/>
          </ac:spMkLst>
        </pc:spChg>
        <pc:spChg chg="mod">
          <ac:chgData name="Mengmeng Ge" userId="bb5bc401-97cb-4caf-9857-8ff441375414" providerId="ADAL" clId="{F4E17159-3448-4B7E-BF7A-EA1181A7C83E}" dt="2024-08-06T00:12:14.040" v="553" actId="1036"/>
          <ac:spMkLst>
            <pc:docMk/>
            <pc:sldMk cId="3402288132" sldId="371"/>
            <ac:spMk id="94" creationId="{E1F2BCC3-01B2-5806-6A39-7CA45450AD66}"/>
          </ac:spMkLst>
        </pc:spChg>
        <pc:spChg chg="mod">
          <ac:chgData name="Mengmeng Ge" userId="bb5bc401-97cb-4caf-9857-8ff441375414" providerId="ADAL" clId="{F4E17159-3448-4B7E-BF7A-EA1181A7C83E}" dt="2024-08-06T00:12:14.040" v="553" actId="1036"/>
          <ac:spMkLst>
            <pc:docMk/>
            <pc:sldMk cId="3402288132" sldId="371"/>
            <ac:spMk id="95" creationId="{A5615C51-FF05-FDEA-CF44-2DAD174CEB5B}"/>
          </ac:spMkLst>
        </pc:spChg>
        <pc:spChg chg="mod">
          <ac:chgData name="Mengmeng Ge" userId="bb5bc401-97cb-4caf-9857-8ff441375414" providerId="ADAL" clId="{F4E17159-3448-4B7E-BF7A-EA1181A7C83E}" dt="2024-08-06T00:12:14.040" v="553" actId="1036"/>
          <ac:spMkLst>
            <pc:docMk/>
            <pc:sldMk cId="3402288132" sldId="371"/>
            <ac:spMk id="96" creationId="{4E81A0AD-AE64-9408-BC8A-939AE69A7445}"/>
          </ac:spMkLst>
        </pc:spChg>
        <pc:spChg chg="mod">
          <ac:chgData name="Mengmeng Ge" userId="bb5bc401-97cb-4caf-9857-8ff441375414" providerId="ADAL" clId="{F4E17159-3448-4B7E-BF7A-EA1181A7C83E}" dt="2024-08-06T00:12:14.040" v="553" actId="1036"/>
          <ac:spMkLst>
            <pc:docMk/>
            <pc:sldMk cId="3402288132" sldId="371"/>
            <ac:spMk id="97" creationId="{4291DEC2-1F2E-9393-0377-9B90B07DFE2D}"/>
          </ac:spMkLst>
        </pc:spChg>
        <pc:spChg chg="mod">
          <ac:chgData name="Mengmeng Ge" userId="bb5bc401-97cb-4caf-9857-8ff441375414" providerId="ADAL" clId="{F4E17159-3448-4B7E-BF7A-EA1181A7C83E}" dt="2024-08-06T00:12:14.040" v="553" actId="1036"/>
          <ac:spMkLst>
            <pc:docMk/>
            <pc:sldMk cId="3402288132" sldId="371"/>
            <ac:spMk id="98" creationId="{38B6ADA2-2DD8-C59F-B056-33AE3650E321}"/>
          </ac:spMkLst>
        </pc:spChg>
        <pc:spChg chg="mod">
          <ac:chgData name="Mengmeng Ge" userId="bb5bc401-97cb-4caf-9857-8ff441375414" providerId="ADAL" clId="{F4E17159-3448-4B7E-BF7A-EA1181A7C83E}" dt="2024-08-06T00:12:14.040" v="553" actId="1036"/>
          <ac:spMkLst>
            <pc:docMk/>
            <pc:sldMk cId="3402288132" sldId="371"/>
            <ac:spMk id="99" creationId="{C39150F9-BD72-7C4E-809D-E6303C74AE37}"/>
          </ac:spMkLst>
        </pc:spChg>
        <pc:spChg chg="mod">
          <ac:chgData name="Mengmeng Ge" userId="bb5bc401-97cb-4caf-9857-8ff441375414" providerId="ADAL" clId="{F4E17159-3448-4B7E-BF7A-EA1181A7C83E}" dt="2024-08-06T00:12:14.040" v="553" actId="1036"/>
          <ac:spMkLst>
            <pc:docMk/>
            <pc:sldMk cId="3402288132" sldId="371"/>
            <ac:spMk id="100" creationId="{388F1619-D27B-1D7E-2FE0-30319FD4833F}"/>
          </ac:spMkLst>
        </pc:spChg>
        <pc:spChg chg="mod">
          <ac:chgData name="Mengmeng Ge" userId="bb5bc401-97cb-4caf-9857-8ff441375414" providerId="ADAL" clId="{F4E17159-3448-4B7E-BF7A-EA1181A7C83E}" dt="2024-08-06T00:12:14.040" v="553" actId="1036"/>
          <ac:spMkLst>
            <pc:docMk/>
            <pc:sldMk cId="3402288132" sldId="371"/>
            <ac:spMk id="101" creationId="{FF87061C-4274-D9A9-1B5B-82904EFCB448}"/>
          </ac:spMkLst>
        </pc:spChg>
        <pc:spChg chg="mod">
          <ac:chgData name="Mengmeng Ge" userId="bb5bc401-97cb-4caf-9857-8ff441375414" providerId="ADAL" clId="{F4E17159-3448-4B7E-BF7A-EA1181A7C83E}" dt="2024-08-06T00:12:14.040" v="553" actId="1036"/>
          <ac:spMkLst>
            <pc:docMk/>
            <pc:sldMk cId="3402288132" sldId="371"/>
            <ac:spMk id="102" creationId="{0909C727-E3CA-DFEA-9BB3-C263916D6699}"/>
          </ac:spMkLst>
        </pc:spChg>
        <pc:spChg chg="del">
          <ac:chgData name="Mengmeng Ge" userId="bb5bc401-97cb-4caf-9857-8ff441375414" providerId="ADAL" clId="{F4E17159-3448-4B7E-BF7A-EA1181A7C83E}" dt="2024-08-06T00:07:43.451" v="375" actId="478"/>
          <ac:spMkLst>
            <pc:docMk/>
            <pc:sldMk cId="3402288132" sldId="371"/>
            <ac:spMk id="106" creationId="{00000000-0000-0000-0000-000000000000}"/>
          </ac:spMkLst>
        </pc:spChg>
        <pc:spChg chg="mod">
          <ac:chgData name="Mengmeng Ge" userId="bb5bc401-97cb-4caf-9857-8ff441375414" providerId="ADAL" clId="{F4E17159-3448-4B7E-BF7A-EA1181A7C83E}" dt="2024-08-06T00:12:14.040" v="553" actId="1036"/>
          <ac:spMkLst>
            <pc:docMk/>
            <pc:sldMk cId="3402288132" sldId="371"/>
            <ac:spMk id="602112" creationId="{E6DDAB82-538F-2325-C2ED-A9DA8AC18F56}"/>
          </ac:spMkLst>
        </pc:spChg>
        <pc:spChg chg="mod">
          <ac:chgData name="Mengmeng Ge" userId="bb5bc401-97cb-4caf-9857-8ff441375414" providerId="ADAL" clId="{F4E17159-3448-4B7E-BF7A-EA1181A7C83E}" dt="2024-08-06T00:12:14.040" v="553" actId="1036"/>
          <ac:spMkLst>
            <pc:docMk/>
            <pc:sldMk cId="3402288132" sldId="371"/>
            <ac:spMk id="602113" creationId="{A9B5B95F-8E2E-DE7E-4312-CEF8A05B9244}"/>
          </ac:spMkLst>
        </pc:spChg>
        <pc:spChg chg="mod">
          <ac:chgData name="Mengmeng Ge" userId="bb5bc401-97cb-4caf-9857-8ff441375414" providerId="ADAL" clId="{F4E17159-3448-4B7E-BF7A-EA1181A7C83E}" dt="2024-08-06T00:07:38.938" v="373" actId="20577"/>
          <ac:spMkLst>
            <pc:docMk/>
            <pc:sldMk cId="3402288132" sldId="371"/>
            <ac:spMk id="602114" creationId="{00000000-0000-0000-0000-000000000000}"/>
          </ac:spMkLst>
        </pc:spChg>
        <pc:spChg chg="mod">
          <ac:chgData name="Mengmeng Ge" userId="bb5bc401-97cb-4caf-9857-8ff441375414" providerId="ADAL" clId="{F4E17159-3448-4B7E-BF7A-EA1181A7C83E}" dt="2024-08-06T00:12:10.309" v="551" actId="20577"/>
          <ac:spMkLst>
            <pc:docMk/>
            <pc:sldMk cId="3402288132" sldId="371"/>
            <ac:spMk id="602115" creationId="{00000000-0000-0000-0000-000000000000}"/>
          </ac:spMkLst>
        </pc:spChg>
        <pc:grpChg chg="mod">
          <ac:chgData name="Mengmeng Ge" userId="bb5bc401-97cb-4caf-9857-8ff441375414" providerId="ADAL" clId="{F4E17159-3448-4B7E-BF7A-EA1181A7C83E}" dt="2024-08-06T00:12:14.040" v="553" actId="1036"/>
          <ac:grpSpMkLst>
            <pc:docMk/>
            <pc:sldMk cId="3402288132" sldId="371"/>
            <ac:grpSpMk id="2" creationId="{7EC9CCD7-3A20-79FB-3097-BCCF53EB51B1}"/>
          </ac:grpSpMkLst>
        </pc:grpChg>
        <pc:grpChg chg="mod">
          <ac:chgData name="Mengmeng Ge" userId="bb5bc401-97cb-4caf-9857-8ff441375414" providerId="ADAL" clId="{F4E17159-3448-4B7E-BF7A-EA1181A7C83E}" dt="2024-08-06T00:12:14.040" v="553" actId="1036"/>
          <ac:grpSpMkLst>
            <pc:docMk/>
            <pc:sldMk cId="3402288132" sldId="371"/>
            <ac:grpSpMk id="18" creationId="{80DA8FEB-4A04-FF2F-129F-4734758D222B}"/>
          </ac:grpSpMkLst>
        </pc:grpChg>
        <pc:grpChg chg="mod">
          <ac:chgData name="Mengmeng Ge" userId="bb5bc401-97cb-4caf-9857-8ff441375414" providerId="ADAL" clId="{F4E17159-3448-4B7E-BF7A-EA1181A7C83E}" dt="2024-08-06T00:12:14.040" v="553" actId="1036"/>
          <ac:grpSpMkLst>
            <pc:docMk/>
            <pc:sldMk cId="3402288132" sldId="371"/>
            <ac:grpSpMk id="31" creationId="{F88EFF02-6EDE-1A79-7B22-DFA9FC860E0F}"/>
          </ac:grpSpMkLst>
        </pc:grpChg>
        <pc:grpChg chg="mod">
          <ac:chgData name="Mengmeng Ge" userId="bb5bc401-97cb-4caf-9857-8ff441375414" providerId="ADAL" clId="{F4E17159-3448-4B7E-BF7A-EA1181A7C83E}" dt="2024-08-06T00:12:14.040" v="553" actId="1036"/>
          <ac:grpSpMkLst>
            <pc:docMk/>
            <pc:sldMk cId="3402288132" sldId="371"/>
            <ac:grpSpMk id="53" creationId="{650D2AB1-90C2-97F5-F7DD-0A3320D5200B}"/>
          </ac:grpSpMkLst>
        </pc:grpChg>
        <pc:grpChg chg="mod">
          <ac:chgData name="Mengmeng Ge" userId="bb5bc401-97cb-4caf-9857-8ff441375414" providerId="ADAL" clId="{F4E17159-3448-4B7E-BF7A-EA1181A7C83E}" dt="2024-08-06T00:12:14.040" v="553" actId="1036"/>
          <ac:grpSpMkLst>
            <pc:docMk/>
            <pc:sldMk cId="3402288132" sldId="371"/>
            <ac:grpSpMk id="54" creationId="{3342465E-4BB5-A0AC-A970-9027B49E5FF7}"/>
          </ac:grpSpMkLst>
        </pc:grpChg>
        <pc:grpChg chg="mod">
          <ac:chgData name="Mengmeng Ge" userId="bb5bc401-97cb-4caf-9857-8ff441375414" providerId="ADAL" clId="{F4E17159-3448-4B7E-BF7A-EA1181A7C83E}" dt="2024-08-06T00:12:14.040" v="553" actId="1036"/>
          <ac:grpSpMkLst>
            <pc:docMk/>
            <pc:sldMk cId="3402288132" sldId="371"/>
            <ac:grpSpMk id="55" creationId="{8765F31F-1A7A-0888-E7AE-2EDED54C486E}"/>
          </ac:grpSpMkLst>
        </pc:grpChg>
        <pc:grpChg chg="mod">
          <ac:chgData name="Mengmeng Ge" userId="bb5bc401-97cb-4caf-9857-8ff441375414" providerId="ADAL" clId="{F4E17159-3448-4B7E-BF7A-EA1181A7C83E}" dt="2024-08-06T00:12:14.040" v="553" actId="1036"/>
          <ac:grpSpMkLst>
            <pc:docMk/>
            <pc:sldMk cId="3402288132" sldId="371"/>
            <ac:grpSpMk id="56" creationId="{1EEC9B37-56B4-B617-0376-8B9B5C33C62F}"/>
          </ac:grpSpMkLst>
        </pc:grpChg>
        <pc:grpChg chg="mod">
          <ac:chgData name="Mengmeng Ge" userId="bb5bc401-97cb-4caf-9857-8ff441375414" providerId="ADAL" clId="{F4E17159-3448-4B7E-BF7A-EA1181A7C83E}" dt="2024-08-06T00:12:14.040" v="553" actId="1036"/>
          <ac:grpSpMkLst>
            <pc:docMk/>
            <pc:sldMk cId="3402288132" sldId="371"/>
            <ac:grpSpMk id="74" creationId="{A48300EE-0D23-F758-DEF9-B7AE41EA4A5F}"/>
          </ac:grpSpMkLst>
        </pc:grpChg>
        <pc:grpChg chg="mod">
          <ac:chgData name="Mengmeng Ge" userId="bb5bc401-97cb-4caf-9857-8ff441375414" providerId="ADAL" clId="{F4E17159-3448-4B7E-BF7A-EA1181A7C83E}" dt="2024-08-06T00:12:14.040" v="553" actId="1036"/>
          <ac:grpSpMkLst>
            <pc:docMk/>
            <pc:sldMk cId="3402288132" sldId="371"/>
            <ac:grpSpMk id="82" creationId="{0E885C0F-94BB-1C32-D0B4-30E7208E7723}"/>
          </ac:grpSpMkLst>
        </pc:grpChg>
        <pc:cxnChg chg="del">
          <ac:chgData name="Mengmeng Ge" userId="bb5bc401-97cb-4caf-9857-8ff441375414" providerId="ADAL" clId="{F4E17159-3448-4B7E-BF7A-EA1181A7C83E}" dt="2024-08-06T00:10:22.566" v="527" actId="478"/>
          <ac:cxnSpMkLst>
            <pc:docMk/>
            <pc:sldMk cId="3402288132" sldId="371"/>
            <ac:cxnSpMk id="104" creationId="{9FD79218-1166-5EA0-E2A4-F6E601CF6DF9}"/>
          </ac:cxnSpMkLst>
        </pc:cxnChg>
      </pc:sldChg>
      <pc:sldChg chg="modSp mod modNotesTx">
        <pc:chgData name="Mengmeng Ge" userId="bb5bc401-97cb-4caf-9857-8ff441375414" providerId="ADAL" clId="{F4E17159-3448-4B7E-BF7A-EA1181A7C83E}" dt="2024-08-06T00:33:06.138" v="979" actId="20577"/>
        <pc:sldMkLst>
          <pc:docMk/>
          <pc:sldMk cId="1267817497" sldId="376"/>
        </pc:sldMkLst>
        <pc:spChg chg="mod">
          <ac:chgData name="Mengmeng Ge" userId="bb5bc401-97cb-4caf-9857-8ff441375414" providerId="ADAL" clId="{F4E17159-3448-4B7E-BF7A-EA1181A7C83E}" dt="2024-08-06T00:33:06.138" v="979" actId="20577"/>
          <ac:spMkLst>
            <pc:docMk/>
            <pc:sldMk cId="1267817497" sldId="376"/>
            <ac:spMk id="564227" creationId="{00000000-0000-0000-0000-000000000000}"/>
          </ac:spMkLst>
        </pc:spChg>
      </pc:sldChg>
      <pc:sldChg chg="addSp delSp modSp mod">
        <pc:chgData name="Mengmeng Ge" userId="bb5bc401-97cb-4caf-9857-8ff441375414" providerId="ADAL" clId="{F4E17159-3448-4B7E-BF7A-EA1181A7C83E}" dt="2024-08-06T01:56:18.367" v="1410" actId="20577"/>
        <pc:sldMkLst>
          <pc:docMk/>
          <pc:sldMk cId="240469607" sldId="385"/>
        </pc:sldMkLst>
        <pc:spChg chg="add del mod">
          <ac:chgData name="Mengmeng Ge" userId="bb5bc401-97cb-4caf-9857-8ff441375414" providerId="ADAL" clId="{F4E17159-3448-4B7E-BF7A-EA1181A7C83E}" dt="2024-08-06T01:56:18.367" v="1410" actId="20577"/>
          <ac:spMkLst>
            <pc:docMk/>
            <pc:sldMk cId="240469607" sldId="385"/>
            <ac:spMk id="246787" creationId="{00000000-0000-0000-0000-000000000000}"/>
          </ac:spMkLst>
        </pc:spChg>
        <pc:graphicFrameChg chg="add mod">
          <ac:chgData name="Mengmeng Ge" userId="bb5bc401-97cb-4caf-9857-8ff441375414" providerId="ADAL" clId="{F4E17159-3448-4B7E-BF7A-EA1181A7C83E}" dt="2024-08-06T01:56:07.891" v="1409" actId="12084"/>
          <ac:graphicFrameMkLst>
            <pc:docMk/>
            <pc:sldMk cId="240469607" sldId="385"/>
            <ac:graphicFrameMk id="2" creationId="{177AA002-8EB6-9147-6A29-97F82E7EF9B3}"/>
          </ac:graphicFrameMkLst>
        </pc:graphicFrameChg>
      </pc:sldChg>
      <pc:sldChg chg="addSp delSp modSp mod">
        <pc:chgData name="Mengmeng Ge" userId="bb5bc401-97cb-4caf-9857-8ff441375414" providerId="ADAL" clId="{F4E17159-3448-4B7E-BF7A-EA1181A7C83E}" dt="2024-08-06T01:57:21.935" v="1417" actId="20577"/>
        <pc:sldMkLst>
          <pc:docMk/>
          <pc:sldMk cId="3134525737" sldId="389"/>
        </pc:sldMkLst>
        <pc:spChg chg="add del mod">
          <ac:chgData name="Mengmeng Ge" userId="bb5bc401-97cb-4caf-9857-8ff441375414" providerId="ADAL" clId="{F4E17159-3448-4B7E-BF7A-EA1181A7C83E}" dt="2024-08-06T01:54:20.035" v="1400" actId="12084"/>
          <ac:spMkLst>
            <pc:docMk/>
            <pc:sldMk cId="3134525737" sldId="389"/>
            <ac:spMk id="348163" creationId="{00000000-0000-0000-0000-000000000000}"/>
          </ac:spMkLst>
        </pc:spChg>
        <pc:graphicFrameChg chg="add mod">
          <ac:chgData name="Mengmeng Ge" userId="bb5bc401-97cb-4caf-9857-8ff441375414" providerId="ADAL" clId="{F4E17159-3448-4B7E-BF7A-EA1181A7C83E}" dt="2024-08-06T01:48:34.885" v="1378" actId="12084"/>
          <ac:graphicFrameMkLst>
            <pc:docMk/>
            <pc:sldMk cId="3134525737" sldId="389"/>
            <ac:graphicFrameMk id="2" creationId="{42802DE4-3B26-2B2E-5EA1-5F39EAFA1B2D}"/>
          </ac:graphicFrameMkLst>
        </pc:graphicFrameChg>
        <pc:graphicFrameChg chg="add mod">
          <ac:chgData name="Mengmeng Ge" userId="bb5bc401-97cb-4caf-9857-8ff441375414" providerId="ADAL" clId="{F4E17159-3448-4B7E-BF7A-EA1181A7C83E}" dt="2024-08-06T01:53:39.329" v="1398" actId="12084"/>
          <ac:graphicFrameMkLst>
            <pc:docMk/>
            <pc:sldMk cId="3134525737" sldId="389"/>
            <ac:graphicFrameMk id="3" creationId="{F8A0F1F6-1138-ACDB-4AC2-1E3F3BF4E728}"/>
          </ac:graphicFrameMkLst>
        </pc:graphicFrameChg>
        <pc:graphicFrameChg chg="add mod">
          <ac:chgData name="Mengmeng Ge" userId="bb5bc401-97cb-4caf-9857-8ff441375414" providerId="ADAL" clId="{F4E17159-3448-4B7E-BF7A-EA1181A7C83E}" dt="2024-08-06T01:57:21.935" v="1417" actId="20577"/>
          <ac:graphicFrameMkLst>
            <pc:docMk/>
            <pc:sldMk cId="3134525737" sldId="389"/>
            <ac:graphicFrameMk id="4" creationId="{B36B7CBB-31CF-9EAE-5820-24EF54396D80}"/>
          </ac:graphicFrameMkLst>
        </pc:graphicFrameChg>
      </pc:sldChg>
      <pc:sldChg chg="modSp mod">
        <pc:chgData name="Mengmeng Ge" userId="bb5bc401-97cb-4caf-9857-8ff441375414" providerId="ADAL" clId="{F4E17159-3448-4B7E-BF7A-EA1181A7C83E}" dt="2024-08-06T01:50:10.401" v="1389" actId="1036"/>
        <pc:sldMkLst>
          <pc:docMk/>
          <pc:sldMk cId="742021170" sldId="396"/>
        </pc:sldMkLst>
        <pc:spChg chg="mod">
          <ac:chgData name="Mengmeng Ge" userId="bb5bc401-97cb-4caf-9857-8ff441375414" providerId="ADAL" clId="{F4E17159-3448-4B7E-BF7A-EA1181A7C83E}" dt="2024-08-06T01:50:01.786" v="1383" actId="255"/>
          <ac:spMkLst>
            <pc:docMk/>
            <pc:sldMk cId="742021170" sldId="396"/>
            <ac:spMk id="3" creationId="{00000000-0000-0000-0000-000000000000}"/>
          </ac:spMkLst>
        </pc:spChg>
        <pc:spChg chg="mod">
          <ac:chgData name="Mengmeng Ge" userId="bb5bc401-97cb-4caf-9857-8ff441375414" providerId="ADAL" clId="{F4E17159-3448-4B7E-BF7A-EA1181A7C83E}" dt="2024-08-06T01:50:07.061" v="1386" actId="1036"/>
          <ac:spMkLst>
            <pc:docMk/>
            <pc:sldMk cId="742021170" sldId="396"/>
            <ac:spMk id="5" creationId="{00000000-0000-0000-0000-000000000000}"/>
          </ac:spMkLst>
        </pc:spChg>
        <pc:spChg chg="mod">
          <ac:chgData name="Mengmeng Ge" userId="bb5bc401-97cb-4caf-9857-8ff441375414" providerId="ADAL" clId="{F4E17159-3448-4B7E-BF7A-EA1181A7C83E}" dt="2024-08-06T01:50:07.061" v="1386" actId="1036"/>
          <ac:spMkLst>
            <pc:docMk/>
            <pc:sldMk cId="742021170" sldId="396"/>
            <ac:spMk id="6" creationId="{00000000-0000-0000-0000-000000000000}"/>
          </ac:spMkLst>
        </pc:spChg>
        <pc:spChg chg="mod">
          <ac:chgData name="Mengmeng Ge" userId="bb5bc401-97cb-4caf-9857-8ff441375414" providerId="ADAL" clId="{F4E17159-3448-4B7E-BF7A-EA1181A7C83E}" dt="2024-08-06T01:50:07.061" v="1386" actId="1036"/>
          <ac:spMkLst>
            <pc:docMk/>
            <pc:sldMk cId="742021170" sldId="396"/>
            <ac:spMk id="7" creationId="{00000000-0000-0000-0000-000000000000}"/>
          </ac:spMkLst>
        </pc:spChg>
        <pc:spChg chg="mod">
          <ac:chgData name="Mengmeng Ge" userId="bb5bc401-97cb-4caf-9857-8ff441375414" providerId="ADAL" clId="{F4E17159-3448-4B7E-BF7A-EA1181A7C83E}" dt="2024-08-06T01:50:07.061" v="1386" actId="1036"/>
          <ac:spMkLst>
            <pc:docMk/>
            <pc:sldMk cId="742021170" sldId="396"/>
            <ac:spMk id="8" creationId="{00000000-0000-0000-0000-000000000000}"/>
          </ac:spMkLst>
        </pc:spChg>
        <pc:spChg chg="mod">
          <ac:chgData name="Mengmeng Ge" userId="bb5bc401-97cb-4caf-9857-8ff441375414" providerId="ADAL" clId="{F4E17159-3448-4B7E-BF7A-EA1181A7C83E}" dt="2024-08-06T01:50:07.061" v="1386" actId="1036"/>
          <ac:spMkLst>
            <pc:docMk/>
            <pc:sldMk cId="742021170" sldId="396"/>
            <ac:spMk id="9" creationId="{00000000-0000-0000-0000-000000000000}"/>
          </ac:spMkLst>
        </pc:spChg>
        <pc:spChg chg="mod">
          <ac:chgData name="Mengmeng Ge" userId="bb5bc401-97cb-4caf-9857-8ff441375414" providerId="ADAL" clId="{F4E17159-3448-4B7E-BF7A-EA1181A7C83E}" dt="2024-08-06T01:50:07.061" v="1386" actId="1036"/>
          <ac:spMkLst>
            <pc:docMk/>
            <pc:sldMk cId="742021170" sldId="396"/>
            <ac:spMk id="10" creationId="{00000000-0000-0000-0000-000000000000}"/>
          </ac:spMkLst>
        </pc:spChg>
        <pc:spChg chg="mod">
          <ac:chgData name="Mengmeng Ge" userId="bb5bc401-97cb-4caf-9857-8ff441375414" providerId="ADAL" clId="{F4E17159-3448-4B7E-BF7A-EA1181A7C83E}" dt="2024-08-06T01:50:07.061" v="1386" actId="1036"/>
          <ac:spMkLst>
            <pc:docMk/>
            <pc:sldMk cId="742021170" sldId="396"/>
            <ac:spMk id="12" creationId="{00000000-0000-0000-0000-000000000000}"/>
          </ac:spMkLst>
        </pc:spChg>
        <pc:spChg chg="mod">
          <ac:chgData name="Mengmeng Ge" userId="bb5bc401-97cb-4caf-9857-8ff441375414" providerId="ADAL" clId="{F4E17159-3448-4B7E-BF7A-EA1181A7C83E}" dt="2024-08-06T01:50:07.061" v="1386" actId="1036"/>
          <ac:spMkLst>
            <pc:docMk/>
            <pc:sldMk cId="742021170" sldId="396"/>
            <ac:spMk id="13" creationId="{00000000-0000-0000-0000-000000000000}"/>
          </ac:spMkLst>
        </pc:spChg>
        <pc:spChg chg="mod">
          <ac:chgData name="Mengmeng Ge" userId="bb5bc401-97cb-4caf-9857-8ff441375414" providerId="ADAL" clId="{F4E17159-3448-4B7E-BF7A-EA1181A7C83E}" dt="2024-08-06T01:50:07.061" v="1386" actId="1036"/>
          <ac:spMkLst>
            <pc:docMk/>
            <pc:sldMk cId="742021170" sldId="396"/>
            <ac:spMk id="14" creationId="{00000000-0000-0000-0000-000000000000}"/>
          </ac:spMkLst>
        </pc:spChg>
        <pc:spChg chg="mod">
          <ac:chgData name="Mengmeng Ge" userId="bb5bc401-97cb-4caf-9857-8ff441375414" providerId="ADAL" clId="{F4E17159-3448-4B7E-BF7A-EA1181A7C83E}" dt="2024-08-06T01:50:07.061" v="1386" actId="1036"/>
          <ac:spMkLst>
            <pc:docMk/>
            <pc:sldMk cId="742021170" sldId="396"/>
            <ac:spMk id="15" creationId="{00000000-0000-0000-0000-000000000000}"/>
          </ac:spMkLst>
        </pc:spChg>
        <pc:spChg chg="mod">
          <ac:chgData name="Mengmeng Ge" userId="bb5bc401-97cb-4caf-9857-8ff441375414" providerId="ADAL" clId="{F4E17159-3448-4B7E-BF7A-EA1181A7C83E}" dt="2024-08-06T01:50:07.061" v="1386" actId="1036"/>
          <ac:spMkLst>
            <pc:docMk/>
            <pc:sldMk cId="742021170" sldId="396"/>
            <ac:spMk id="16" creationId="{00000000-0000-0000-0000-000000000000}"/>
          </ac:spMkLst>
        </pc:spChg>
        <pc:spChg chg="mod">
          <ac:chgData name="Mengmeng Ge" userId="bb5bc401-97cb-4caf-9857-8ff441375414" providerId="ADAL" clId="{F4E17159-3448-4B7E-BF7A-EA1181A7C83E}" dt="2024-08-06T01:50:07.061" v="1386" actId="1036"/>
          <ac:spMkLst>
            <pc:docMk/>
            <pc:sldMk cId="742021170" sldId="396"/>
            <ac:spMk id="17" creationId="{00000000-0000-0000-0000-000000000000}"/>
          </ac:spMkLst>
        </pc:spChg>
        <pc:spChg chg="mod">
          <ac:chgData name="Mengmeng Ge" userId="bb5bc401-97cb-4caf-9857-8ff441375414" providerId="ADAL" clId="{F4E17159-3448-4B7E-BF7A-EA1181A7C83E}" dt="2024-08-06T01:50:07.061" v="1386" actId="1036"/>
          <ac:spMkLst>
            <pc:docMk/>
            <pc:sldMk cId="742021170" sldId="396"/>
            <ac:spMk id="27" creationId="{00000000-0000-0000-0000-000000000000}"/>
          </ac:spMkLst>
        </pc:spChg>
        <pc:spChg chg="mod">
          <ac:chgData name="Mengmeng Ge" userId="bb5bc401-97cb-4caf-9857-8ff441375414" providerId="ADAL" clId="{F4E17159-3448-4B7E-BF7A-EA1181A7C83E}" dt="2024-08-06T01:50:10.401" v="1389" actId="1036"/>
          <ac:spMkLst>
            <pc:docMk/>
            <pc:sldMk cId="742021170" sldId="396"/>
            <ac:spMk id="28" creationId="{00000000-0000-0000-0000-000000000000}"/>
          </ac:spMkLst>
        </pc:spChg>
        <pc:spChg chg="mod">
          <ac:chgData name="Mengmeng Ge" userId="bb5bc401-97cb-4caf-9857-8ff441375414" providerId="ADAL" clId="{F4E17159-3448-4B7E-BF7A-EA1181A7C83E}" dt="2024-08-06T01:50:07.061" v="1386" actId="1036"/>
          <ac:spMkLst>
            <pc:docMk/>
            <pc:sldMk cId="742021170" sldId="396"/>
            <ac:spMk id="29" creationId="{00000000-0000-0000-0000-000000000000}"/>
          </ac:spMkLst>
        </pc:spChg>
        <pc:spChg chg="mod">
          <ac:chgData name="Mengmeng Ge" userId="bb5bc401-97cb-4caf-9857-8ff441375414" providerId="ADAL" clId="{F4E17159-3448-4B7E-BF7A-EA1181A7C83E}" dt="2024-08-06T01:50:07.061" v="1386" actId="1036"/>
          <ac:spMkLst>
            <pc:docMk/>
            <pc:sldMk cId="742021170" sldId="396"/>
            <ac:spMk id="30" creationId="{00000000-0000-0000-0000-000000000000}"/>
          </ac:spMkLst>
        </pc:spChg>
        <pc:cxnChg chg="mod">
          <ac:chgData name="Mengmeng Ge" userId="bb5bc401-97cb-4caf-9857-8ff441375414" providerId="ADAL" clId="{F4E17159-3448-4B7E-BF7A-EA1181A7C83E}" dt="2024-08-06T01:50:07.061" v="1386" actId="1036"/>
          <ac:cxnSpMkLst>
            <pc:docMk/>
            <pc:sldMk cId="742021170" sldId="396"/>
            <ac:cxnSpMk id="19" creationId="{00000000-0000-0000-0000-000000000000}"/>
          </ac:cxnSpMkLst>
        </pc:cxnChg>
        <pc:cxnChg chg="mod">
          <ac:chgData name="Mengmeng Ge" userId="bb5bc401-97cb-4caf-9857-8ff441375414" providerId="ADAL" clId="{F4E17159-3448-4B7E-BF7A-EA1181A7C83E}" dt="2024-08-06T01:50:07.061" v="1386" actId="1036"/>
          <ac:cxnSpMkLst>
            <pc:docMk/>
            <pc:sldMk cId="742021170" sldId="396"/>
            <ac:cxnSpMk id="20" creationId="{00000000-0000-0000-0000-000000000000}"/>
          </ac:cxnSpMkLst>
        </pc:cxnChg>
        <pc:cxnChg chg="mod">
          <ac:chgData name="Mengmeng Ge" userId="bb5bc401-97cb-4caf-9857-8ff441375414" providerId="ADAL" clId="{F4E17159-3448-4B7E-BF7A-EA1181A7C83E}" dt="2024-08-06T01:50:07.061" v="1386" actId="1036"/>
          <ac:cxnSpMkLst>
            <pc:docMk/>
            <pc:sldMk cId="742021170" sldId="396"/>
            <ac:cxnSpMk id="22" creationId="{00000000-0000-0000-0000-000000000000}"/>
          </ac:cxnSpMkLst>
        </pc:cxnChg>
        <pc:cxnChg chg="mod">
          <ac:chgData name="Mengmeng Ge" userId="bb5bc401-97cb-4caf-9857-8ff441375414" providerId="ADAL" clId="{F4E17159-3448-4B7E-BF7A-EA1181A7C83E}" dt="2024-08-06T01:50:07.061" v="1386" actId="1036"/>
          <ac:cxnSpMkLst>
            <pc:docMk/>
            <pc:sldMk cId="742021170" sldId="396"/>
            <ac:cxnSpMk id="23" creationId="{00000000-0000-0000-0000-000000000000}"/>
          </ac:cxnSpMkLst>
        </pc:cxnChg>
        <pc:cxnChg chg="mod">
          <ac:chgData name="Mengmeng Ge" userId="bb5bc401-97cb-4caf-9857-8ff441375414" providerId="ADAL" clId="{F4E17159-3448-4B7E-BF7A-EA1181A7C83E}" dt="2024-08-06T01:50:07.061" v="1386" actId="1036"/>
          <ac:cxnSpMkLst>
            <pc:docMk/>
            <pc:sldMk cId="742021170" sldId="396"/>
            <ac:cxnSpMk id="25" creationId="{00000000-0000-0000-0000-000000000000}"/>
          </ac:cxnSpMkLst>
        </pc:cxnChg>
      </pc:sldChg>
      <pc:sldChg chg="modSp mod">
        <pc:chgData name="Mengmeng Ge" userId="bb5bc401-97cb-4caf-9857-8ff441375414" providerId="ADAL" clId="{F4E17159-3448-4B7E-BF7A-EA1181A7C83E}" dt="2024-08-06T01:51:39.548" v="1396" actId="1038"/>
        <pc:sldMkLst>
          <pc:docMk/>
          <pc:sldMk cId="1114109738" sldId="397"/>
        </pc:sldMkLst>
        <pc:spChg chg="mod">
          <ac:chgData name="Mengmeng Ge" userId="bb5bc401-97cb-4caf-9857-8ff441375414" providerId="ADAL" clId="{F4E17159-3448-4B7E-BF7A-EA1181A7C83E}" dt="2024-08-06T01:51:35.475" v="1394" actId="1076"/>
          <ac:spMkLst>
            <pc:docMk/>
            <pc:sldMk cId="1114109738" sldId="397"/>
            <ac:spMk id="626896" creationId="{00000000-0000-0000-0000-000000000000}"/>
          </ac:spMkLst>
        </pc:spChg>
        <pc:spChg chg="mod">
          <ac:chgData name="Mengmeng Ge" userId="bb5bc401-97cb-4caf-9857-8ff441375414" providerId="ADAL" clId="{F4E17159-3448-4B7E-BF7A-EA1181A7C83E}" dt="2024-08-06T01:51:39.548" v="1396" actId="1038"/>
          <ac:spMkLst>
            <pc:docMk/>
            <pc:sldMk cId="1114109738" sldId="397"/>
            <ac:spMk id="626898" creationId="{00000000-0000-0000-0000-000000000000}"/>
          </ac:spMkLst>
        </pc:spChg>
      </pc:sldChg>
      <pc:sldChg chg="modSp mod">
        <pc:chgData name="Mengmeng Ge" userId="bb5bc401-97cb-4caf-9857-8ff441375414" providerId="ADAL" clId="{F4E17159-3448-4B7E-BF7A-EA1181A7C83E}" dt="2024-08-05T23:23:47.503" v="10" actId="20577"/>
        <pc:sldMkLst>
          <pc:docMk/>
          <pc:sldMk cId="2852110861" sldId="457"/>
        </pc:sldMkLst>
        <pc:spChg chg="mod">
          <ac:chgData name="Mengmeng Ge" userId="bb5bc401-97cb-4caf-9857-8ff441375414" providerId="ADAL" clId="{F4E17159-3448-4B7E-BF7A-EA1181A7C83E}" dt="2024-08-05T23:23:47.503" v="10" actId="20577"/>
          <ac:spMkLst>
            <pc:docMk/>
            <pc:sldMk cId="2852110861" sldId="457"/>
            <ac:spMk id="3" creationId="{00000000-0000-0000-0000-000000000000}"/>
          </ac:spMkLst>
        </pc:spChg>
      </pc:sldChg>
      <pc:sldChg chg="modSp mod">
        <pc:chgData name="Mengmeng Ge" userId="bb5bc401-97cb-4caf-9857-8ff441375414" providerId="ADAL" clId="{F4E17159-3448-4B7E-BF7A-EA1181A7C83E}" dt="2024-08-05T23:35:51.708" v="127" actId="20577"/>
        <pc:sldMkLst>
          <pc:docMk/>
          <pc:sldMk cId="606395498" sldId="632"/>
        </pc:sldMkLst>
        <pc:spChg chg="mod">
          <ac:chgData name="Mengmeng Ge" userId="bb5bc401-97cb-4caf-9857-8ff441375414" providerId="ADAL" clId="{F4E17159-3448-4B7E-BF7A-EA1181A7C83E}" dt="2024-08-05T23:35:51.708" v="127" actId="20577"/>
          <ac:spMkLst>
            <pc:docMk/>
            <pc:sldMk cId="606395498" sldId="632"/>
            <ac:spMk id="3" creationId="{00000000-0000-0000-0000-000000000000}"/>
          </ac:spMkLst>
        </pc:spChg>
      </pc:sldChg>
      <pc:sldChg chg="modSp mod">
        <pc:chgData name="Mengmeng Ge" userId="bb5bc401-97cb-4caf-9857-8ff441375414" providerId="ADAL" clId="{F4E17159-3448-4B7E-BF7A-EA1181A7C83E}" dt="2024-08-06T00:02:56.755" v="310" actId="20577"/>
        <pc:sldMkLst>
          <pc:docMk/>
          <pc:sldMk cId="2602930637" sldId="650"/>
        </pc:sldMkLst>
        <pc:spChg chg="mod">
          <ac:chgData name="Mengmeng Ge" userId="bb5bc401-97cb-4caf-9857-8ff441375414" providerId="ADAL" clId="{F4E17159-3448-4B7E-BF7A-EA1181A7C83E}" dt="2024-08-06T00:02:52.068" v="298" actId="20577"/>
          <ac:spMkLst>
            <pc:docMk/>
            <pc:sldMk cId="2602930637" sldId="650"/>
            <ac:spMk id="68" creationId="{578EE81B-615B-6A0E-D266-36FA41F837BE}"/>
          </ac:spMkLst>
        </pc:spChg>
        <pc:spChg chg="mod">
          <ac:chgData name="Mengmeng Ge" userId="bb5bc401-97cb-4caf-9857-8ff441375414" providerId="ADAL" clId="{F4E17159-3448-4B7E-BF7A-EA1181A7C83E}" dt="2024-08-06T00:02:56.755" v="310" actId="20577"/>
          <ac:spMkLst>
            <pc:docMk/>
            <pc:sldMk cId="2602930637" sldId="650"/>
            <ac:spMk id="69" creationId="{D940C9F6-4AED-A167-D96A-289068FED882}"/>
          </ac:spMkLst>
        </pc:spChg>
      </pc:sldChg>
      <pc:sldChg chg="modSp mod ord">
        <pc:chgData name="Mengmeng Ge" userId="bb5bc401-97cb-4caf-9857-8ff441375414" providerId="ADAL" clId="{F4E17159-3448-4B7E-BF7A-EA1181A7C83E}" dt="2024-08-06T00:16:57.244" v="617"/>
        <pc:sldMkLst>
          <pc:docMk/>
          <pc:sldMk cId="31554601" sldId="651"/>
        </pc:sldMkLst>
        <pc:spChg chg="mod">
          <ac:chgData name="Mengmeng Ge" userId="bb5bc401-97cb-4caf-9857-8ff441375414" providerId="ADAL" clId="{F4E17159-3448-4B7E-BF7A-EA1181A7C83E}" dt="2024-08-06T00:02:20.593" v="247" actId="20577"/>
          <ac:spMkLst>
            <pc:docMk/>
            <pc:sldMk cId="31554601" sldId="651"/>
            <ac:spMk id="68" creationId="{7FE3BC47-6B97-087B-1F40-DC0179DD9E69}"/>
          </ac:spMkLst>
        </pc:spChg>
        <pc:spChg chg="mod">
          <ac:chgData name="Mengmeng Ge" userId="bb5bc401-97cb-4caf-9857-8ff441375414" providerId="ADAL" clId="{F4E17159-3448-4B7E-BF7A-EA1181A7C83E}" dt="2024-08-06T00:02:25.918" v="260" actId="20577"/>
          <ac:spMkLst>
            <pc:docMk/>
            <pc:sldMk cId="31554601" sldId="651"/>
            <ac:spMk id="69" creationId="{8C6BECC0-E8D8-CA2E-95C5-6D26DBBF0B12}"/>
          </ac:spMkLst>
        </pc:spChg>
      </pc:sldChg>
      <pc:sldChg chg="modSp mod">
        <pc:chgData name="Mengmeng Ge" userId="bb5bc401-97cb-4caf-9857-8ff441375414" providerId="ADAL" clId="{F4E17159-3448-4B7E-BF7A-EA1181A7C83E}" dt="2024-08-06T00:02:45.425" v="286" actId="20577"/>
        <pc:sldMkLst>
          <pc:docMk/>
          <pc:sldMk cId="208897683" sldId="652"/>
        </pc:sldMkLst>
        <pc:spChg chg="mod">
          <ac:chgData name="Mengmeng Ge" userId="bb5bc401-97cb-4caf-9857-8ff441375414" providerId="ADAL" clId="{F4E17159-3448-4B7E-BF7A-EA1181A7C83E}" dt="2024-08-06T00:02:38.799" v="272" actId="20577"/>
          <ac:spMkLst>
            <pc:docMk/>
            <pc:sldMk cId="208897683" sldId="652"/>
            <ac:spMk id="68" creationId="{7FE3BC47-6B97-087B-1F40-DC0179DD9E69}"/>
          </ac:spMkLst>
        </pc:spChg>
        <pc:spChg chg="mod">
          <ac:chgData name="Mengmeng Ge" userId="bb5bc401-97cb-4caf-9857-8ff441375414" providerId="ADAL" clId="{F4E17159-3448-4B7E-BF7A-EA1181A7C83E}" dt="2024-08-06T00:02:45.425" v="286" actId="20577"/>
          <ac:spMkLst>
            <pc:docMk/>
            <pc:sldMk cId="208897683" sldId="652"/>
            <ac:spMk id="69" creationId="{8C6BECC0-E8D8-CA2E-95C5-6D26DBBF0B12}"/>
          </ac:spMkLst>
        </pc:spChg>
      </pc:sldChg>
      <pc:sldChg chg="del">
        <pc:chgData name="Mengmeng Ge" userId="bb5bc401-97cb-4caf-9857-8ff441375414" providerId="ADAL" clId="{F4E17159-3448-4B7E-BF7A-EA1181A7C83E}" dt="2024-08-05T23:59:38.673" v="234" actId="47"/>
        <pc:sldMkLst>
          <pc:docMk/>
          <pc:sldMk cId="3968686949" sldId="654"/>
        </pc:sldMkLst>
      </pc:sldChg>
      <pc:sldChg chg="modSp mod">
        <pc:chgData name="Mengmeng Ge" userId="bb5bc401-97cb-4caf-9857-8ff441375414" providerId="ADAL" clId="{F4E17159-3448-4B7E-BF7A-EA1181A7C83E}" dt="2024-08-06T00:16:24.588" v="614" actId="1035"/>
        <pc:sldMkLst>
          <pc:docMk/>
          <pc:sldMk cId="2857656217" sldId="655"/>
        </pc:sldMkLst>
        <pc:spChg chg="mod">
          <ac:chgData name="Mengmeng Ge" userId="bb5bc401-97cb-4caf-9857-8ff441375414" providerId="ADAL" clId="{F4E17159-3448-4B7E-BF7A-EA1181A7C83E}" dt="2024-08-06T00:03:22.440" v="362" actId="20577"/>
          <ac:spMkLst>
            <pc:docMk/>
            <pc:sldMk cId="2857656217" sldId="655"/>
            <ac:spMk id="64" creationId="{26EE15E9-D2D5-FFC8-1192-7D776092A43D}"/>
          </ac:spMkLst>
        </pc:spChg>
        <pc:spChg chg="mod">
          <ac:chgData name="Mengmeng Ge" userId="bb5bc401-97cb-4caf-9857-8ff441375414" providerId="ADAL" clId="{F4E17159-3448-4B7E-BF7A-EA1181A7C83E}" dt="2024-08-06T00:16:24.588" v="614" actId="1035"/>
          <ac:spMkLst>
            <pc:docMk/>
            <pc:sldMk cId="2857656217" sldId="655"/>
            <ac:spMk id="106" creationId="{00000000-0000-0000-0000-000000000000}"/>
          </ac:spMkLst>
        </pc:spChg>
        <pc:spChg chg="mod">
          <ac:chgData name="Mengmeng Ge" userId="bb5bc401-97cb-4caf-9857-8ff441375414" providerId="ADAL" clId="{F4E17159-3448-4B7E-BF7A-EA1181A7C83E}" dt="2024-08-06T00:03:17.945" v="350" actId="20577"/>
          <ac:spMkLst>
            <pc:docMk/>
            <pc:sldMk cId="2857656217" sldId="655"/>
            <ac:spMk id="602113" creationId="{A9B5B95F-8E2E-DE7E-4312-CEF8A05B9244}"/>
          </ac:spMkLst>
        </pc:spChg>
        <pc:spChg chg="mod">
          <ac:chgData name="Mengmeng Ge" userId="bb5bc401-97cb-4caf-9857-8ff441375414" providerId="ADAL" clId="{F4E17159-3448-4B7E-BF7A-EA1181A7C83E}" dt="2024-08-06T00:14:28.285" v="609" actId="255"/>
          <ac:spMkLst>
            <pc:docMk/>
            <pc:sldMk cId="2857656217" sldId="655"/>
            <ac:spMk id="602114" creationId="{00000000-0000-0000-0000-000000000000}"/>
          </ac:spMkLst>
        </pc:spChg>
        <pc:spChg chg="mod">
          <ac:chgData name="Mengmeng Ge" userId="bb5bc401-97cb-4caf-9857-8ff441375414" providerId="ADAL" clId="{F4E17159-3448-4B7E-BF7A-EA1181A7C83E}" dt="2024-08-06T00:16:16.914" v="613" actId="948"/>
          <ac:spMkLst>
            <pc:docMk/>
            <pc:sldMk cId="2857656217" sldId="655"/>
            <ac:spMk id="602115" creationId="{00000000-0000-0000-0000-000000000000}"/>
          </ac:spMkLst>
        </pc:spChg>
      </pc:sldChg>
      <pc:sldChg chg="modNotesTx">
        <pc:chgData name="Mengmeng Ge" userId="bb5bc401-97cb-4caf-9857-8ff441375414" providerId="ADAL" clId="{F4E17159-3448-4B7E-BF7A-EA1181A7C83E}" dt="2024-08-06T01:45:45.791" v="1377" actId="20577"/>
        <pc:sldMkLst>
          <pc:docMk/>
          <pc:sldMk cId="2722137107" sldId="658"/>
        </pc:sldMkLst>
      </pc:sldChg>
      <pc:sldChg chg="addSp modSp mod modNotesTx">
        <pc:chgData name="Mengmeng Ge" userId="bb5bc401-97cb-4caf-9857-8ff441375414" providerId="ADAL" clId="{F4E17159-3448-4B7E-BF7A-EA1181A7C83E}" dt="2024-08-06T01:45:26.803" v="1371" actId="20577"/>
        <pc:sldMkLst>
          <pc:docMk/>
          <pc:sldMk cId="1493025343" sldId="659"/>
        </pc:sldMkLst>
        <pc:spChg chg="mod">
          <ac:chgData name="Mengmeng Ge" userId="bb5bc401-97cb-4caf-9857-8ff441375414" providerId="ADAL" clId="{F4E17159-3448-4B7E-BF7A-EA1181A7C83E}" dt="2024-08-06T01:42:42.095" v="1267" actId="14100"/>
          <ac:spMkLst>
            <pc:docMk/>
            <pc:sldMk cId="1493025343" sldId="659"/>
            <ac:spMk id="3" creationId="{5F5B7363-C21B-BF35-F553-5038BB9F87A5}"/>
          </ac:spMkLst>
        </pc:spChg>
        <pc:spChg chg="add">
          <ac:chgData name="Mengmeng Ge" userId="bb5bc401-97cb-4caf-9857-8ff441375414" providerId="ADAL" clId="{F4E17159-3448-4B7E-BF7A-EA1181A7C83E}" dt="2024-08-06T01:42:08.672" v="1259"/>
          <ac:spMkLst>
            <pc:docMk/>
            <pc:sldMk cId="1493025343" sldId="659"/>
            <ac:spMk id="5" creationId="{06350A25-1377-2BE5-77EE-2693B1320200}"/>
          </ac:spMkLst>
        </pc:spChg>
        <pc:spChg chg="mod">
          <ac:chgData name="Mengmeng Ge" userId="bb5bc401-97cb-4caf-9857-8ff441375414" providerId="ADAL" clId="{F4E17159-3448-4B7E-BF7A-EA1181A7C83E}" dt="2024-08-06T01:38:24.223" v="1230" actId="1076"/>
          <ac:spMkLst>
            <pc:docMk/>
            <pc:sldMk cId="1493025343" sldId="659"/>
            <ac:spMk id="7" creationId="{464E9BE1-78CD-8797-A4DE-3F986CB765C1}"/>
          </ac:spMkLst>
        </pc:spChg>
        <pc:picChg chg="mod">
          <ac:chgData name="Mengmeng Ge" userId="bb5bc401-97cb-4caf-9857-8ff441375414" providerId="ADAL" clId="{F4E17159-3448-4B7E-BF7A-EA1181A7C83E}" dt="2024-08-06T01:42:45.318" v="1268" actId="1076"/>
          <ac:picMkLst>
            <pc:docMk/>
            <pc:sldMk cId="1493025343" sldId="659"/>
            <ac:picMk id="6" creationId="{02794023-745B-34D6-2754-730032D29190}"/>
          </ac:picMkLst>
        </pc:picChg>
      </pc:sldChg>
      <pc:sldChg chg="delSp modSp del mod modNotesTx">
        <pc:chgData name="Mengmeng Ge" userId="bb5bc401-97cb-4caf-9857-8ff441375414" providerId="ADAL" clId="{F4E17159-3448-4B7E-BF7A-EA1181A7C83E}" dt="2024-08-06T01:40:10.154" v="1257" actId="47"/>
        <pc:sldMkLst>
          <pc:docMk/>
          <pc:sldMk cId="3448634243" sldId="660"/>
        </pc:sldMkLst>
        <pc:spChg chg="del">
          <ac:chgData name="Mengmeng Ge" userId="bb5bc401-97cb-4caf-9857-8ff441375414" providerId="ADAL" clId="{F4E17159-3448-4B7E-BF7A-EA1181A7C83E}" dt="2024-08-06T01:33:23.805" v="1201" actId="478"/>
          <ac:spMkLst>
            <pc:docMk/>
            <pc:sldMk cId="3448634243" sldId="660"/>
            <ac:spMk id="6" creationId="{BBAAC89A-3F57-10CF-D1FD-69BEBD8FA3AE}"/>
          </ac:spMkLst>
        </pc:spChg>
        <pc:spChg chg="mod">
          <ac:chgData name="Mengmeng Ge" userId="bb5bc401-97cb-4caf-9857-8ff441375414" providerId="ADAL" clId="{F4E17159-3448-4B7E-BF7A-EA1181A7C83E}" dt="2024-08-06T01:38:28.784" v="1231" actId="21"/>
          <ac:spMkLst>
            <pc:docMk/>
            <pc:sldMk cId="3448634243" sldId="660"/>
            <ac:spMk id="7" creationId="{C404D70D-0E10-A7CE-F3B0-2ACA3A42C1A5}"/>
          </ac:spMkLst>
        </pc:spChg>
        <pc:picChg chg="del">
          <ac:chgData name="Mengmeng Ge" userId="bb5bc401-97cb-4caf-9857-8ff441375414" providerId="ADAL" clId="{F4E17159-3448-4B7E-BF7A-EA1181A7C83E}" dt="2024-08-06T01:33:20.967" v="1200" actId="478"/>
          <ac:picMkLst>
            <pc:docMk/>
            <pc:sldMk cId="3448634243" sldId="660"/>
            <ac:picMk id="5" creationId="{06F2A328-D2E9-AB42-D2B5-5610C217F7FD}"/>
          </ac:picMkLst>
        </pc:picChg>
      </pc:sldChg>
      <pc:sldChg chg="modSp mod modNotesTx">
        <pc:chgData name="Mengmeng Ge" userId="bb5bc401-97cb-4caf-9857-8ff441375414" providerId="ADAL" clId="{F4E17159-3448-4B7E-BF7A-EA1181A7C83E}" dt="2024-08-06T01:05:40.162" v="1137" actId="20577"/>
        <pc:sldMkLst>
          <pc:docMk/>
          <pc:sldMk cId="246727263" sldId="662"/>
        </pc:sldMkLst>
        <pc:spChg chg="mod">
          <ac:chgData name="Mengmeng Ge" userId="bb5bc401-97cb-4caf-9857-8ff441375414" providerId="ADAL" clId="{F4E17159-3448-4B7E-BF7A-EA1181A7C83E}" dt="2024-08-06T01:01:48.090" v="1125" actId="948"/>
          <ac:spMkLst>
            <pc:docMk/>
            <pc:sldMk cId="246727263" sldId="662"/>
            <ac:spMk id="4" creationId="{EBF350DC-B4FF-9D02-8984-35CE675263DB}"/>
          </ac:spMkLst>
        </pc:spChg>
      </pc:sldChg>
      <pc:sldChg chg="addSp delSp modSp new mod ord modNotesTx">
        <pc:chgData name="Mengmeng Ge" userId="bb5bc401-97cb-4caf-9857-8ff441375414" providerId="ADAL" clId="{F4E17159-3448-4B7E-BF7A-EA1181A7C83E}" dt="2024-08-06T00:56:18.748" v="982"/>
        <pc:sldMkLst>
          <pc:docMk/>
          <pc:sldMk cId="2116317456" sldId="666"/>
        </pc:sldMkLst>
        <pc:spChg chg="mod">
          <ac:chgData name="Mengmeng Ge" userId="bb5bc401-97cb-4caf-9857-8ff441375414" providerId="ADAL" clId="{F4E17159-3448-4B7E-BF7A-EA1181A7C83E}" dt="2024-08-05T23:38:45.204" v="172" actId="20577"/>
          <ac:spMkLst>
            <pc:docMk/>
            <pc:sldMk cId="2116317456" sldId="666"/>
            <ac:spMk id="2" creationId="{52CF9317-0484-8E7B-E57E-34ADAA456F23}"/>
          </ac:spMkLst>
        </pc:spChg>
        <pc:spChg chg="del">
          <ac:chgData name="Mengmeng Ge" userId="bb5bc401-97cb-4caf-9857-8ff441375414" providerId="ADAL" clId="{F4E17159-3448-4B7E-BF7A-EA1181A7C83E}" dt="2024-08-05T23:38:17.914" v="153" actId="478"/>
          <ac:spMkLst>
            <pc:docMk/>
            <pc:sldMk cId="2116317456" sldId="666"/>
            <ac:spMk id="3" creationId="{6C9F38F9-E970-ED96-5CE2-FBA635898200}"/>
          </ac:spMkLst>
        </pc:spChg>
        <pc:spChg chg="mod topLvl">
          <ac:chgData name="Mengmeng Ge" userId="bb5bc401-97cb-4caf-9857-8ff441375414" providerId="ADAL" clId="{F4E17159-3448-4B7E-BF7A-EA1181A7C83E}" dt="2024-08-05T23:45:03.419" v="215" actId="1037"/>
          <ac:spMkLst>
            <pc:docMk/>
            <pc:sldMk cId="2116317456" sldId="666"/>
            <ac:spMk id="6" creationId="{C798FF4E-4517-5A9B-D893-29B494773E52}"/>
          </ac:spMkLst>
        </pc:spChg>
        <pc:spChg chg="mod topLvl">
          <ac:chgData name="Mengmeng Ge" userId="bb5bc401-97cb-4caf-9857-8ff441375414" providerId="ADAL" clId="{F4E17159-3448-4B7E-BF7A-EA1181A7C83E}" dt="2024-08-05T23:45:03.419" v="215" actId="1037"/>
          <ac:spMkLst>
            <pc:docMk/>
            <pc:sldMk cId="2116317456" sldId="666"/>
            <ac:spMk id="7" creationId="{B070FC22-406A-B1EB-8222-5D5DBE620285}"/>
          </ac:spMkLst>
        </pc:spChg>
        <pc:spChg chg="mod topLvl">
          <ac:chgData name="Mengmeng Ge" userId="bb5bc401-97cb-4caf-9857-8ff441375414" providerId="ADAL" clId="{F4E17159-3448-4B7E-BF7A-EA1181A7C83E}" dt="2024-08-05T23:45:03.419" v="215" actId="1037"/>
          <ac:spMkLst>
            <pc:docMk/>
            <pc:sldMk cId="2116317456" sldId="666"/>
            <ac:spMk id="8" creationId="{0CA4740C-A44E-81D5-2D34-1E24043826EE}"/>
          </ac:spMkLst>
        </pc:spChg>
        <pc:spChg chg="mod topLvl">
          <ac:chgData name="Mengmeng Ge" userId="bb5bc401-97cb-4caf-9857-8ff441375414" providerId="ADAL" clId="{F4E17159-3448-4B7E-BF7A-EA1181A7C83E}" dt="2024-08-05T23:45:03.419" v="215" actId="1037"/>
          <ac:spMkLst>
            <pc:docMk/>
            <pc:sldMk cId="2116317456" sldId="666"/>
            <ac:spMk id="9" creationId="{FBABBB6A-AC74-E74A-7756-E310CBE7BE22}"/>
          </ac:spMkLst>
        </pc:spChg>
        <pc:spChg chg="mod topLvl">
          <ac:chgData name="Mengmeng Ge" userId="bb5bc401-97cb-4caf-9857-8ff441375414" providerId="ADAL" clId="{F4E17159-3448-4B7E-BF7A-EA1181A7C83E}" dt="2024-08-05T23:45:03.419" v="215" actId="1037"/>
          <ac:spMkLst>
            <pc:docMk/>
            <pc:sldMk cId="2116317456" sldId="666"/>
            <ac:spMk id="10" creationId="{602EA842-9225-BCE3-5C81-C3AB3F2BD192}"/>
          </ac:spMkLst>
        </pc:spChg>
        <pc:spChg chg="mod topLvl">
          <ac:chgData name="Mengmeng Ge" userId="bb5bc401-97cb-4caf-9857-8ff441375414" providerId="ADAL" clId="{F4E17159-3448-4B7E-BF7A-EA1181A7C83E}" dt="2024-08-05T23:45:03.419" v="215" actId="1037"/>
          <ac:spMkLst>
            <pc:docMk/>
            <pc:sldMk cId="2116317456" sldId="666"/>
            <ac:spMk id="11" creationId="{B7C6D32C-9C14-5707-46C3-7340587F81E7}"/>
          </ac:spMkLst>
        </pc:spChg>
        <pc:spChg chg="mod topLvl">
          <ac:chgData name="Mengmeng Ge" userId="bb5bc401-97cb-4caf-9857-8ff441375414" providerId="ADAL" clId="{F4E17159-3448-4B7E-BF7A-EA1181A7C83E}" dt="2024-08-05T23:45:03.419" v="215" actId="1037"/>
          <ac:spMkLst>
            <pc:docMk/>
            <pc:sldMk cId="2116317456" sldId="666"/>
            <ac:spMk id="12" creationId="{0B297100-DB53-EECF-7096-921E50B924C5}"/>
          </ac:spMkLst>
        </pc:spChg>
        <pc:spChg chg="mod topLvl">
          <ac:chgData name="Mengmeng Ge" userId="bb5bc401-97cb-4caf-9857-8ff441375414" providerId="ADAL" clId="{F4E17159-3448-4B7E-BF7A-EA1181A7C83E}" dt="2024-08-05T23:45:03.419" v="215" actId="1037"/>
          <ac:spMkLst>
            <pc:docMk/>
            <pc:sldMk cId="2116317456" sldId="666"/>
            <ac:spMk id="13" creationId="{4A2FCE6F-5494-1C28-803E-CF29CAE6CAA6}"/>
          </ac:spMkLst>
        </pc:spChg>
        <pc:spChg chg="mod topLvl">
          <ac:chgData name="Mengmeng Ge" userId="bb5bc401-97cb-4caf-9857-8ff441375414" providerId="ADAL" clId="{F4E17159-3448-4B7E-BF7A-EA1181A7C83E}" dt="2024-08-05T23:45:03.419" v="215" actId="1037"/>
          <ac:spMkLst>
            <pc:docMk/>
            <pc:sldMk cId="2116317456" sldId="666"/>
            <ac:spMk id="14" creationId="{2AEC8518-F645-B355-5C4F-9813ACA01C8D}"/>
          </ac:spMkLst>
        </pc:spChg>
        <pc:spChg chg="mod topLvl">
          <ac:chgData name="Mengmeng Ge" userId="bb5bc401-97cb-4caf-9857-8ff441375414" providerId="ADAL" clId="{F4E17159-3448-4B7E-BF7A-EA1181A7C83E}" dt="2024-08-05T23:45:03.419" v="215" actId="1037"/>
          <ac:spMkLst>
            <pc:docMk/>
            <pc:sldMk cId="2116317456" sldId="666"/>
            <ac:spMk id="15" creationId="{847D97D9-35C6-DBF7-FE96-477A500B48C5}"/>
          </ac:spMkLst>
        </pc:spChg>
        <pc:spChg chg="mod topLvl">
          <ac:chgData name="Mengmeng Ge" userId="bb5bc401-97cb-4caf-9857-8ff441375414" providerId="ADAL" clId="{F4E17159-3448-4B7E-BF7A-EA1181A7C83E}" dt="2024-08-05T23:45:03.419" v="215" actId="1037"/>
          <ac:spMkLst>
            <pc:docMk/>
            <pc:sldMk cId="2116317456" sldId="666"/>
            <ac:spMk id="16" creationId="{E044E6A9-DA13-0EF2-2BEB-714136E49CAE}"/>
          </ac:spMkLst>
        </pc:spChg>
        <pc:spChg chg="mod topLvl">
          <ac:chgData name="Mengmeng Ge" userId="bb5bc401-97cb-4caf-9857-8ff441375414" providerId="ADAL" clId="{F4E17159-3448-4B7E-BF7A-EA1181A7C83E}" dt="2024-08-05T23:45:03.419" v="215" actId="1037"/>
          <ac:spMkLst>
            <pc:docMk/>
            <pc:sldMk cId="2116317456" sldId="666"/>
            <ac:spMk id="17" creationId="{DDAE5D33-79FE-0A92-AC11-3620FDCCAE59}"/>
          </ac:spMkLst>
        </pc:spChg>
        <pc:spChg chg="mod topLvl">
          <ac:chgData name="Mengmeng Ge" userId="bb5bc401-97cb-4caf-9857-8ff441375414" providerId="ADAL" clId="{F4E17159-3448-4B7E-BF7A-EA1181A7C83E}" dt="2024-08-05T23:45:03.419" v="215" actId="1037"/>
          <ac:spMkLst>
            <pc:docMk/>
            <pc:sldMk cId="2116317456" sldId="666"/>
            <ac:spMk id="18" creationId="{D00BC615-6704-37AD-C199-18D6A69843AF}"/>
          </ac:spMkLst>
        </pc:spChg>
        <pc:spChg chg="mod topLvl">
          <ac:chgData name="Mengmeng Ge" userId="bb5bc401-97cb-4caf-9857-8ff441375414" providerId="ADAL" clId="{F4E17159-3448-4B7E-BF7A-EA1181A7C83E}" dt="2024-08-05T23:45:03.419" v="215" actId="1037"/>
          <ac:spMkLst>
            <pc:docMk/>
            <pc:sldMk cId="2116317456" sldId="666"/>
            <ac:spMk id="19" creationId="{68A4FE44-D912-3568-035E-F9D82A96C35B}"/>
          </ac:spMkLst>
        </pc:spChg>
        <pc:spChg chg="mod topLvl">
          <ac:chgData name="Mengmeng Ge" userId="bb5bc401-97cb-4caf-9857-8ff441375414" providerId="ADAL" clId="{F4E17159-3448-4B7E-BF7A-EA1181A7C83E}" dt="2024-08-05T23:45:03.419" v="215" actId="1037"/>
          <ac:spMkLst>
            <pc:docMk/>
            <pc:sldMk cId="2116317456" sldId="666"/>
            <ac:spMk id="20" creationId="{D66BFEF9-B850-45A9-D2CF-F11E0C1F6765}"/>
          </ac:spMkLst>
        </pc:spChg>
        <pc:spChg chg="mod topLvl">
          <ac:chgData name="Mengmeng Ge" userId="bb5bc401-97cb-4caf-9857-8ff441375414" providerId="ADAL" clId="{F4E17159-3448-4B7E-BF7A-EA1181A7C83E}" dt="2024-08-05T23:45:03.419" v="215" actId="1037"/>
          <ac:spMkLst>
            <pc:docMk/>
            <pc:sldMk cId="2116317456" sldId="666"/>
            <ac:spMk id="22" creationId="{1DDE175A-82D3-0625-EAE6-693CD15861D9}"/>
          </ac:spMkLst>
        </pc:spChg>
        <pc:spChg chg="mod topLvl">
          <ac:chgData name="Mengmeng Ge" userId="bb5bc401-97cb-4caf-9857-8ff441375414" providerId="ADAL" clId="{F4E17159-3448-4B7E-BF7A-EA1181A7C83E}" dt="2024-08-05T23:45:03.419" v="215" actId="1037"/>
          <ac:spMkLst>
            <pc:docMk/>
            <pc:sldMk cId="2116317456" sldId="666"/>
            <ac:spMk id="23" creationId="{37256C4D-9997-5906-A169-14A973174DDB}"/>
          </ac:spMkLst>
        </pc:spChg>
        <pc:spChg chg="mod topLvl">
          <ac:chgData name="Mengmeng Ge" userId="bb5bc401-97cb-4caf-9857-8ff441375414" providerId="ADAL" clId="{F4E17159-3448-4B7E-BF7A-EA1181A7C83E}" dt="2024-08-05T23:45:03.419" v="215" actId="1037"/>
          <ac:spMkLst>
            <pc:docMk/>
            <pc:sldMk cId="2116317456" sldId="666"/>
            <ac:spMk id="24" creationId="{E05D3448-3FE4-0141-26A0-A06853E3D142}"/>
          </ac:spMkLst>
        </pc:spChg>
        <pc:spChg chg="mod topLvl">
          <ac:chgData name="Mengmeng Ge" userId="bb5bc401-97cb-4caf-9857-8ff441375414" providerId="ADAL" clId="{F4E17159-3448-4B7E-BF7A-EA1181A7C83E}" dt="2024-08-05T23:45:03.419" v="215" actId="1037"/>
          <ac:spMkLst>
            <pc:docMk/>
            <pc:sldMk cId="2116317456" sldId="666"/>
            <ac:spMk id="25" creationId="{D21054B9-B8B6-F984-991C-483D573F8A18}"/>
          </ac:spMkLst>
        </pc:spChg>
        <pc:spChg chg="mod topLvl">
          <ac:chgData name="Mengmeng Ge" userId="bb5bc401-97cb-4caf-9857-8ff441375414" providerId="ADAL" clId="{F4E17159-3448-4B7E-BF7A-EA1181A7C83E}" dt="2024-08-05T23:45:03.419" v="215" actId="1037"/>
          <ac:spMkLst>
            <pc:docMk/>
            <pc:sldMk cId="2116317456" sldId="666"/>
            <ac:spMk id="26" creationId="{99BA1374-C3F8-FFB1-C4A1-6E99AE2B14BE}"/>
          </ac:spMkLst>
        </pc:spChg>
        <pc:spChg chg="mod topLvl">
          <ac:chgData name="Mengmeng Ge" userId="bb5bc401-97cb-4caf-9857-8ff441375414" providerId="ADAL" clId="{F4E17159-3448-4B7E-BF7A-EA1181A7C83E}" dt="2024-08-05T23:45:03.419" v="215" actId="1037"/>
          <ac:spMkLst>
            <pc:docMk/>
            <pc:sldMk cId="2116317456" sldId="666"/>
            <ac:spMk id="27" creationId="{3FF1CE35-74ED-6D52-40F9-5EA562274E2C}"/>
          </ac:spMkLst>
        </pc:spChg>
        <pc:spChg chg="mod topLvl">
          <ac:chgData name="Mengmeng Ge" userId="bb5bc401-97cb-4caf-9857-8ff441375414" providerId="ADAL" clId="{F4E17159-3448-4B7E-BF7A-EA1181A7C83E}" dt="2024-08-05T23:45:03.419" v="215" actId="1037"/>
          <ac:spMkLst>
            <pc:docMk/>
            <pc:sldMk cId="2116317456" sldId="666"/>
            <ac:spMk id="28" creationId="{1D49E528-9863-948C-7744-803C42C493B5}"/>
          </ac:spMkLst>
        </pc:spChg>
        <pc:spChg chg="mod topLvl">
          <ac:chgData name="Mengmeng Ge" userId="bb5bc401-97cb-4caf-9857-8ff441375414" providerId="ADAL" clId="{F4E17159-3448-4B7E-BF7A-EA1181A7C83E}" dt="2024-08-05T23:45:03.419" v="215" actId="1037"/>
          <ac:spMkLst>
            <pc:docMk/>
            <pc:sldMk cId="2116317456" sldId="666"/>
            <ac:spMk id="29" creationId="{A5CD67EA-CFE2-1081-906B-F056F5F2327D}"/>
          </ac:spMkLst>
        </pc:spChg>
        <pc:spChg chg="mod topLvl">
          <ac:chgData name="Mengmeng Ge" userId="bb5bc401-97cb-4caf-9857-8ff441375414" providerId="ADAL" clId="{F4E17159-3448-4B7E-BF7A-EA1181A7C83E}" dt="2024-08-05T23:45:03.419" v="215" actId="1037"/>
          <ac:spMkLst>
            <pc:docMk/>
            <pc:sldMk cId="2116317456" sldId="666"/>
            <ac:spMk id="30" creationId="{6A3DDACD-6156-EB43-0DD9-7538FB7DDFC0}"/>
          </ac:spMkLst>
        </pc:spChg>
        <pc:spChg chg="mod topLvl">
          <ac:chgData name="Mengmeng Ge" userId="bb5bc401-97cb-4caf-9857-8ff441375414" providerId="ADAL" clId="{F4E17159-3448-4B7E-BF7A-EA1181A7C83E}" dt="2024-08-05T23:45:03.419" v="215" actId="1037"/>
          <ac:spMkLst>
            <pc:docMk/>
            <pc:sldMk cId="2116317456" sldId="666"/>
            <ac:spMk id="31" creationId="{33333234-2CEB-D7D4-B75A-225796828743}"/>
          </ac:spMkLst>
        </pc:spChg>
        <pc:spChg chg="mod topLvl">
          <ac:chgData name="Mengmeng Ge" userId="bb5bc401-97cb-4caf-9857-8ff441375414" providerId="ADAL" clId="{F4E17159-3448-4B7E-BF7A-EA1181A7C83E}" dt="2024-08-05T23:45:03.419" v="215" actId="1037"/>
          <ac:spMkLst>
            <pc:docMk/>
            <pc:sldMk cId="2116317456" sldId="666"/>
            <ac:spMk id="32" creationId="{55BB049E-11E2-80DE-7851-866D49FC717D}"/>
          </ac:spMkLst>
        </pc:spChg>
        <pc:spChg chg="mod topLvl">
          <ac:chgData name="Mengmeng Ge" userId="bb5bc401-97cb-4caf-9857-8ff441375414" providerId="ADAL" clId="{F4E17159-3448-4B7E-BF7A-EA1181A7C83E}" dt="2024-08-05T23:45:03.419" v="215" actId="1037"/>
          <ac:spMkLst>
            <pc:docMk/>
            <pc:sldMk cId="2116317456" sldId="666"/>
            <ac:spMk id="33" creationId="{89E8415C-4DBC-0797-2E03-48A42F8B52A0}"/>
          </ac:spMkLst>
        </pc:spChg>
        <pc:spChg chg="mod topLvl">
          <ac:chgData name="Mengmeng Ge" userId="bb5bc401-97cb-4caf-9857-8ff441375414" providerId="ADAL" clId="{F4E17159-3448-4B7E-BF7A-EA1181A7C83E}" dt="2024-08-05T23:45:03.419" v="215" actId="1037"/>
          <ac:spMkLst>
            <pc:docMk/>
            <pc:sldMk cId="2116317456" sldId="666"/>
            <ac:spMk id="35" creationId="{629A29DB-BFF4-401E-B86C-3BA5EDE296E2}"/>
          </ac:spMkLst>
        </pc:spChg>
        <pc:spChg chg="mod topLvl">
          <ac:chgData name="Mengmeng Ge" userId="bb5bc401-97cb-4caf-9857-8ff441375414" providerId="ADAL" clId="{F4E17159-3448-4B7E-BF7A-EA1181A7C83E}" dt="2024-08-05T23:45:03.419" v="215" actId="1037"/>
          <ac:spMkLst>
            <pc:docMk/>
            <pc:sldMk cId="2116317456" sldId="666"/>
            <ac:spMk id="36" creationId="{0C140838-35CF-E043-770C-BB0375645394}"/>
          </ac:spMkLst>
        </pc:spChg>
        <pc:spChg chg="mod topLvl">
          <ac:chgData name="Mengmeng Ge" userId="bb5bc401-97cb-4caf-9857-8ff441375414" providerId="ADAL" clId="{F4E17159-3448-4B7E-BF7A-EA1181A7C83E}" dt="2024-08-05T23:45:03.419" v="215" actId="1037"/>
          <ac:spMkLst>
            <pc:docMk/>
            <pc:sldMk cId="2116317456" sldId="666"/>
            <ac:spMk id="37" creationId="{68C7E4EE-9581-88E1-67E5-6591CCB7473B}"/>
          </ac:spMkLst>
        </pc:spChg>
        <pc:spChg chg="mod topLvl">
          <ac:chgData name="Mengmeng Ge" userId="bb5bc401-97cb-4caf-9857-8ff441375414" providerId="ADAL" clId="{F4E17159-3448-4B7E-BF7A-EA1181A7C83E}" dt="2024-08-05T23:45:03.419" v="215" actId="1037"/>
          <ac:spMkLst>
            <pc:docMk/>
            <pc:sldMk cId="2116317456" sldId="666"/>
            <ac:spMk id="38" creationId="{5918F94E-823F-646F-994B-9F31741A5A9D}"/>
          </ac:spMkLst>
        </pc:spChg>
        <pc:spChg chg="mod topLvl">
          <ac:chgData name="Mengmeng Ge" userId="bb5bc401-97cb-4caf-9857-8ff441375414" providerId="ADAL" clId="{F4E17159-3448-4B7E-BF7A-EA1181A7C83E}" dt="2024-08-05T23:45:03.419" v="215" actId="1037"/>
          <ac:spMkLst>
            <pc:docMk/>
            <pc:sldMk cId="2116317456" sldId="666"/>
            <ac:spMk id="39" creationId="{C681AB01-29B0-5919-518D-008FDACB5138}"/>
          </ac:spMkLst>
        </pc:spChg>
        <pc:spChg chg="mod topLvl">
          <ac:chgData name="Mengmeng Ge" userId="bb5bc401-97cb-4caf-9857-8ff441375414" providerId="ADAL" clId="{F4E17159-3448-4B7E-BF7A-EA1181A7C83E}" dt="2024-08-05T23:45:03.419" v="215" actId="1037"/>
          <ac:spMkLst>
            <pc:docMk/>
            <pc:sldMk cId="2116317456" sldId="666"/>
            <ac:spMk id="40" creationId="{93301E1E-C99B-680E-D8E9-54D14A5B3D5D}"/>
          </ac:spMkLst>
        </pc:spChg>
        <pc:spChg chg="mod topLvl">
          <ac:chgData name="Mengmeng Ge" userId="bb5bc401-97cb-4caf-9857-8ff441375414" providerId="ADAL" clId="{F4E17159-3448-4B7E-BF7A-EA1181A7C83E}" dt="2024-08-05T23:45:03.419" v="215" actId="1037"/>
          <ac:spMkLst>
            <pc:docMk/>
            <pc:sldMk cId="2116317456" sldId="666"/>
            <ac:spMk id="41" creationId="{AEE61987-0B74-0D9A-E347-3C4C8BABC8FC}"/>
          </ac:spMkLst>
        </pc:spChg>
        <pc:spChg chg="mod topLvl">
          <ac:chgData name="Mengmeng Ge" userId="bb5bc401-97cb-4caf-9857-8ff441375414" providerId="ADAL" clId="{F4E17159-3448-4B7E-BF7A-EA1181A7C83E}" dt="2024-08-05T23:45:03.419" v="215" actId="1037"/>
          <ac:spMkLst>
            <pc:docMk/>
            <pc:sldMk cId="2116317456" sldId="666"/>
            <ac:spMk id="42" creationId="{C5454454-B816-789C-19C5-36B18CDBB3A9}"/>
          </ac:spMkLst>
        </pc:spChg>
        <pc:spChg chg="mod topLvl">
          <ac:chgData name="Mengmeng Ge" userId="bb5bc401-97cb-4caf-9857-8ff441375414" providerId="ADAL" clId="{F4E17159-3448-4B7E-BF7A-EA1181A7C83E}" dt="2024-08-05T23:45:03.419" v="215" actId="1037"/>
          <ac:spMkLst>
            <pc:docMk/>
            <pc:sldMk cId="2116317456" sldId="666"/>
            <ac:spMk id="43" creationId="{7FD3D6BF-F0D6-3649-3F30-463488933505}"/>
          </ac:spMkLst>
        </pc:spChg>
        <pc:spChg chg="mod topLvl">
          <ac:chgData name="Mengmeng Ge" userId="bb5bc401-97cb-4caf-9857-8ff441375414" providerId="ADAL" clId="{F4E17159-3448-4B7E-BF7A-EA1181A7C83E}" dt="2024-08-05T23:45:03.419" v="215" actId="1037"/>
          <ac:spMkLst>
            <pc:docMk/>
            <pc:sldMk cId="2116317456" sldId="666"/>
            <ac:spMk id="44" creationId="{76F0CF7A-9E56-55FE-51C9-83E7E67796A6}"/>
          </ac:spMkLst>
        </pc:spChg>
        <pc:spChg chg="mod topLvl">
          <ac:chgData name="Mengmeng Ge" userId="bb5bc401-97cb-4caf-9857-8ff441375414" providerId="ADAL" clId="{F4E17159-3448-4B7E-BF7A-EA1181A7C83E}" dt="2024-08-05T23:45:03.419" v="215" actId="1037"/>
          <ac:spMkLst>
            <pc:docMk/>
            <pc:sldMk cId="2116317456" sldId="666"/>
            <ac:spMk id="45" creationId="{711EA934-DA00-A6A3-8CC6-95F1003445D4}"/>
          </ac:spMkLst>
        </pc:spChg>
        <pc:spChg chg="mod topLvl">
          <ac:chgData name="Mengmeng Ge" userId="bb5bc401-97cb-4caf-9857-8ff441375414" providerId="ADAL" clId="{F4E17159-3448-4B7E-BF7A-EA1181A7C83E}" dt="2024-08-05T23:45:03.419" v="215" actId="1037"/>
          <ac:spMkLst>
            <pc:docMk/>
            <pc:sldMk cId="2116317456" sldId="666"/>
            <ac:spMk id="46" creationId="{554B70AE-783A-0705-E4D9-2DE11EE94C54}"/>
          </ac:spMkLst>
        </pc:spChg>
        <pc:spChg chg="mod topLvl">
          <ac:chgData name="Mengmeng Ge" userId="bb5bc401-97cb-4caf-9857-8ff441375414" providerId="ADAL" clId="{F4E17159-3448-4B7E-BF7A-EA1181A7C83E}" dt="2024-08-05T23:45:03.419" v="215" actId="1037"/>
          <ac:spMkLst>
            <pc:docMk/>
            <pc:sldMk cId="2116317456" sldId="666"/>
            <ac:spMk id="47" creationId="{C8C5B50A-0BB4-CB36-E2EF-52AE2D0CB6E2}"/>
          </ac:spMkLst>
        </pc:spChg>
        <pc:spChg chg="mod topLvl">
          <ac:chgData name="Mengmeng Ge" userId="bb5bc401-97cb-4caf-9857-8ff441375414" providerId="ADAL" clId="{F4E17159-3448-4B7E-BF7A-EA1181A7C83E}" dt="2024-08-05T23:45:03.419" v="215" actId="1037"/>
          <ac:spMkLst>
            <pc:docMk/>
            <pc:sldMk cId="2116317456" sldId="666"/>
            <ac:spMk id="48" creationId="{04ED6801-F36B-6981-2099-D0EF8B1551F6}"/>
          </ac:spMkLst>
        </pc:spChg>
        <pc:spChg chg="mod topLvl">
          <ac:chgData name="Mengmeng Ge" userId="bb5bc401-97cb-4caf-9857-8ff441375414" providerId="ADAL" clId="{F4E17159-3448-4B7E-BF7A-EA1181A7C83E}" dt="2024-08-05T23:45:03.419" v="215" actId="1037"/>
          <ac:spMkLst>
            <pc:docMk/>
            <pc:sldMk cId="2116317456" sldId="666"/>
            <ac:spMk id="49" creationId="{9B53AB69-2EF9-BBA1-A805-262DC312DDCB}"/>
          </ac:spMkLst>
        </pc:spChg>
        <pc:spChg chg="mod topLvl">
          <ac:chgData name="Mengmeng Ge" userId="bb5bc401-97cb-4caf-9857-8ff441375414" providerId="ADAL" clId="{F4E17159-3448-4B7E-BF7A-EA1181A7C83E}" dt="2024-08-05T23:45:03.419" v="215" actId="1037"/>
          <ac:spMkLst>
            <pc:docMk/>
            <pc:sldMk cId="2116317456" sldId="666"/>
            <ac:spMk id="50" creationId="{156F9DC7-936E-2EED-B0EE-546C3465E291}"/>
          </ac:spMkLst>
        </pc:spChg>
        <pc:spChg chg="mod topLvl">
          <ac:chgData name="Mengmeng Ge" userId="bb5bc401-97cb-4caf-9857-8ff441375414" providerId="ADAL" clId="{F4E17159-3448-4B7E-BF7A-EA1181A7C83E}" dt="2024-08-05T23:45:03.419" v="215" actId="1037"/>
          <ac:spMkLst>
            <pc:docMk/>
            <pc:sldMk cId="2116317456" sldId="666"/>
            <ac:spMk id="51" creationId="{BDE6233F-BCDF-26BD-DB79-76976A52584B}"/>
          </ac:spMkLst>
        </pc:spChg>
        <pc:spChg chg="mod topLvl">
          <ac:chgData name="Mengmeng Ge" userId="bb5bc401-97cb-4caf-9857-8ff441375414" providerId="ADAL" clId="{F4E17159-3448-4B7E-BF7A-EA1181A7C83E}" dt="2024-08-05T23:45:03.419" v="215" actId="1037"/>
          <ac:spMkLst>
            <pc:docMk/>
            <pc:sldMk cId="2116317456" sldId="666"/>
            <ac:spMk id="52" creationId="{D242DCCA-F525-D553-48A5-6BE457169DFE}"/>
          </ac:spMkLst>
        </pc:spChg>
        <pc:spChg chg="mod topLvl">
          <ac:chgData name="Mengmeng Ge" userId="bb5bc401-97cb-4caf-9857-8ff441375414" providerId="ADAL" clId="{F4E17159-3448-4B7E-BF7A-EA1181A7C83E}" dt="2024-08-05T23:45:03.419" v="215" actId="1037"/>
          <ac:spMkLst>
            <pc:docMk/>
            <pc:sldMk cId="2116317456" sldId="666"/>
            <ac:spMk id="53" creationId="{C5887BB6-925F-8C31-E369-044DFB09EA9A}"/>
          </ac:spMkLst>
        </pc:spChg>
        <pc:spChg chg="mod topLvl">
          <ac:chgData name="Mengmeng Ge" userId="bb5bc401-97cb-4caf-9857-8ff441375414" providerId="ADAL" clId="{F4E17159-3448-4B7E-BF7A-EA1181A7C83E}" dt="2024-08-05T23:45:03.419" v="215" actId="1037"/>
          <ac:spMkLst>
            <pc:docMk/>
            <pc:sldMk cId="2116317456" sldId="666"/>
            <ac:spMk id="54" creationId="{5D0407F4-667E-EFF5-CB36-6992373EA4CD}"/>
          </ac:spMkLst>
        </pc:spChg>
        <pc:spChg chg="mod topLvl">
          <ac:chgData name="Mengmeng Ge" userId="bb5bc401-97cb-4caf-9857-8ff441375414" providerId="ADAL" clId="{F4E17159-3448-4B7E-BF7A-EA1181A7C83E}" dt="2024-08-05T23:45:03.419" v="215" actId="1037"/>
          <ac:spMkLst>
            <pc:docMk/>
            <pc:sldMk cId="2116317456" sldId="666"/>
            <ac:spMk id="55" creationId="{009FFFA6-EFAA-AF28-4268-25D9C865AA99}"/>
          </ac:spMkLst>
        </pc:spChg>
        <pc:spChg chg="mod topLvl">
          <ac:chgData name="Mengmeng Ge" userId="bb5bc401-97cb-4caf-9857-8ff441375414" providerId="ADAL" clId="{F4E17159-3448-4B7E-BF7A-EA1181A7C83E}" dt="2024-08-05T23:45:03.419" v="215" actId="1037"/>
          <ac:spMkLst>
            <pc:docMk/>
            <pc:sldMk cId="2116317456" sldId="666"/>
            <ac:spMk id="56" creationId="{AC422091-8749-C5FF-252B-D44CB05643F8}"/>
          </ac:spMkLst>
        </pc:spChg>
        <pc:spChg chg="mod topLvl">
          <ac:chgData name="Mengmeng Ge" userId="bb5bc401-97cb-4caf-9857-8ff441375414" providerId="ADAL" clId="{F4E17159-3448-4B7E-BF7A-EA1181A7C83E}" dt="2024-08-05T23:45:03.419" v="215" actId="1037"/>
          <ac:spMkLst>
            <pc:docMk/>
            <pc:sldMk cId="2116317456" sldId="666"/>
            <ac:spMk id="57" creationId="{C05D4916-9C3D-3C06-44AC-D11F7540483B}"/>
          </ac:spMkLst>
        </pc:spChg>
        <pc:spChg chg="mod topLvl">
          <ac:chgData name="Mengmeng Ge" userId="bb5bc401-97cb-4caf-9857-8ff441375414" providerId="ADAL" clId="{F4E17159-3448-4B7E-BF7A-EA1181A7C83E}" dt="2024-08-05T23:45:03.419" v="215" actId="1037"/>
          <ac:spMkLst>
            <pc:docMk/>
            <pc:sldMk cId="2116317456" sldId="666"/>
            <ac:spMk id="58" creationId="{23B99F93-E318-47D5-24C5-8CD6EBB21C84}"/>
          </ac:spMkLst>
        </pc:spChg>
        <pc:spChg chg="mod topLvl">
          <ac:chgData name="Mengmeng Ge" userId="bb5bc401-97cb-4caf-9857-8ff441375414" providerId="ADAL" clId="{F4E17159-3448-4B7E-BF7A-EA1181A7C83E}" dt="2024-08-05T23:45:03.419" v="215" actId="1037"/>
          <ac:spMkLst>
            <pc:docMk/>
            <pc:sldMk cId="2116317456" sldId="666"/>
            <ac:spMk id="59" creationId="{0A1E3AE8-C0C0-D447-DACA-84FDB0826875}"/>
          </ac:spMkLst>
        </pc:spChg>
        <pc:spChg chg="mod topLvl">
          <ac:chgData name="Mengmeng Ge" userId="bb5bc401-97cb-4caf-9857-8ff441375414" providerId="ADAL" clId="{F4E17159-3448-4B7E-BF7A-EA1181A7C83E}" dt="2024-08-05T23:45:03.419" v="215" actId="1037"/>
          <ac:spMkLst>
            <pc:docMk/>
            <pc:sldMk cId="2116317456" sldId="666"/>
            <ac:spMk id="60" creationId="{F4948436-6CD8-51AB-4E8F-EE98CCAE2F42}"/>
          </ac:spMkLst>
        </pc:spChg>
        <pc:spChg chg="mod topLvl">
          <ac:chgData name="Mengmeng Ge" userId="bb5bc401-97cb-4caf-9857-8ff441375414" providerId="ADAL" clId="{F4E17159-3448-4B7E-BF7A-EA1181A7C83E}" dt="2024-08-05T23:45:03.419" v="215" actId="1037"/>
          <ac:spMkLst>
            <pc:docMk/>
            <pc:sldMk cId="2116317456" sldId="666"/>
            <ac:spMk id="61" creationId="{8B3D4FD1-1E4F-B0BE-2907-1B494E4BDDE4}"/>
          </ac:spMkLst>
        </pc:spChg>
        <pc:spChg chg="mod topLvl">
          <ac:chgData name="Mengmeng Ge" userId="bb5bc401-97cb-4caf-9857-8ff441375414" providerId="ADAL" clId="{F4E17159-3448-4B7E-BF7A-EA1181A7C83E}" dt="2024-08-05T23:45:03.419" v="215" actId="1037"/>
          <ac:spMkLst>
            <pc:docMk/>
            <pc:sldMk cId="2116317456" sldId="666"/>
            <ac:spMk id="65" creationId="{7B427E35-0D54-FF3A-0562-B21855BFB6C9}"/>
          </ac:spMkLst>
        </pc:spChg>
        <pc:spChg chg="mod topLvl">
          <ac:chgData name="Mengmeng Ge" userId="bb5bc401-97cb-4caf-9857-8ff441375414" providerId="ADAL" clId="{F4E17159-3448-4B7E-BF7A-EA1181A7C83E}" dt="2024-08-05T23:45:03.419" v="215" actId="1037"/>
          <ac:spMkLst>
            <pc:docMk/>
            <pc:sldMk cId="2116317456" sldId="666"/>
            <ac:spMk id="66" creationId="{473567CB-D644-D909-DACC-557D78C8FFBB}"/>
          </ac:spMkLst>
        </pc:spChg>
        <pc:spChg chg="mod topLvl">
          <ac:chgData name="Mengmeng Ge" userId="bb5bc401-97cb-4caf-9857-8ff441375414" providerId="ADAL" clId="{F4E17159-3448-4B7E-BF7A-EA1181A7C83E}" dt="2024-08-05T23:45:03.419" v="215" actId="1037"/>
          <ac:spMkLst>
            <pc:docMk/>
            <pc:sldMk cId="2116317456" sldId="666"/>
            <ac:spMk id="69" creationId="{C189E477-33C5-96B7-F7B6-04FE085439D3}"/>
          </ac:spMkLst>
        </pc:spChg>
        <pc:spChg chg="mod topLvl">
          <ac:chgData name="Mengmeng Ge" userId="bb5bc401-97cb-4caf-9857-8ff441375414" providerId="ADAL" clId="{F4E17159-3448-4B7E-BF7A-EA1181A7C83E}" dt="2024-08-05T23:45:03.419" v="215" actId="1037"/>
          <ac:spMkLst>
            <pc:docMk/>
            <pc:sldMk cId="2116317456" sldId="666"/>
            <ac:spMk id="70" creationId="{15894515-72A8-1FF3-A83D-3E0EF2157044}"/>
          </ac:spMkLst>
        </pc:spChg>
        <pc:spChg chg="mod topLvl">
          <ac:chgData name="Mengmeng Ge" userId="bb5bc401-97cb-4caf-9857-8ff441375414" providerId="ADAL" clId="{F4E17159-3448-4B7E-BF7A-EA1181A7C83E}" dt="2024-08-05T23:45:03.419" v="215" actId="1037"/>
          <ac:spMkLst>
            <pc:docMk/>
            <pc:sldMk cId="2116317456" sldId="666"/>
            <ac:spMk id="71" creationId="{D5085096-6664-1784-3D51-941DF5870898}"/>
          </ac:spMkLst>
        </pc:spChg>
        <pc:spChg chg="mod topLvl">
          <ac:chgData name="Mengmeng Ge" userId="bb5bc401-97cb-4caf-9857-8ff441375414" providerId="ADAL" clId="{F4E17159-3448-4B7E-BF7A-EA1181A7C83E}" dt="2024-08-05T23:45:03.419" v="215" actId="1037"/>
          <ac:spMkLst>
            <pc:docMk/>
            <pc:sldMk cId="2116317456" sldId="666"/>
            <ac:spMk id="73" creationId="{34633B10-B6CF-B47D-6BFC-AD834B11D081}"/>
          </ac:spMkLst>
        </pc:spChg>
        <pc:spChg chg="mod topLvl">
          <ac:chgData name="Mengmeng Ge" userId="bb5bc401-97cb-4caf-9857-8ff441375414" providerId="ADAL" clId="{F4E17159-3448-4B7E-BF7A-EA1181A7C83E}" dt="2024-08-05T23:45:03.419" v="215" actId="1037"/>
          <ac:spMkLst>
            <pc:docMk/>
            <pc:sldMk cId="2116317456" sldId="666"/>
            <ac:spMk id="74" creationId="{5C3D7A65-487F-4B27-4877-EB80A5DC5AA0}"/>
          </ac:spMkLst>
        </pc:spChg>
        <pc:spChg chg="mod topLvl">
          <ac:chgData name="Mengmeng Ge" userId="bb5bc401-97cb-4caf-9857-8ff441375414" providerId="ADAL" clId="{F4E17159-3448-4B7E-BF7A-EA1181A7C83E}" dt="2024-08-05T23:45:03.419" v="215" actId="1037"/>
          <ac:spMkLst>
            <pc:docMk/>
            <pc:sldMk cId="2116317456" sldId="666"/>
            <ac:spMk id="75" creationId="{5A8CC83A-4CAA-1C60-A86D-EBDDDF64EC5B}"/>
          </ac:spMkLst>
        </pc:spChg>
        <pc:spChg chg="mod topLvl">
          <ac:chgData name="Mengmeng Ge" userId="bb5bc401-97cb-4caf-9857-8ff441375414" providerId="ADAL" clId="{F4E17159-3448-4B7E-BF7A-EA1181A7C83E}" dt="2024-08-05T23:45:03.419" v="215" actId="1037"/>
          <ac:spMkLst>
            <pc:docMk/>
            <pc:sldMk cId="2116317456" sldId="666"/>
            <ac:spMk id="76" creationId="{003A2BCD-4F91-16EB-7A01-051562193D6D}"/>
          </ac:spMkLst>
        </pc:spChg>
        <pc:spChg chg="mod topLvl">
          <ac:chgData name="Mengmeng Ge" userId="bb5bc401-97cb-4caf-9857-8ff441375414" providerId="ADAL" clId="{F4E17159-3448-4B7E-BF7A-EA1181A7C83E}" dt="2024-08-05T23:45:03.419" v="215" actId="1037"/>
          <ac:spMkLst>
            <pc:docMk/>
            <pc:sldMk cId="2116317456" sldId="666"/>
            <ac:spMk id="77" creationId="{F72031BF-F0C0-3ED6-CC4E-D3E493FF546A}"/>
          </ac:spMkLst>
        </pc:spChg>
        <pc:spChg chg="mod topLvl">
          <ac:chgData name="Mengmeng Ge" userId="bb5bc401-97cb-4caf-9857-8ff441375414" providerId="ADAL" clId="{F4E17159-3448-4B7E-BF7A-EA1181A7C83E}" dt="2024-08-05T23:45:03.419" v="215" actId="1037"/>
          <ac:spMkLst>
            <pc:docMk/>
            <pc:sldMk cId="2116317456" sldId="666"/>
            <ac:spMk id="78" creationId="{274ACAD2-72B8-0228-508E-788DFF24C2F8}"/>
          </ac:spMkLst>
        </pc:spChg>
        <pc:spChg chg="mod topLvl">
          <ac:chgData name="Mengmeng Ge" userId="bb5bc401-97cb-4caf-9857-8ff441375414" providerId="ADAL" clId="{F4E17159-3448-4B7E-BF7A-EA1181A7C83E}" dt="2024-08-05T23:45:03.419" v="215" actId="1037"/>
          <ac:spMkLst>
            <pc:docMk/>
            <pc:sldMk cId="2116317456" sldId="666"/>
            <ac:spMk id="79" creationId="{849A806E-E37B-7E01-B3DB-350BB58394AE}"/>
          </ac:spMkLst>
        </pc:spChg>
        <pc:spChg chg="mod topLvl">
          <ac:chgData name="Mengmeng Ge" userId="bb5bc401-97cb-4caf-9857-8ff441375414" providerId="ADAL" clId="{F4E17159-3448-4B7E-BF7A-EA1181A7C83E}" dt="2024-08-05T23:45:03.419" v="215" actId="1037"/>
          <ac:spMkLst>
            <pc:docMk/>
            <pc:sldMk cId="2116317456" sldId="666"/>
            <ac:spMk id="80" creationId="{7D9D0EE1-14C2-71E6-8FA7-23C349E1480F}"/>
          </ac:spMkLst>
        </pc:spChg>
        <pc:spChg chg="mod topLvl">
          <ac:chgData name="Mengmeng Ge" userId="bb5bc401-97cb-4caf-9857-8ff441375414" providerId="ADAL" clId="{F4E17159-3448-4B7E-BF7A-EA1181A7C83E}" dt="2024-08-05T23:45:03.419" v="215" actId="1037"/>
          <ac:spMkLst>
            <pc:docMk/>
            <pc:sldMk cId="2116317456" sldId="666"/>
            <ac:spMk id="81" creationId="{4ABFFA91-ACC2-6560-996D-113411BD4A5F}"/>
          </ac:spMkLst>
        </pc:spChg>
        <pc:spChg chg="mod topLvl">
          <ac:chgData name="Mengmeng Ge" userId="bb5bc401-97cb-4caf-9857-8ff441375414" providerId="ADAL" clId="{F4E17159-3448-4B7E-BF7A-EA1181A7C83E}" dt="2024-08-05T23:45:03.419" v="215" actId="1037"/>
          <ac:spMkLst>
            <pc:docMk/>
            <pc:sldMk cId="2116317456" sldId="666"/>
            <ac:spMk id="82" creationId="{6D75D317-7ADD-D193-0A1E-C06F2FDBA446}"/>
          </ac:spMkLst>
        </pc:spChg>
        <pc:spChg chg="mod topLvl">
          <ac:chgData name="Mengmeng Ge" userId="bb5bc401-97cb-4caf-9857-8ff441375414" providerId="ADAL" clId="{F4E17159-3448-4B7E-BF7A-EA1181A7C83E}" dt="2024-08-05T23:45:03.419" v="215" actId="1037"/>
          <ac:spMkLst>
            <pc:docMk/>
            <pc:sldMk cId="2116317456" sldId="666"/>
            <ac:spMk id="83" creationId="{3155D570-BC92-12E1-121E-9353B1C5F048}"/>
          </ac:spMkLst>
        </pc:spChg>
        <pc:spChg chg="mod topLvl">
          <ac:chgData name="Mengmeng Ge" userId="bb5bc401-97cb-4caf-9857-8ff441375414" providerId="ADAL" clId="{F4E17159-3448-4B7E-BF7A-EA1181A7C83E}" dt="2024-08-05T23:45:03.419" v="215" actId="1037"/>
          <ac:spMkLst>
            <pc:docMk/>
            <pc:sldMk cId="2116317456" sldId="666"/>
            <ac:spMk id="84" creationId="{38C4B72E-85CA-D6B3-C341-5C9116085FF7}"/>
          </ac:spMkLst>
        </pc:spChg>
        <pc:spChg chg="mod topLvl">
          <ac:chgData name="Mengmeng Ge" userId="bb5bc401-97cb-4caf-9857-8ff441375414" providerId="ADAL" clId="{F4E17159-3448-4B7E-BF7A-EA1181A7C83E}" dt="2024-08-05T23:45:03.419" v="215" actId="1037"/>
          <ac:spMkLst>
            <pc:docMk/>
            <pc:sldMk cId="2116317456" sldId="666"/>
            <ac:spMk id="85" creationId="{D23D3DCE-652F-C18A-F4F3-09591C9987C5}"/>
          </ac:spMkLst>
        </pc:spChg>
        <pc:spChg chg="mod topLvl">
          <ac:chgData name="Mengmeng Ge" userId="bb5bc401-97cb-4caf-9857-8ff441375414" providerId="ADAL" clId="{F4E17159-3448-4B7E-BF7A-EA1181A7C83E}" dt="2024-08-05T23:45:03.419" v="215" actId="1037"/>
          <ac:spMkLst>
            <pc:docMk/>
            <pc:sldMk cId="2116317456" sldId="666"/>
            <ac:spMk id="86" creationId="{57A0047E-0AB7-4930-AFFA-A2CB2475209D}"/>
          </ac:spMkLst>
        </pc:spChg>
        <pc:spChg chg="mod topLvl">
          <ac:chgData name="Mengmeng Ge" userId="bb5bc401-97cb-4caf-9857-8ff441375414" providerId="ADAL" clId="{F4E17159-3448-4B7E-BF7A-EA1181A7C83E}" dt="2024-08-05T23:45:03.419" v="215" actId="1037"/>
          <ac:spMkLst>
            <pc:docMk/>
            <pc:sldMk cId="2116317456" sldId="666"/>
            <ac:spMk id="87" creationId="{572641E6-DDEB-BD94-D512-8CD77D3710B5}"/>
          </ac:spMkLst>
        </pc:spChg>
        <pc:spChg chg="mod">
          <ac:chgData name="Mengmeng Ge" userId="bb5bc401-97cb-4caf-9857-8ff441375414" providerId="ADAL" clId="{F4E17159-3448-4B7E-BF7A-EA1181A7C83E}" dt="2024-08-05T23:45:03.419" v="215" actId="1037"/>
          <ac:spMkLst>
            <pc:docMk/>
            <pc:sldMk cId="2116317456" sldId="666"/>
            <ac:spMk id="88" creationId="{C6CB6AA4-7516-0A62-041E-07E06BD46AD4}"/>
          </ac:spMkLst>
        </pc:spChg>
        <pc:spChg chg="mod">
          <ac:chgData name="Mengmeng Ge" userId="bb5bc401-97cb-4caf-9857-8ff441375414" providerId="ADAL" clId="{F4E17159-3448-4B7E-BF7A-EA1181A7C83E}" dt="2024-08-05T23:45:03.419" v="215" actId="1037"/>
          <ac:spMkLst>
            <pc:docMk/>
            <pc:sldMk cId="2116317456" sldId="666"/>
            <ac:spMk id="89" creationId="{ABAC4782-10C9-B621-B502-F22A33D7A8DB}"/>
          </ac:spMkLst>
        </pc:spChg>
        <pc:spChg chg="mod">
          <ac:chgData name="Mengmeng Ge" userId="bb5bc401-97cb-4caf-9857-8ff441375414" providerId="ADAL" clId="{F4E17159-3448-4B7E-BF7A-EA1181A7C83E}" dt="2024-08-05T23:45:03.419" v="215" actId="1037"/>
          <ac:spMkLst>
            <pc:docMk/>
            <pc:sldMk cId="2116317456" sldId="666"/>
            <ac:spMk id="90" creationId="{375736C4-1BDE-D124-F647-ED20D9AF8F77}"/>
          </ac:spMkLst>
        </pc:spChg>
        <pc:spChg chg="mod">
          <ac:chgData name="Mengmeng Ge" userId="bb5bc401-97cb-4caf-9857-8ff441375414" providerId="ADAL" clId="{F4E17159-3448-4B7E-BF7A-EA1181A7C83E}" dt="2024-08-05T23:45:03.419" v="215" actId="1037"/>
          <ac:spMkLst>
            <pc:docMk/>
            <pc:sldMk cId="2116317456" sldId="666"/>
            <ac:spMk id="91" creationId="{C44737FE-7187-CFAE-F31B-614E1EAE4136}"/>
          </ac:spMkLst>
        </pc:spChg>
        <pc:spChg chg="mod">
          <ac:chgData name="Mengmeng Ge" userId="bb5bc401-97cb-4caf-9857-8ff441375414" providerId="ADAL" clId="{F4E17159-3448-4B7E-BF7A-EA1181A7C83E}" dt="2024-08-05T23:45:03.419" v="215" actId="1037"/>
          <ac:spMkLst>
            <pc:docMk/>
            <pc:sldMk cId="2116317456" sldId="666"/>
            <ac:spMk id="92" creationId="{DCC578B1-CFF0-1B5A-A594-CF3AB828EDE0}"/>
          </ac:spMkLst>
        </pc:spChg>
        <pc:spChg chg="mod">
          <ac:chgData name="Mengmeng Ge" userId="bb5bc401-97cb-4caf-9857-8ff441375414" providerId="ADAL" clId="{F4E17159-3448-4B7E-BF7A-EA1181A7C83E}" dt="2024-08-05T23:45:03.419" v="215" actId="1037"/>
          <ac:spMkLst>
            <pc:docMk/>
            <pc:sldMk cId="2116317456" sldId="666"/>
            <ac:spMk id="94" creationId="{CA03BD3B-F6BD-C82D-270E-4244F072509B}"/>
          </ac:spMkLst>
        </pc:spChg>
        <pc:spChg chg="mod">
          <ac:chgData name="Mengmeng Ge" userId="bb5bc401-97cb-4caf-9857-8ff441375414" providerId="ADAL" clId="{F4E17159-3448-4B7E-BF7A-EA1181A7C83E}" dt="2024-08-05T23:45:03.419" v="215" actId="1037"/>
          <ac:spMkLst>
            <pc:docMk/>
            <pc:sldMk cId="2116317456" sldId="666"/>
            <ac:spMk id="95" creationId="{CC3CD11F-2D5F-8CFC-1335-457AFC846373}"/>
          </ac:spMkLst>
        </pc:spChg>
        <pc:spChg chg="mod">
          <ac:chgData name="Mengmeng Ge" userId="bb5bc401-97cb-4caf-9857-8ff441375414" providerId="ADAL" clId="{F4E17159-3448-4B7E-BF7A-EA1181A7C83E}" dt="2024-08-05T23:45:03.419" v="215" actId="1037"/>
          <ac:spMkLst>
            <pc:docMk/>
            <pc:sldMk cId="2116317456" sldId="666"/>
            <ac:spMk id="96" creationId="{BC217F98-F12E-AF09-89FF-1CC2AAA84B10}"/>
          </ac:spMkLst>
        </pc:spChg>
        <pc:spChg chg="mod">
          <ac:chgData name="Mengmeng Ge" userId="bb5bc401-97cb-4caf-9857-8ff441375414" providerId="ADAL" clId="{F4E17159-3448-4B7E-BF7A-EA1181A7C83E}" dt="2024-08-05T23:45:03.419" v="215" actId="1037"/>
          <ac:spMkLst>
            <pc:docMk/>
            <pc:sldMk cId="2116317456" sldId="666"/>
            <ac:spMk id="97" creationId="{61574833-1BBC-9732-8E34-D4C4F3A43136}"/>
          </ac:spMkLst>
        </pc:spChg>
        <pc:spChg chg="mod">
          <ac:chgData name="Mengmeng Ge" userId="bb5bc401-97cb-4caf-9857-8ff441375414" providerId="ADAL" clId="{F4E17159-3448-4B7E-BF7A-EA1181A7C83E}" dt="2024-08-05T23:45:03.419" v="215" actId="1037"/>
          <ac:spMkLst>
            <pc:docMk/>
            <pc:sldMk cId="2116317456" sldId="666"/>
            <ac:spMk id="98" creationId="{C146CE8D-7851-0815-F942-A8948D210C02}"/>
          </ac:spMkLst>
        </pc:spChg>
        <pc:spChg chg="mod">
          <ac:chgData name="Mengmeng Ge" userId="bb5bc401-97cb-4caf-9857-8ff441375414" providerId="ADAL" clId="{F4E17159-3448-4B7E-BF7A-EA1181A7C83E}" dt="2024-08-05T23:45:03.419" v="215" actId="1037"/>
          <ac:spMkLst>
            <pc:docMk/>
            <pc:sldMk cId="2116317456" sldId="666"/>
            <ac:spMk id="99" creationId="{8EA69DF0-1E03-824C-97F6-4399C33CA212}"/>
          </ac:spMkLst>
        </pc:spChg>
        <pc:spChg chg="mod">
          <ac:chgData name="Mengmeng Ge" userId="bb5bc401-97cb-4caf-9857-8ff441375414" providerId="ADAL" clId="{F4E17159-3448-4B7E-BF7A-EA1181A7C83E}" dt="2024-08-05T23:45:03.419" v="215" actId="1037"/>
          <ac:spMkLst>
            <pc:docMk/>
            <pc:sldMk cId="2116317456" sldId="666"/>
            <ac:spMk id="100" creationId="{1F22EC0B-2302-41DB-FF2E-908D6D8038AA}"/>
          </ac:spMkLst>
        </pc:spChg>
        <pc:spChg chg="mod">
          <ac:chgData name="Mengmeng Ge" userId="bb5bc401-97cb-4caf-9857-8ff441375414" providerId="ADAL" clId="{F4E17159-3448-4B7E-BF7A-EA1181A7C83E}" dt="2024-08-05T23:45:03.419" v="215" actId="1037"/>
          <ac:spMkLst>
            <pc:docMk/>
            <pc:sldMk cId="2116317456" sldId="666"/>
            <ac:spMk id="101" creationId="{40542E6F-C498-2E64-1263-0528AD8E9CF2}"/>
          </ac:spMkLst>
        </pc:spChg>
        <pc:spChg chg="mod">
          <ac:chgData name="Mengmeng Ge" userId="bb5bc401-97cb-4caf-9857-8ff441375414" providerId="ADAL" clId="{F4E17159-3448-4B7E-BF7A-EA1181A7C83E}" dt="2024-08-05T23:45:03.419" v="215" actId="1037"/>
          <ac:spMkLst>
            <pc:docMk/>
            <pc:sldMk cId="2116317456" sldId="666"/>
            <ac:spMk id="102" creationId="{829C170C-7C93-5B47-03C4-2378E3B0C742}"/>
          </ac:spMkLst>
        </pc:spChg>
        <pc:spChg chg="mod">
          <ac:chgData name="Mengmeng Ge" userId="bb5bc401-97cb-4caf-9857-8ff441375414" providerId="ADAL" clId="{F4E17159-3448-4B7E-BF7A-EA1181A7C83E}" dt="2024-08-05T23:45:03.419" v="215" actId="1037"/>
          <ac:spMkLst>
            <pc:docMk/>
            <pc:sldMk cId="2116317456" sldId="666"/>
            <ac:spMk id="103" creationId="{BC696AA8-CE2F-7B86-D75B-FEDC15D44F57}"/>
          </ac:spMkLst>
        </pc:spChg>
        <pc:spChg chg="mod">
          <ac:chgData name="Mengmeng Ge" userId="bb5bc401-97cb-4caf-9857-8ff441375414" providerId="ADAL" clId="{F4E17159-3448-4B7E-BF7A-EA1181A7C83E}" dt="2024-08-05T23:45:03.419" v="215" actId="1037"/>
          <ac:spMkLst>
            <pc:docMk/>
            <pc:sldMk cId="2116317456" sldId="666"/>
            <ac:spMk id="104" creationId="{AF57A3B5-BC70-2D09-CF4C-73A8C9563532}"/>
          </ac:spMkLst>
        </pc:spChg>
        <pc:spChg chg="mod">
          <ac:chgData name="Mengmeng Ge" userId="bb5bc401-97cb-4caf-9857-8ff441375414" providerId="ADAL" clId="{F4E17159-3448-4B7E-BF7A-EA1181A7C83E}" dt="2024-08-05T23:45:03.419" v="215" actId="1037"/>
          <ac:spMkLst>
            <pc:docMk/>
            <pc:sldMk cId="2116317456" sldId="666"/>
            <ac:spMk id="106" creationId="{126D6EB8-F0A7-F1BE-456A-26B2D6924238}"/>
          </ac:spMkLst>
        </pc:spChg>
        <pc:spChg chg="mod">
          <ac:chgData name="Mengmeng Ge" userId="bb5bc401-97cb-4caf-9857-8ff441375414" providerId="ADAL" clId="{F4E17159-3448-4B7E-BF7A-EA1181A7C83E}" dt="2024-08-05T23:45:03.419" v="215" actId="1037"/>
          <ac:spMkLst>
            <pc:docMk/>
            <pc:sldMk cId="2116317456" sldId="666"/>
            <ac:spMk id="107" creationId="{755B0D41-E7CA-D09A-FA3A-E28F5D9B14F5}"/>
          </ac:spMkLst>
        </pc:spChg>
        <pc:spChg chg="mod">
          <ac:chgData name="Mengmeng Ge" userId="bb5bc401-97cb-4caf-9857-8ff441375414" providerId="ADAL" clId="{F4E17159-3448-4B7E-BF7A-EA1181A7C83E}" dt="2024-08-05T23:45:03.419" v="215" actId="1037"/>
          <ac:spMkLst>
            <pc:docMk/>
            <pc:sldMk cId="2116317456" sldId="666"/>
            <ac:spMk id="108" creationId="{087DC23A-46AD-BAD8-0816-49834F135D19}"/>
          </ac:spMkLst>
        </pc:spChg>
        <pc:spChg chg="mod">
          <ac:chgData name="Mengmeng Ge" userId="bb5bc401-97cb-4caf-9857-8ff441375414" providerId="ADAL" clId="{F4E17159-3448-4B7E-BF7A-EA1181A7C83E}" dt="2024-08-05T23:45:03.419" v="215" actId="1037"/>
          <ac:spMkLst>
            <pc:docMk/>
            <pc:sldMk cId="2116317456" sldId="666"/>
            <ac:spMk id="109" creationId="{052FD0C7-1026-7745-7B0B-738702F0A381}"/>
          </ac:spMkLst>
        </pc:spChg>
        <pc:spChg chg="mod">
          <ac:chgData name="Mengmeng Ge" userId="bb5bc401-97cb-4caf-9857-8ff441375414" providerId="ADAL" clId="{F4E17159-3448-4B7E-BF7A-EA1181A7C83E}" dt="2024-08-05T23:45:03.419" v="215" actId="1037"/>
          <ac:spMkLst>
            <pc:docMk/>
            <pc:sldMk cId="2116317456" sldId="666"/>
            <ac:spMk id="110" creationId="{BACFF8A1-6607-3F2F-80D9-4E65042C4DD3}"/>
          </ac:spMkLst>
        </pc:spChg>
        <pc:spChg chg="mod">
          <ac:chgData name="Mengmeng Ge" userId="bb5bc401-97cb-4caf-9857-8ff441375414" providerId="ADAL" clId="{F4E17159-3448-4B7E-BF7A-EA1181A7C83E}" dt="2024-08-05T23:45:03.419" v="215" actId="1037"/>
          <ac:spMkLst>
            <pc:docMk/>
            <pc:sldMk cId="2116317456" sldId="666"/>
            <ac:spMk id="111" creationId="{761A801C-A053-6499-6B07-392243EC6EE2}"/>
          </ac:spMkLst>
        </pc:spChg>
        <pc:spChg chg="mod">
          <ac:chgData name="Mengmeng Ge" userId="bb5bc401-97cb-4caf-9857-8ff441375414" providerId="ADAL" clId="{F4E17159-3448-4B7E-BF7A-EA1181A7C83E}" dt="2024-08-05T23:45:03.419" v="215" actId="1037"/>
          <ac:spMkLst>
            <pc:docMk/>
            <pc:sldMk cId="2116317456" sldId="666"/>
            <ac:spMk id="112" creationId="{30227F84-DC88-8AD2-FEEF-520CA0322913}"/>
          </ac:spMkLst>
        </pc:spChg>
        <pc:spChg chg="mod">
          <ac:chgData name="Mengmeng Ge" userId="bb5bc401-97cb-4caf-9857-8ff441375414" providerId="ADAL" clId="{F4E17159-3448-4B7E-BF7A-EA1181A7C83E}" dt="2024-08-05T23:45:03.419" v="215" actId="1037"/>
          <ac:spMkLst>
            <pc:docMk/>
            <pc:sldMk cId="2116317456" sldId="666"/>
            <ac:spMk id="113" creationId="{DB331D87-5854-38FD-B5E8-0C061648236B}"/>
          </ac:spMkLst>
        </pc:spChg>
        <pc:spChg chg="mod">
          <ac:chgData name="Mengmeng Ge" userId="bb5bc401-97cb-4caf-9857-8ff441375414" providerId="ADAL" clId="{F4E17159-3448-4B7E-BF7A-EA1181A7C83E}" dt="2024-08-05T23:45:03.419" v="215" actId="1037"/>
          <ac:spMkLst>
            <pc:docMk/>
            <pc:sldMk cId="2116317456" sldId="666"/>
            <ac:spMk id="114" creationId="{24EC830E-CCF9-5EB3-91BE-90BDAF7879CB}"/>
          </ac:spMkLst>
        </pc:spChg>
        <pc:spChg chg="mod">
          <ac:chgData name="Mengmeng Ge" userId="bb5bc401-97cb-4caf-9857-8ff441375414" providerId="ADAL" clId="{F4E17159-3448-4B7E-BF7A-EA1181A7C83E}" dt="2024-08-05T23:45:03.419" v="215" actId="1037"/>
          <ac:spMkLst>
            <pc:docMk/>
            <pc:sldMk cId="2116317456" sldId="666"/>
            <ac:spMk id="115" creationId="{3646BEC9-3A08-99F8-2F3D-40F0F716480F}"/>
          </ac:spMkLst>
        </pc:spChg>
        <pc:spChg chg="mod">
          <ac:chgData name="Mengmeng Ge" userId="bb5bc401-97cb-4caf-9857-8ff441375414" providerId="ADAL" clId="{F4E17159-3448-4B7E-BF7A-EA1181A7C83E}" dt="2024-08-05T23:45:03.419" v="215" actId="1037"/>
          <ac:spMkLst>
            <pc:docMk/>
            <pc:sldMk cId="2116317456" sldId="666"/>
            <ac:spMk id="116" creationId="{73A18C9E-991C-4604-B58F-6BDC3A166190}"/>
          </ac:spMkLst>
        </pc:spChg>
        <pc:spChg chg="mod">
          <ac:chgData name="Mengmeng Ge" userId="bb5bc401-97cb-4caf-9857-8ff441375414" providerId="ADAL" clId="{F4E17159-3448-4B7E-BF7A-EA1181A7C83E}" dt="2024-08-05T23:45:03.419" v="215" actId="1037"/>
          <ac:spMkLst>
            <pc:docMk/>
            <pc:sldMk cId="2116317456" sldId="666"/>
            <ac:spMk id="117" creationId="{A788CF3D-5A59-E28B-49BF-0DDBA4064CE7}"/>
          </ac:spMkLst>
        </pc:spChg>
        <pc:spChg chg="mod">
          <ac:chgData name="Mengmeng Ge" userId="bb5bc401-97cb-4caf-9857-8ff441375414" providerId="ADAL" clId="{F4E17159-3448-4B7E-BF7A-EA1181A7C83E}" dt="2024-08-05T23:45:03.419" v="215" actId="1037"/>
          <ac:spMkLst>
            <pc:docMk/>
            <pc:sldMk cId="2116317456" sldId="666"/>
            <ac:spMk id="118" creationId="{541400DC-B9AC-7180-F587-12BCEA3F5968}"/>
          </ac:spMkLst>
        </pc:spChg>
        <pc:spChg chg="mod">
          <ac:chgData name="Mengmeng Ge" userId="bb5bc401-97cb-4caf-9857-8ff441375414" providerId="ADAL" clId="{F4E17159-3448-4B7E-BF7A-EA1181A7C83E}" dt="2024-08-05T23:45:03.419" v="215" actId="1037"/>
          <ac:spMkLst>
            <pc:docMk/>
            <pc:sldMk cId="2116317456" sldId="666"/>
            <ac:spMk id="119" creationId="{FDA694B4-F47A-443C-3852-0EAA0EED1F1A}"/>
          </ac:spMkLst>
        </pc:spChg>
        <pc:spChg chg="mod">
          <ac:chgData name="Mengmeng Ge" userId="bb5bc401-97cb-4caf-9857-8ff441375414" providerId="ADAL" clId="{F4E17159-3448-4B7E-BF7A-EA1181A7C83E}" dt="2024-08-05T23:45:03.419" v="215" actId="1037"/>
          <ac:spMkLst>
            <pc:docMk/>
            <pc:sldMk cId="2116317456" sldId="666"/>
            <ac:spMk id="120" creationId="{A54D315D-727A-C1C0-4524-64F09808D94D}"/>
          </ac:spMkLst>
        </pc:spChg>
        <pc:spChg chg="mod">
          <ac:chgData name="Mengmeng Ge" userId="bb5bc401-97cb-4caf-9857-8ff441375414" providerId="ADAL" clId="{F4E17159-3448-4B7E-BF7A-EA1181A7C83E}" dt="2024-08-05T23:45:03.419" v="215" actId="1037"/>
          <ac:spMkLst>
            <pc:docMk/>
            <pc:sldMk cId="2116317456" sldId="666"/>
            <ac:spMk id="121" creationId="{6F9AC7A1-DF9A-2B90-2482-4D7B48A10894}"/>
          </ac:spMkLst>
        </pc:spChg>
        <pc:spChg chg="mod">
          <ac:chgData name="Mengmeng Ge" userId="bb5bc401-97cb-4caf-9857-8ff441375414" providerId="ADAL" clId="{F4E17159-3448-4B7E-BF7A-EA1181A7C83E}" dt="2024-08-05T23:45:03.419" v="215" actId="1037"/>
          <ac:spMkLst>
            <pc:docMk/>
            <pc:sldMk cId="2116317456" sldId="666"/>
            <ac:spMk id="122" creationId="{A9A53975-542B-47D1-CA33-08B50CBA9A3A}"/>
          </ac:spMkLst>
        </pc:spChg>
        <pc:spChg chg="mod">
          <ac:chgData name="Mengmeng Ge" userId="bb5bc401-97cb-4caf-9857-8ff441375414" providerId="ADAL" clId="{F4E17159-3448-4B7E-BF7A-EA1181A7C83E}" dt="2024-08-05T23:45:03.419" v="215" actId="1037"/>
          <ac:spMkLst>
            <pc:docMk/>
            <pc:sldMk cId="2116317456" sldId="666"/>
            <ac:spMk id="123" creationId="{1F2ED414-5547-DBE3-E896-1605A395B7B1}"/>
          </ac:spMkLst>
        </pc:spChg>
        <pc:spChg chg="mod">
          <ac:chgData name="Mengmeng Ge" userId="bb5bc401-97cb-4caf-9857-8ff441375414" providerId="ADAL" clId="{F4E17159-3448-4B7E-BF7A-EA1181A7C83E}" dt="2024-08-05T23:45:03.419" v="215" actId="1037"/>
          <ac:spMkLst>
            <pc:docMk/>
            <pc:sldMk cId="2116317456" sldId="666"/>
            <ac:spMk id="124" creationId="{5357264C-A95A-2209-9636-A1ADF5FA041D}"/>
          </ac:spMkLst>
        </pc:spChg>
        <pc:spChg chg="mod">
          <ac:chgData name="Mengmeng Ge" userId="bb5bc401-97cb-4caf-9857-8ff441375414" providerId="ADAL" clId="{F4E17159-3448-4B7E-BF7A-EA1181A7C83E}" dt="2024-08-05T23:45:03.419" v="215" actId="1037"/>
          <ac:spMkLst>
            <pc:docMk/>
            <pc:sldMk cId="2116317456" sldId="666"/>
            <ac:spMk id="125" creationId="{87C1B443-D84E-E56E-F495-94E4EBE15066}"/>
          </ac:spMkLst>
        </pc:spChg>
        <pc:grpChg chg="add del mod">
          <ac:chgData name="Mengmeng Ge" userId="bb5bc401-97cb-4caf-9857-8ff441375414" providerId="ADAL" clId="{F4E17159-3448-4B7E-BF7A-EA1181A7C83E}" dt="2024-08-05T23:42:33.904" v="179" actId="165"/>
          <ac:grpSpMkLst>
            <pc:docMk/>
            <pc:sldMk cId="2116317456" sldId="666"/>
            <ac:grpSpMk id="5" creationId="{3718A521-B859-F472-3AFC-0775DBC8A01E}"/>
          </ac:grpSpMkLst>
        </pc:grpChg>
        <pc:grpChg chg="mod topLvl">
          <ac:chgData name="Mengmeng Ge" userId="bb5bc401-97cb-4caf-9857-8ff441375414" providerId="ADAL" clId="{F4E17159-3448-4B7E-BF7A-EA1181A7C83E}" dt="2024-08-05T23:45:03.419" v="215" actId="1037"/>
          <ac:grpSpMkLst>
            <pc:docMk/>
            <pc:sldMk cId="2116317456" sldId="666"/>
            <ac:grpSpMk id="21" creationId="{E8D99591-5512-4D28-0C56-F37402EC24CF}"/>
          </ac:grpSpMkLst>
        </pc:grpChg>
        <pc:grpChg chg="mod topLvl">
          <ac:chgData name="Mengmeng Ge" userId="bb5bc401-97cb-4caf-9857-8ff441375414" providerId="ADAL" clId="{F4E17159-3448-4B7E-BF7A-EA1181A7C83E}" dt="2024-08-05T23:45:03.419" v="215" actId="1037"/>
          <ac:grpSpMkLst>
            <pc:docMk/>
            <pc:sldMk cId="2116317456" sldId="666"/>
            <ac:grpSpMk id="34" creationId="{1A8A40B6-EFD2-9597-26B8-2ABCBE9981FB}"/>
          </ac:grpSpMkLst>
        </pc:grpChg>
        <pc:grpChg chg="mod topLvl">
          <ac:chgData name="Mengmeng Ge" userId="bb5bc401-97cb-4caf-9857-8ff441375414" providerId="ADAL" clId="{F4E17159-3448-4B7E-BF7A-EA1181A7C83E}" dt="2024-08-05T23:45:03.419" v="215" actId="1037"/>
          <ac:grpSpMkLst>
            <pc:docMk/>
            <pc:sldMk cId="2116317456" sldId="666"/>
            <ac:grpSpMk id="62" creationId="{00883EA2-A571-D324-71F8-5080A317A5DB}"/>
          </ac:grpSpMkLst>
        </pc:grpChg>
        <pc:grpChg chg="mod topLvl">
          <ac:chgData name="Mengmeng Ge" userId="bb5bc401-97cb-4caf-9857-8ff441375414" providerId="ADAL" clId="{F4E17159-3448-4B7E-BF7A-EA1181A7C83E}" dt="2024-08-05T23:45:03.419" v="215" actId="1037"/>
          <ac:grpSpMkLst>
            <pc:docMk/>
            <pc:sldMk cId="2116317456" sldId="666"/>
            <ac:grpSpMk id="63" creationId="{82652EE0-4219-7A3B-61AB-BA8AB5D17368}"/>
          </ac:grpSpMkLst>
        </pc:grpChg>
        <pc:grpChg chg="mod topLvl">
          <ac:chgData name="Mengmeng Ge" userId="bb5bc401-97cb-4caf-9857-8ff441375414" providerId="ADAL" clId="{F4E17159-3448-4B7E-BF7A-EA1181A7C83E}" dt="2024-08-05T23:45:03.419" v="215" actId="1037"/>
          <ac:grpSpMkLst>
            <pc:docMk/>
            <pc:sldMk cId="2116317456" sldId="666"/>
            <ac:grpSpMk id="64" creationId="{B5AE1CA2-DB15-BA1E-491A-B3FB39B1B43D}"/>
          </ac:grpSpMkLst>
        </pc:grpChg>
        <pc:grpChg chg="mod topLvl">
          <ac:chgData name="Mengmeng Ge" userId="bb5bc401-97cb-4caf-9857-8ff441375414" providerId="ADAL" clId="{F4E17159-3448-4B7E-BF7A-EA1181A7C83E}" dt="2024-08-05T23:45:03.419" v="215" actId="1037"/>
          <ac:grpSpMkLst>
            <pc:docMk/>
            <pc:sldMk cId="2116317456" sldId="666"/>
            <ac:grpSpMk id="67" creationId="{CC0EE568-BD89-9018-C842-E4CAF9D49887}"/>
          </ac:grpSpMkLst>
        </pc:grpChg>
        <pc:grpChg chg="mod topLvl">
          <ac:chgData name="Mengmeng Ge" userId="bb5bc401-97cb-4caf-9857-8ff441375414" providerId="ADAL" clId="{F4E17159-3448-4B7E-BF7A-EA1181A7C83E}" dt="2024-08-05T23:45:03.419" v="215" actId="1037"/>
          <ac:grpSpMkLst>
            <pc:docMk/>
            <pc:sldMk cId="2116317456" sldId="666"/>
            <ac:grpSpMk id="68" creationId="{14DEC2CF-4056-843A-8C91-1E00ADC306B3}"/>
          </ac:grpSpMkLst>
        </pc:grpChg>
        <pc:grpChg chg="mod topLvl">
          <ac:chgData name="Mengmeng Ge" userId="bb5bc401-97cb-4caf-9857-8ff441375414" providerId="ADAL" clId="{F4E17159-3448-4B7E-BF7A-EA1181A7C83E}" dt="2024-08-05T23:45:03.419" v="215" actId="1037"/>
          <ac:grpSpMkLst>
            <pc:docMk/>
            <pc:sldMk cId="2116317456" sldId="666"/>
            <ac:grpSpMk id="72" creationId="{2B5024C9-3296-9253-74FB-4E2ADD5CB3D0}"/>
          </ac:grpSpMkLst>
        </pc:grpChg>
        <pc:grpChg chg="mod">
          <ac:chgData name="Mengmeng Ge" userId="bb5bc401-97cb-4caf-9857-8ff441375414" providerId="ADAL" clId="{F4E17159-3448-4B7E-BF7A-EA1181A7C83E}" dt="2024-08-05T23:45:03.419" v="215" actId="1037"/>
          <ac:grpSpMkLst>
            <pc:docMk/>
            <pc:sldMk cId="2116317456" sldId="666"/>
            <ac:grpSpMk id="93" creationId="{329495D5-1536-8F40-7E32-64B5D34FDF0F}"/>
          </ac:grpSpMkLst>
        </pc:grpChg>
        <pc:grpChg chg="mod">
          <ac:chgData name="Mengmeng Ge" userId="bb5bc401-97cb-4caf-9857-8ff441375414" providerId="ADAL" clId="{F4E17159-3448-4B7E-BF7A-EA1181A7C83E}" dt="2024-08-05T23:45:03.419" v="215" actId="1037"/>
          <ac:grpSpMkLst>
            <pc:docMk/>
            <pc:sldMk cId="2116317456" sldId="666"/>
            <ac:grpSpMk id="105" creationId="{81F1D422-FFF9-5398-2D17-D5B3D7A41BD0}"/>
          </ac:grpSpMkLst>
        </pc:grpChg>
        <pc:grpChg chg="add mod">
          <ac:chgData name="Mengmeng Ge" userId="bb5bc401-97cb-4caf-9857-8ff441375414" providerId="ADAL" clId="{F4E17159-3448-4B7E-BF7A-EA1181A7C83E}" dt="2024-08-05T23:45:03.419" v="215" actId="1037"/>
          <ac:grpSpMkLst>
            <pc:docMk/>
            <pc:sldMk cId="2116317456" sldId="666"/>
            <ac:grpSpMk id="126" creationId="{387F14C1-C986-D2DA-139B-A0D1CA68BAE9}"/>
          </ac:grpSpMkLst>
        </pc:grpChg>
        <pc:grpChg chg="add mod">
          <ac:chgData name="Mengmeng Ge" userId="bb5bc401-97cb-4caf-9857-8ff441375414" providerId="ADAL" clId="{F4E17159-3448-4B7E-BF7A-EA1181A7C83E}" dt="2024-08-05T23:45:03.419" v="215" actId="1037"/>
          <ac:grpSpMkLst>
            <pc:docMk/>
            <pc:sldMk cId="2116317456" sldId="666"/>
            <ac:grpSpMk id="127" creationId="{6AE415C7-36DE-0304-0785-362B0D18FC11}"/>
          </ac:grpSpMkLst>
        </pc:grpChg>
        <pc:grpChg chg="add mod">
          <ac:chgData name="Mengmeng Ge" userId="bb5bc401-97cb-4caf-9857-8ff441375414" providerId="ADAL" clId="{F4E17159-3448-4B7E-BF7A-EA1181A7C83E}" dt="2024-08-05T23:45:03.419" v="215" actId="1037"/>
          <ac:grpSpMkLst>
            <pc:docMk/>
            <pc:sldMk cId="2116317456" sldId="666"/>
            <ac:grpSpMk id="128" creationId="{599DE5B9-860D-58FA-B28C-C3CA29EE872F}"/>
          </ac:grpSpMkLst>
        </pc:grpChg>
      </pc:sldChg>
      <pc:sldChg chg="modSp add mod">
        <pc:chgData name="Mengmeng Ge" userId="bb5bc401-97cb-4caf-9857-8ff441375414" providerId="ADAL" clId="{F4E17159-3448-4B7E-BF7A-EA1181A7C83E}" dt="2024-08-06T00:16:38.931" v="615" actId="1076"/>
        <pc:sldMkLst>
          <pc:docMk/>
          <pc:sldMk cId="505910332" sldId="667"/>
        </pc:sldMkLst>
        <pc:spChg chg="mod">
          <ac:chgData name="Mengmeng Ge" userId="bb5bc401-97cb-4caf-9857-8ff441375414" providerId="ADAL" clId="{F4E17159-3448-4B7E-BF7A-EA1181A7C83E}" dt="2024-08-06T00:14:01.363" v="591" actId="1035"/>
          <ac:spMkLst>
            <pc:docMk/>
            <pc:sldMk cId="505910332" sldId="667"/>
            <ac:spMk id="3" creationId="{8EF69D64-0BA4-A033-B22A-E1C958ECE5A7}"/>
          </ac:spMkLst>
        </pc:spChg>
        <pc:spChg chg="mod">
          <ac:chgData name="Mengmeng Ge" userId="bb5bc401-97cb-4caf-9857-8ff441375414" providerId="ADAL" clId="{F4E17159-3448-4B7E-BF7A-EA1181A7C83E}" dt="2024-08-06T00:14:01.363" v="591" actId="1035"/>
          <ac:spMkLst>
            <pc:docMk/>
            <pc:sldMk cId="505910332" sldId="667"/>
            <ac:spMk id="4" creationId="{F4E0D35D-2BC2-5D63-5A2E-1EE7FA8F5982}"/>
          </ac:spMkLst>
        </pc:spChg>
        <pc:spChg chg="mod">
          <ac:chgData name="Mengmeng Ge" userId="bb5bc401-97cb-4caf-9857-8ff441375414" providerId="ADAL" clId="{F4E17159-3448-4B7E-BF7A-EA1181A7C83E}" dt="2024-08-06T00:14:01.363" v="591" actId="1035"/>
          <ac:spMkLst>
            <pc:docMk/>
            <pc:sldMk cId="505910332" sldId="667"/>
            <ac:spMk id="5" creationId="{7A06CD51-EE2D-33F0-2096-D61D9D0119D7}"/>
          </ac:spMkLst>
        </pc:spChg>
        <pc:spChg chg="mod">
          <ac:chgData name="Mengmeng Ge" userId="bb5bc401-97cb-4caf-9857-8ff441375414" providerId="ADAL" clId="{F4E17159-3448-4B7E-BF7A-EA1181A7C83E}" dt="2024-08-06T00:14:01.363" v="591" actId="1035"/>
          <ac:spMkLst>
            <pc:docMk/>
            <pc:sldMk cId="505910332" sldId="667"/>
            <ac:spMk id="6" creationId="{686C9FAC-59F9-5864-7B34-0EECA5A511C1}"/>
          </ac:spMkLst>
        </pc:spChg>
        <pc:spChg chg="mod">
          <ac:chgData name="Mengmeng Ge" userId="bb5bc401-97cb-4caf-9857-8ff441375414" providerId="ADAL" clId="{F4E17159-3448-4B7E-BF7A-EA1181A7C83E}" dt="2024-08-06T00:14:01.363" v="591" actId="1035"/>
          <ac:spMkLst>
            <pc:docMk/>
            <pc:sldMk cId="505910332" sldId="667"/>
            <ac:spMk id="7" creationId="{CE4EC259-71B5-7F7C-7C54-90579B60E8E8}"/>
          </ac:spMkLst>
        </pc:spChg>
        <pc:spChg chg="mod">
          <ac:chgData name="Mengmeng Ge" userId="bb5bc401-97cb-4caf-9857-8ff441375414" providerId="ADAL" clId="{F4E17159-3448-4B7E-BF7A-EA1181A7C83E}" dt="2024-08-06T00:14:01.363" v="591" actId="1035"/>
          <ac:spMkLst>
            <pc:docMk/>
            <pc:sldMk cId="505910332" sldId="667"/>
            <ac:spMk id="8" creationId="{A53C1D11-C1EE-C7FD-C677-97D049F1AC83}"/>
          </ac:spMkLst>
        </pc:spChg>
        <pc:spChg chg="mod">
          <ac:chgData name="Mengmeng Ge" userId="bb5bc401-97cb-4caf-9857-8ff441375414" providerId="ADAL" clId="{F4E17159-3448-4B7E-BF7A-EA1181A7C83E}" dt="2024-08-06T00:14:01.363" v="591" actId="1035"/>
          <ac:spMkLst>
            <pc:docMk/>
            <pc:sldMk cId="505910332" sldId="667"/>
            <ac:spMk id="9" creationId="{D95031F3-6590-0DD0-BD77-707FCA5061B1}"/>
          </ac:spMkLst>
        </pc:spChg>
        <pc:spChg chg="mod">
          <ac:chgData name="Mengmeng Ge" userId="bb5bc401-97cb-4caf-9857-8ff441375414" providerId="ADAL" clId="{F4E17159-3448-4B7E-BF7A-EA1181A7C83E}" dt="2024-08-06T00:14:01.363" v="591" actId="1035"/>
          <ac:spMkLst>
            <pc:docMk/>
            <pc:sldMk cId="505910332" sldId="667"/>
            <ac:spMk id="10" creationId="{40384CCC-6642-5C7A-9329-B87590813FC7}"/>
          </ac:spMkLst>
        </pc:spChg>
        <pc:spChg chg="mod">
          <ac:chgData name="Mengmeng Ge" userId="bb5bc401-97cb-4caf-9857-8ff441375414" providerId="ADAL" clId="{F4E17159-3448-4B7E-BF7A-EA1181A7C83E}" dt="2024-08-06T00:14:01.363" v="591" actId="1035"/>
          <ac:spMkLst>
            <pc:docMk/>
            <pc:sldMk cId="505910332" sldId="667"/>
            <ac:spMk id="11" creationId="{60CF747E-35AB-C930-3E8F-F72221A3AB1E}"/>
          </ac:spMkLst>
        </pc:spChg>
        <pc:spChg chg="mod">
          <ac:chgData name="Mengmeng Ge" userId="bb5bc401-97cb-4caf-9857-8ff441375414" providerId="ADAL" clId="{F4E17159-3448-4B7E-BF7A-EA1181A7C83E}" dt="2024-08-06T00:14:01.363" v="591" actId="1035"/>
          <ac:spMkLst>
            <pc:docMk/>
            <pc:sldMk cId="505910332" sldId="667"/>
            <ac:spMk id="12" creationId="{B79529EB-9A5E-D984-9F91-D025CAA8F9EC}"/>
          </ac:spMkLst>
        </pc:spChg>
        <pc:spChg chg="mod">
          <ac:chgData name="Mengmeng Ge" userId="bb5bc401-97cb-4caf-9857-8ff441375414" providerId="ADAL" clId="{F4E17159-3448-4B7E-BF7A-EA1181A7C83E}" dt="2024-08-06T00:14:01.363" v="591" actId="1035"/>
          <ac:spMkLst>
            <pc:docMk/>
            <pc:sldMk cId="505910332" sldId="667"/>
            <ac:spMk id="13" creationId="{502484BE-5A8C-3799-BD99-D59F8980AAA0}"/>
          </ac:spMkLst>
        </pc:spChg>
        <pc:spChg chg="mod">
          <ac:chgData name="Mengmeng Ge" userId="bb5bc401-97cb-4caf-9857-8ff441375414" providerId="ADAL" clId="{F4E17159-3448-4B7E-BF7A-EA1181A7C83E}" dt="2024-08-06T00:14:01.363" v="591" actId="1035"/>
          <ac:spMkLst>
            <pc:docMk/>
            <pc:sldMk cId="505910332" sldId="667"/>
            <ac:spMk id="14" creationId="{28D0658A-6731-C50B-7737-3E13748D4EA9}"/>
          </ac:spMkLst>
        </pc:spChg>
        <pc:spChg chg="mod">
          <ac:chgData name="Mengmeng Ge" userId="bb5bc401-97cb-4caf-9857-8ff441375414" providerId="ADAL" clId="{F4E17159-3448-4B7E-BF7A-EA1181A7C83E}" dt="2024-08-06T00:14:01.363" v="591" actId="1035"/>
          <ac:spMkLst>
            <pc:docMk/>
            <pc:sldMk cId="505910332" sldId="667"/>
            <ac:spMk id="15" creationId="{68C728C9-D6A9-8AAD-C6AB-C19AA6C97BA6}"/>
          </ac:spMkLst>
        </pc:spChg>
        <pc:spChg chg="mod">
          <ac:chgData name="Mengmeng Ge" userId="bb5bc401-97cb-4caf-9857-8ff441375414" providerId="ADAL" clId="{F4E17159-3448-4B7E-BF7A-EA1181A7C83E}" dt="2024-08-06T00:14:01.363" v="591" actId="1035"/>
          <ac:spMkLst>
            <pc:docMk/>
            <pc:sldMk cId="505910332" sldId="667"/>
            <ac:spMk id="16" creationId="{291EE381-51AA-F2BE-0B79-0EF544CF1A6B}"/>
          </ac:spMkLst>
        </pc:spChg>
        <pc:spChg chg="mod">
          <ac:chgData name="Mengmeng Ge" userId="bb5bc401-97cb-4caf-9857-8ff441375414" providerId="ADAL" clId="{F4E17159-3448-4B7E-BF7A-EA1181A7C83E}" dt="2024-08-06T00:14:01.363" v="591" actId="1035"/>
          <ac:spMkLst>
            <pc:docMk/>
            <pc:sldMk cId="505910332" sldId="667"/>
            <ac:spMk id="17" creationId="{EFDBAE81-9A48-E991-EE23-2B1AE9A5E7D1}"/>
          </ac:spMkLst>
        </pc:spChg>
        <pc:spChg chg="mod">
          <ac:chgData name="Mengmeng Ge" userId="bb5bc401-97cb-4caf-9857-8ff441375414" providerId="ADAL" clId="{F4E17159-3448-4B7E-BF7A-EA1181A7C83E}" dt="2024-08-06T00:14:01.363" v="591" actId="1035"/>
          <ac:spMkLst>
            <pc:docMk/>
            <pc:sldMk cId="505910332" sldId="667"/>
            <ac:spMk id="19" creationId="{9B56A0A9-2305-225E-3B45-05D1B1F3536A}"/>
          </ac:spMkLst>
        </pc:spChg>
        <pc:spChg chg="mod">
          <ac:chgData name="Mengmeng Ge" userId="bb5bc401-97cb-4caf-9857-8ff441375414" providerId="ADAL" clId="{F4E17159-3448-4B7E-BF7A-EA1181A7C83E}" dt="2024-08-06T00:14:01.363" v="591" actId="1035"/>
          <ac:spMkLst>
            <pc:docMk/>
            <pc:sldMk cId="505910332" sldId="667"/>
            <ac:spMk id="20" creationId="{84FE68E0-00F9-E5E9-3CE1-725D8F24E8AB}"/>
          </ac:spMkLst>
        </pc:spChg>
        <pc:spChg chg="mod">
          <ac:chgData name="Mengmeng Ge" userId="bb5bc401-97cb-4caf-9857-8ff441375414" providerId="ADAL" clId="{F4E17159-3448-4B7E-BF7A-EA1181A7C83E}" dt="2024-08-06T00:14:01.363" v="591" actId="1035"/>
          <ac:spMkLst>
            <pc:docMk/>
            <pc:sldMk cId="505910332" sldId="667"/>
            <ac:spMk id="21" creationId="{A4BAC363-BE92-593A-24AC-EF69ED1E5AB6}"/>
          </ac:spMkLst>
        </pc:spChg>
        <pc:spChg chg="mod">
          <ac:chgData name="Mengmeng Ge" userId="bb5bc401-97cb-4caf-9857-8ff441375414" providerId="ADAL" clId="{F4E17159-3448-4B7E-BF7A-EA1181A7C83E}" dt="2024-08-06T00:14:01.363" v="591" actId="1035"/>
          <ac:spMkLst>
            <pc:docMk/>
            <pc:sldMk cId="505910332" sldId="667"/>
            <ac:spMk id="22" creationId="{AAF53687-DA53-5AA1-17CC-4F49EE313E51}"/>
          </ac:spMkLst>
        </pc:spChg>
        <pc:spChg chg="mod">
          <ac:chgData name="Mengmeng Ge" userId="bb5bc401-97cb-4caf-9857-8ff441375414" providerId="ADAL" clId="{F4E17159-3448-4B7E-BF7A-EA1181A7C83E}" dt="2024-08-06T00:14:01.363" v="591" actId="1035"/>
          <ac:spMkLst>
            <pc:docMk/>
            <pc:sldMk cId="505910332" sldId="667"/>
            <ac:spMk id="23" creationId="{B8E4E541-F86E-36D5-87DA-7D0E27E34A80}"/>
          </ac:spMkLst>
        </pc:spChg>
        <pc:spChg chg="mod">
          <ac:chgData name="Mengmeng Ge" userId="bb5bc401-97cb-4caf-9857-8ff441375414" providerId="ADAL" clId="{F4E17159-3448-4B7E-BF7A-EA1181A7C83E}" dt="2024-08-06T00:14:01.363" v="591" actId="1035"/>
          <ac:spMkLst>
            <pc:docMk/>
            <pc:sldMk cId="505910332" sldId="667"/>
            <ac:spMk id="24" creationId="{1F1243B2-3F28-6D87-54FC-1EBEE862C0FA}"/>
          </ac:spMkLst>
        </pc:spChg>
        <pc:spChg chg="mod">
          <ac:chgData name="Mengmeng Ge" userId="bb5bc401-97cb-4caf-9857-8ff441375414" providerId="ADAL" clId="{F4E17159-3448-4B7E-BF7A-EA1181A7C83E}" dt="2024-08-06T00:14:01.363" v="591" actId="1035"/>
          <ac:spMkLst>
            <pc:docMk/>
            <pc:sldMk cId="505910332" sldId="667"/>
            <ac:spMk id="25" creationId="{DEACC526-40BB-7F34-6F5B-965CF1FB62CA}"/>
          </ac:spMkLst>
        </pc:spChg>
        <pc:spChg chg="mod">
          <ac:chgData name="Mengmeng Ge" userId="bb5bc401-97cb-4caf-9857-8ff441375414" providerId="ADAL" clId="{F4E17159-3448-4B7E-BF7A-EA1181A7C83E}" dt="2024-08-06T00:14:01.363" v="591" actId="1035"/>
          <ac:spMkLst>
            <pc:docMk/>
            <pc:sldMk cId="505910332" sldId="667"/>
            <ac:spMk id="26" creationId="{02A197BC-8BF8-6F32-F17F-CCF7D1924391}"/>
          </ac:spMkLst>
        </pc:spChg>
        <pc:spChg chg="mod">
          <ac:chgData name="Mengmeng Ge" userId="bb5bc401-97cb-4caf-9857-8ff441375414" providerId="ADAL" clId="{F4E17159-3448-4B7E-BF7A-EA1181A7C83E}" dt="2024-08-06T00:14:01.363" v="591" actId="1035"/>
          <ac:spMkLst>
            <pc:docMk/>
            <pc:sldMk cId="505910332" sldId="667"/>
            <ac:spMk id="27" creationId="{543D7B8E-2651-6953-ED7F-A57C98A4CE04}"/>
          </ac:spMkLst>
        </pc:spChg>
        <pc:spChg chg="mod">
          <ac:chgData name="Mengmeng Ge" userId="bb5bc401-97cb-4caf-9857-8ff441375414" providerId="ADAL" clId="{F4E17159-3448-4B7E-BF7A-EA1181A7C83E}" dt="2024-08-06T00:14:01.363" v="591" actId="1035"/>
          <ac:spMkLst>
            <pc:docMk/>
            <pc:sldMk cId="505910332" sldId="667"/>
            <ac:spMk id="28" creationId="{64D03918-1D7D-235A-DF63-1B2C835C8F5A}"/>
          </ac:spMkLst>
        </pc:spChg>
        <pc:spChg chg="mod">
          <ac:chgData name="Mengmeng Ge" userId="bb5bc401-97cb-4caf-9857-8ff441375414" providerId="ADAL" clId="{F4E17159-3448-4B7E-BF7A-EA1181A7C83E}" dt="2024-08-06T00:14:01.363" v="591" actId="1035"/>
          <ac:spMkLst>
            <pc:docMk/>
            <pc:sldMk cId="505910332" sldId="667"/>
            <ac:spMk id="29" creationId="{9D176FCA-87EC-381F-4C24-CA4D5CEE828C}"/>
          </ac:spMkLst>
        </pc:spChg>
        <pc:spChg chg="mod">
          <ac:chgData name="Mengmeng Ge" userId="bb5bc401-97cb-4caf-9857-8ff441375414" providerId="ADAL" clId="{F4E17159-3448-4B7E-BF7A-EA1181A7C83E}" dt="2024-08-06T00:14:01.363" v="591" actId="1035"/>
          <ac:spMkLst>
            <pc:docMk/>
            <pc:sldMk cId="505910332" sldId="667"/>
            <ac:spMk id="30" creationId="{AE3945BC-617D-9AE7-4F88-27FFCC5AEDCD}"/>
          </ac:spMkLst>
        </pc:spChg>
        <pc:spChg chg="mod">
          <ac:chgData name="Mengmeng Ge" userId="bb5bc401-97cb-4caf-9857-8ff441375414" providerId="ADAL" clId="{F4E17159-3448-4B7E-BF7A-EA1181A7C83E}" dt="2024-08-06T00:14:01.363" v="591" actId="1035"/>
          <ac:spMkLst>
            <pc:docMk/>
            <pc:sldMk cId="505910332" sldId="667"/>
            <ac:spMk id="32" creationId="{3595C587-ED5B-0B75-220C-F8371A692447}"/>
          </ac:spMkLst>
        </pc:spChg>
        <pc:spChg chg="mod">
          <ac:chgData name="Mengmeng Ge" userId="bb5bc401-97cb-4caf-9857-8ff441375414" providerId="ADAL" clId="{F4E17159-3448-4B7E-BF7A-EA1181A7C83E}" dt="2024-08-06T00:14:01.363" v="591" actId="1035"/>
          <ac:spMkLst>
            <pc:docMk/>
            <pc:sldMk cId="505910332" sldId="667"/>
            <ac:spMk id="33" creationId="{515EA44C-0005-2675-162E-054A1B83A36D}"/>
          </ac:spMkLst>
        </pc:spChg>
        <pc:spChg chg="mod">
          <ac:chgData name="Mengmeng Ge" userId="bb5bc401-97cb-4caf-9857-8ff441375414" providerId="ADAL" clId="{F4E17159-3448-4B7E-BF7A-EA1181A7C83E}" dt="2024-08-06T00:14:01.363" v="591" actId="1035"/>
          <ac:spMkLst>
            <pc:docMk/>
            <pc:sldMk cId="505910332" sldId="667"/>
            <ac:spMk id="34" creationId="{249F767F-E48D-F8EC-AE55-D97498F08F95}"/>
          </ac:spMkLst>
        </pc:spChg>
        <pc:spChg chg="mod">
          <ac:chgData name="Mengmeng Ge" userId="bb5bc401-97cb-4caf-9857-8ff441375414" providerId="ADAL" clId="{F4E17159-3448-4B7E-BF7A-EA1181A7C83E}" dt="2024-08-06T00:14:01.363" v="591" actId="1035"/>
          <ac:spMkLst>
            <pc:docMk/>
            <pc:sldMk cId="505910332" sldId="667"/>
            <ac:spMk id="35" creationId="{8EF6EE17-5810-20AB-A6F3-017535CF221C}"/>
          </ac:spMkLst>
        </pc:spChg>
        <pc:spChg chg="mod">
          <ac:chgData name="Mengmeng Ge" userId="bb5bc401-97cb-4caf-9857-8ff441375414" providerId="ADAL" clId="{F4E17159-3448-4B7E-BF7A-EA1181A7C83E}" dt="2024-08-06T00:14:01.363" v="591" actId="1035"/>
          <ac:spMkLst>
            <pc:docMk/>
            <pc:sldMk cId="505910332" sldId="667"/>
            <ac:spMk id="36" creationId="{9E3CF270-005E-504D-2775-122A833F4394}"/>
          </ac:spMkLst>
        </pc:spChg>
        <pc:spChg chg="mod">
          <ac:chgData name="Mengmeng Ge" userId="bb5bc401-97cb-4caf-9857-8ff441375414" providerId="ADAL" clId="{F4E17159-3448-4B7E-BF7A-EA1181A7C83E}" dt="2024-08-06T00:14:01.363" v="591" actId="1035"/>
          <ac:spMkLst>
            <pc:docMk/>
            <pc:sldMk cId="505910332" sldId="667"/>
            <ac:spMk id="37" creationId="{2DFEB3D2-BA7D-0750-68A0-D9E388482FF9}"/>
          </ac:spMkLst>
        </pc:spChg>
        <pc:spChg chg="mod">
          <ac:chgData name="Mengmeng Ge" userId="bb5bc401-97cb-4caf-9857-8ff441375414" providerId="ADAL" clId="{F4E17159-3448-4B7E-BF7A-EA1181A7C83E}" dt="2024-08-06T00:14:01.363" v="591" actId="1035"/>
          <ac:spMkLst>
            <pc:docMk/>
            <pc:sldMk cId="505910332" sldId="667"/>
            <ac:spMk id="38" creationId="{B02B452B-6F57-28CB-CF26-5296E3ACFAFD}"/>
          </ac:spMkLst>
        </pc:spChg>
        <pc:spChg chg="mod">
          <ac:chgData name="Mengmeng Ge" userId="bb5bc401-97cb-4caf-9857-8ff441375414" providerId="ADAL" clId="{F4E17159-3448-4B7E-BF7A-EA1181A7C83E}" dt="2024-08-06T00:14:01.363" v="591" actId="1035"/>
          <ac:spMkLst>
            <pc:docMk/>
            <pc:sldMk cId="505910332" sldId="667"/>
            <ac:spMk id="39" creationId="{701A60A0-56D9-94C0-1216-29D3BC42CA95}"/>
          </ac:spMkLst>
        </pc:spChg>
        <pc:spChg chg="mod">
          <ac:chgData name="Mengmeng Ge" userId="bb5bc401-97cb-4caf-9857-8ff441375414" providerId="ADAL" clId="{F4E17159-3448-4B7E-BF7A-EA1181A7C83E}" dt="2024-08-06T00:14:01.363" v="591" actId="1035"/>
          <ac:spMkLst>
            <pc:docMk/>
            <pc:sldMk cId="505910332" sldId="667"/>
            <ac:spMk id="40" creationId="{98E68C83-A982-F0E0-DACE-4BF23C5C5F42}"/>
          </ac:spMkLst>
        </pc:spChg>
        <pc:spChg chg="mod">
          <ac:chgData name="Mengmeng Ge" userId="bb5bc401-97cb-4caf-9857-8ff441375414" providerId="ADAL" clId="{F4E17159-3448-4B7E-BF7A-EA1181A7C83E}" dt="2024-08-06T00:14:01.363" v="591" actId="1035"/>
          <ac:spMkLst>
            <pc:docMk/>
            <pc:sldMk cId="505910332" sldId="667"/>
            <ac:spMk id="41" creationId="{BC0A69B4-0E8D-9856-6CB8-780F99BCCD72}"/>
          </ac:spMkLst>
        </pc:spChg>
        <pc:spChg chg="mod">
          <ac:chgData name="Mengmeng Ge" userId="bb5bc401-97cb-4caf-9857-8ff441375414" providerId="ADAL" clId="{F4E17159-3448-4B7E-BF7A-EA1181A7C83E}" dt="2024-08-06T00:14:01.363" v="591" actId="1035"/>
          <ac:spMkLst>
            <pc:docMk/>
            <pc:sldMk cId="505910332" sldId="667"/>
            <ac:spMk id="42" creationId="{DD2E02D0-3943-DFAB-C736-53C1E5875A23}"/>
          </ac:spMkLst>
        </pc:spChg>
        <pc:spChg chg="mod">
          <ac:chgData name="Mengmeng Ge" userId="bb5bc401-97cb-4caf-9857-8ff441375414" providerId="ADAL" clId="{F4E17159-3448-4B7E-BF7A-EA1181A7C83E}" dt="2024-08-06T00:14:01.363" v="591" actId="1035"/>
          <ac:spMkLst>
            <pc:docMk/>
            <pc:sldMk cId="505910332" sldId="667"/>
            <ac:spMk id="43" creationId="{3F5F396F-4049-F876-F513-EE1EF67F4BA4}"/>
          </ac:spMkLst>
        </pc:spChg>
        <pc:spChg chg="mod">
          <ac:chgData name="Mengmeng Ge" userId="bb5bc401-97cb-4caf-9857-8ff441375414" providerId="ADAL" clId="{F4E17159-3448-4B7E-BF7A-EA1181A7C83E}" dt="2024-08-06T00:14:01.363" v="591" actId="1035"/>
          <ac:spMkLst>
            <pc:docMk/>
            <pc:sldMk cId="505910332" sldId="667"/>
            <ac:spMk id="44" creationId="{50B32D7B-79B9-9A5A-E487-E5A90DC528BD}"/>
          </ac:spMkLst>
        </pc:spChg>
        <pc:spChg chg="mod">
          <ac:chgData name="Mengmeng Ge" userId="bb5bc401-97cb-4caf-9857-8ff441375414" providerId="ADAL" clId="{F4E17159-3448-4B7E-BF7A-EA1181A7C83E}" dt="2024-08-06T00:14:01.363" v="591" actId="1035"/>
          <ac:spMkLst>
            <pc:docMk/>
            <pc:sldMk cId="505910332" sldId="667"/>
            <ac:spMk id="45" creationId="{99DF03E6-760B-253E-4CF7-48231EEDBFB5}"/>
          </ac:spMkLst>
        </pc:spChg>
        <pc:spChg chg="mod">
          <ac:chgData name="Mengmeng Ge" userId="bb5bc401-97cb-4caf-9857-8ff441375414" providerId="ADAL" clId="{F4E17159-3448-4B7E-BF7A-EA1181A7C83E}" dt="2024-08-06T00:14:01.363" v="591" actId="1035"/>
          <ac:spMkLst>
            <pc:docMk/>
            <pc:sldMk cId="505910332" sldId="667"/>
            <ac:spMk id="46" creationId="{58AA4825-B4F7-D762-9EF6-5767188B1521}"/>
          </ac:spMkLst>
        </pc:spChg>
        <pc:spChg chg="mod">
          <ac:chgData name="Mengmeng Ge" userId="bb5bc401-97cb-4caf-9857-8ff441375414" providerId="ADAL" clId="{F4E17159-3448-4B7E-BF7A-EA1181A7C83E}" dt="2024-08-06T00:14:01.363" v="591" actId="1035"/>
          <ac:spMkLst>
            <pc:docMk/>
            <pc:sldMk cId="505910332" sldId="667"/>
            <ac:spMk id="47" creationId="{E8EEC110-4E73-5437-6A88-3EED836C8651}"/>
          </ac:spMkLst>
        </pc:spChg>
        <pc:spChg chg="mod">
          <ac:chgData name="Mengmeng Ge" userId="bb5bc401-97cb-4caf-9857-8ff441375414" providerId="ADAL" clId="{F4E17159-3448-4B7E-BF7A-EA1181A7C83E}" dt="2024-08-06T00:14:01.363" v="591" actId="1035"/>
          <ac:spMkLst>
            <pc:docMk/>
            <pc:sldMk cId="505910332" sldId="667"/>
            <ac:spMk id="48" creationId="{96013C40-9DB8-DC3D-32E8-6B41269BDE47}"/>
          </ac:spMkLst>
        </pc:spChg>
        <pc:spChg chg="mod">
          <ac:chgData name="Mengmeng Ge" userId="bb5bc401-97cb-4caf-9857-8ff441375414" providerId="ADAL" clId="{F4E17159-3448-4B7E-BF7A-EA1181A7C83E}" dt="2024-08-06T00:14:01.363" v="591" actId="1035"/>
          <ac:spMkLst>
            <pc:docMk/>
            <pc:sldMk cId="505910332" sldId="667"/>
            <ac:spMk id="49" creationId="{8214A65E-E996-26D3-D5B9-0B6AB6F1E920}"/>
          </ac:spMkLst>
        </pc:spChg>
        <pc:spChg chg="mod">
          <ac:chgData name="Mengmeng Ge" userId="bb5bc401-97cb-4caf-9857-8ff441375414" providerId="ADAL" clId="{F4E17159-3448-4B7E-BF7A-EA1181A7C83E}" dt="2024-08-06T00:14:01.363" v="591" actId="1035"/>
          <ac:spMkLst>
            <pc:docMk/>
            <pc:sldMk cId="505910332" sldId="667"/>
            <ac:spMk id="50" creationId="{7EB4EA71-5C5B-801B-884D-8C414BEE5238}"/>
          </ac:spMkLst>
        </pc:spChg>
        <pc:spChg chg="mod">
          <ac:chgData name="Mengmeng Ge" userId="bb5bc401-97cb-4caf-9857-8ff441375414" providerId="ADAL" clId="{F4E17159-3448-4B7E-BF7A-EA1181A7C83E}" dt="2024-08-06T00:14:01.363" v="591" actId="1035"/>
          <ac:spMkLst>
            <pc:docMk/>
            <pc:sldMk cId="505910332" sldId="667"/>
            <ac:spMk id="51" creationId="{B06E2309-C282-2102-073E-A08DF8612679}"/>
          </ac:spMkLst>
        </pc:spChg>
        <pc:spChg chg="mod">
          <ac:chgData name="Mengmeng Ge" userId="bb5bc401-97cb-4caf-9857-8ff441375414" providerId="ADAL" clId="{F4E17159-3448-4B7E-BF7A-EA1181A7C83E}" dt="2024-08-06T00:14:01.363" v="591" actId="1035"/>
          <ac:spMkLst>
            <pc:docMk/>
            <pc:sldMk cId="505910332" sldId="667"/>
            <ac:spMk id="52" creationId="{74F5F3A6-4D8B-F3C7-CE97-0A00265D76D5}"/>
          </ac:spMkLst>
        </pc:spChg>
        <pc:spChg chg="mod">
          <ac:chgData name="Mengmeng Ge" userId="bb5bc401-97cb-4caf-9857-8ff441375414" providerId="ADAL" clId="{F4E17159-3448-4B7E-BF7A-EA1181A7C83E}" dt="2024-08-06T00:14:01.363" v="591" actId="1035"/>
          <ac:spMkLst>
            <pc:docMk/>
            <pc:sldMk cId="505910332" sldId="667"/>
            <ac:spMk id="57" creationId="{00BC3867-0C20-78D9-63D9-10CBC0B4E2D2}"/>
          </ac:spMkLst>
        </pc:spChg>
        <pc:spChg chg="mod">
          <ac:chgData name="Mengmeng Ge" userId="bb5bc401-97cb-4caf-9857-8ff441375414" providerId="ADAL" clId="{F4E17159-3448-4B7E-BF7A-EA1181A7C83E}" dt="2024-08-06T00:14:01.363" v="591" actId="1035"/>
          <ac:spMkLst>
            <pc:docMk/>
            <pc:sldMk cId="505910332" sldId="667"/>
            <ac:spMk id="58" creationId="{A95580A7-DA01-1FBB-0825-86897A86891B}"/>
          </ac:spMkLst>
        </pc:spChg>
        <pc:spChg chg="mod">
          <ac:chgData name="Mengmeng Ge" userId="bb5bc401-97cb-4caf-9857-8ff441375414" providerId="ADAL" clId="{F4E17159-3448-4B7E-BF7A-EA1181A7C83E}" dt="2024-08-06T00:14:01.363" v="591" actId="1035"/>
          <ac:spMkLst>
            <pc:docMk/>
            <pc:sldMk cId="505910332" sldId="667"/>
            <ac:spMk id="59" creationId="{307015DA-27A9-B320-B104-28F82936AB4F}"/>
          </ac:spMkLst>
        </pc:spChg>
        <pc:spChg chg="mod">
          <ac:chgData name="Mengmeng Ge" userId="bb5bc401-97cb-4caf-9857-8ff441375414" providerId="ADAL" clId="{F4E17159-3448-4B7E-BF7A-EA1181A7C83E}" dt="2024-08-06T00:14:01.363" v="591" actId="1035"/>
          <ac:spMkLst>
            <pc:docMk/>
            <pc:sldMk cId="505910332" sldId="667"/>
            <ac:spMk id="60" creationId="{92C2F66C-49CF-E0BF-A4C9-FC5B372223BC}"/>
          </ac:spMkLst>
        </pc:spChg>
        <pc:spChg chg="mod">
          <ac:chgData name="Mengmeng Ge" userId="bb5bc401-97cb-4caf-9857-8ff441375414" providerId="ADAL" clId="{F4E17159-3448-4B7E-BF7A-EA1181A7C83E}" dt="2024-08-06T00:14:01.363" v="591" actId="1035"/>
          <ac:spMkLst>
            <pc:docMk/>
            <pc:sldMk cId="505910332" sldId="667"/>
            <ac:spMk id="61" creationId="{40F68EA2-E9EC-D975-6CFF-328EE9701ECC}"/>
          </ac:spMkLst>
        </pc:spChg>
        <pc:spChg chg="mod">
          <ac:chgData name="Mengmeng Ge" userId="bb5bc401-97cb-4caf-9857-8ff441375414" providerId="ADAL" clId="{F4E17159-3448-4B7E-BF7A-EA1181A7C83E}" dt="2024-08-06T00:14:01.363" v="591" actId="1035"/>
          <ac:spMkLst>
            <pc:docMk/>
            <pc:sldMk cId="505910332" sldId="667"/>
            <ac:spMk id="62" creationId="{05DCEE76-BF15-162D-1886-64F97A5EDF33}"/>
          </ac:spMkLst>
        </pc:spChg>
        <pc:spChg chg="mod">
          <ac:chgData name="Mengmeng Ge" userId="bb5bc401-97cb-4caf-9857-8ff441375414" providerId="ADAL" clId="{F4E17159-3448-4B7E-BF7A-EA1181A7C83E}" dt="2024-08-06T00:14:01.363" v="591" actId="1035"/>
          <ac:spMkLst>
            <pc:docMk/>
            <pc:sldMk cId="505910332" sldId="667"/>
            <ac:spMk id="63" creationId="{750D71F7-8655-1C9B-0259-562F91C593D6}"/>
          </ac:spMkLst>
        </pc:spChg>
        <pc:spChg chg="mod">
          <ac:chgData name="Mengmeng Ge" userId="bb5bc401-97cb-4caf-9857-8ff441375414" providerId="ADAL" clId="{F4E17159-3448-4B7E-BF7A-EA1181A7C83E}" dt="2024-08-06T00:14:01.363" v="591" actId="1035"/>
          <ac:spMkLst>
            <pc:docMk/>
            <pc:sldMk cId="505910332" sldId="667"/>
            <ac:spMk id="64" creationId="{26EE15E9-D2D5-FFC8-1192-7D776092A43D}"/>
          </ac:spMkLst>
        </pc:spChg>
        <pc:spChg chg="mod">
          <ac:chgData name="Mengmeng Ge" userId="bb5bc401-97cb-4caf-9857-8ff441375414" providerId="ADAL" clId="{F4E17159-3448-4B7E-BF7A-EA1181A7C83E}" dt="2024-08-06T00:14:01.363" v="591" actId="1035"/>
          <ac:spMkLst>
            <pc:docMk/>
            <pc:sldMk cId="505910332" sldId="667"/>
            <ac:spMk id="65" creationId="{2B7103B7-C5A0-C583-50F5-B2E1D8175DB5}"/>
          </ac:spMkLst>
        </pc:spChg>
        <pc:spChg chg="mod">
          <ac:chgData name="Mengmeng Ge" userId="bb5bc401-97cb-4caf-9857-8ff441375414" providerId="ADAL" clId="{F4E17159-3448-4B7E-BF7A-EA1181A7C83E}" dt="2024-08-06T00:14:01.363" v="591" actId="1035"/>
          <ac:spMkLst>
            <pc:docMk/>
            <pc:sldMk cId="505910332" sldId="667"/>
            <ac:spMk id="66" creationId="{B2130B05-5AE5-4CFF-58A4-46ABC01598AB}"/>
          </ac:spMkLst>
        </pc:spChg>
        <pc:spChg chg="mod">
          <ac:chgData name="Mengmeng Ge" userId="bb5bc401-97cb-4caf-9857-8ff441375414" providerId="ADAL" clId="{F4E17159-3448-4B7E-BF7A-EA1181A7C83E}" dt="2024-08-06T00:14:01.363" v="591" actId="1035"/>
          <ac:spMkLst>
            <pc:docMk/>
            <pc:sldMk cId="505910332" sldId="667"/>
            <ac:spMk id="67" creationId="{D1DD17F8-86EB-C48D-3914-E9B33C4B74C6}"/>
          </ac:spMkLst>
        </pc:spChg>
        <pc:spChg chg="mod">
          <ac:chgData name="Mengmeng Ge" userId="bb5bc401-97cb-4caf-9857-8ff441375414" providerId="ADAL" clId="{F4E17159-3448-4B7E-BF7A-EA1181A7C83E}" dt="2024-08-06T00:14:01.363" v="591" actId="1035"/>
          <ac:spMkLst>
            <pc:docMk/>
            <pc:sldMk cId="505910332" sldId="667"/>
            <ac:spMk id="68" creationId="{1DDD49A5-7FEF-CEE3-CF9D-5FAF1CDB7498}"/>
          </ac:spMkLst>
        </pc:spChg>
        <pc:spChg chg="mod">
          <ac:chgData name="Mengmeng Ge" userId="bb5bc401-97cb-4caf-9857-8ff441375414" providerId="ADAL" clId="{F4E17159-3448-4B7E-BF7A-EA1181A7C83E}" dt="2024-08-06T00:14:01.363" v="591" actId="1035"/>
          <ac:spMkLst>
            <pc:docMk/>
            <pc:sldMk cId="505910332" sldId="667"/>
            <ac:spMk id="69" creationId="{4DF17AE2-5DB4-9771-3C80-FA9A67441E67}"/>
          </ac:spMkLst>
        </pc:spChg>
        <pc:spChg chg="mod">
          <ac:chgData name="Mengmeng Ge" userId="bb5bc401-97cb-4caf-9857-8ff441375414" providerId="ADAL" clId="{F4E17159-3448-4B7E-BF7A-EA1181A7C83E}" dt="2024-08-06T00:14:01.363" v="591" actId="1035"/>
          <ac:spMkLst>
            <pc:docMk/>
            <pc:sldMk cId="505910332" sldId="667"/>
            <ac:spMk id="70" creationId="{295857BA-1D51-774C-879A-75EE5295CEA1}"/>
          </ac:spMkLst>
        </pc:spChg>
        <pc:spChg chg="mod">
          <ac:chgData name="Mengmeng Ge" userId="bb5bc401-97cb-4caf-9857-8ff441375414" providerId="ADAL" clId="{F4E17159-3448-4B7E-BF7A-EA1181A7C83E}" dt="2024-08-06T00:14:01.363" v="591" actId="1035"/>
          <ac:spMkLst>
            <pc:docMk/>
            <pc:sldMk cId="505910332" sldId="667"/>
            <ac:spMk id="71" creationId="{1AC0453C-3E5D-14DF-371C-DEACC7BAE806}"/>
          </ac:spMkLst>
        </pc:spChg>
        <pc:spChg chg="mod">
          <ac:chgData name="Mengmeng Ge" userId="bb5bc401-97cb-4caf-9857-8ff441375414" providerId="ADAL" clId="{F4E17159-3448-4B7E-BF7A-EA1181A7C83E}" dt="2024-08-06T00:14:01.363" v="591" actId="1035"/>
          <ac:spMkLst>
            <pc:docMk/>
            <pc:sldMk cId="505910332" sldId="667"/>
            <ac:spMk id="72" creationId="{1BC78298-BC98-9A41-8780-A77D9BA5D4C8}"/>
          </ac:spMkLst>
        </pc:spChg>
        <pc:spChg chg="mod">
          <ac:chgData name="Mengmeng Ge" userId="bb5bc401-97cb-4caf-9857-8ff441375414" providerId="ADAL" clId="{F4E17159-3448-4B7E-BF7A-EA1181A7C83E}" dt="2024-08-06T00:14:01.363" v="591" actId="1035"/>
          <ac:spMkLst>
            <pc:docMk/>
            <pc:sldMk cId="505910332" sldId="667"/>
            <ac:spMk id="73" creationId="{B6F1140F-323D-6739-9A42-B2F0F4713977}"/>
          </ac:spMkLst>
        </pc:spChg>
        <pc:spChg chg="mod">
          <ac:chgData name="Mengmeng Ge" userId="bb5bc401-97cb-4caf-9857-8ff441375414" providerId="ADAL" clId="{F4E17159-3448-4B7E-BF7A-EA1181A7C83E}" dt="2024-08-06T00:14:01.363" v="591" actId="1035"/>
          <ac:spMkLst>
            <pc:docMk/>
            <pc:sldMk cId="505910332" sldId="667"/>
            <ac:spMk id="75" creationId="{9F79041B-EBA5-8811-A594-6CE37D52538A}"/>
          </ac:spMkLst>
        </pc:spChg>
        <pc:spChg chg="mod">
          <ac:chgData name="Mengmeng Ge" userId="bb5bc401-97cb-4caf-9857-8ff441375414" providerId="ADAL" clId="{F4E17159-3448-4B7E-BF7A-EA1181A7C83E}" dt="2024-08-06T00:14:01.363" v="591" actId="1035"/>
          <ac:spMkLst>
            <pc:docMk/>
            <pc:sldMk cId="505910332" sldId="667"/>
            <ac:spMk id="76" creationId="{BD5DE4BF-E1F1-44C5-C813-B1A6C82800D2}"/>
          </ac:spMkLst>
        </pc:spChg>
        <pc:spChg chg="mod">
          <ac:chgData name="Mengmeng Ge" userId="bb5bc401-97cb-4caf-9857-8ff441375414" providerId="ADAL" clId="{F4E17159-3448-4B7E-BF7A-EA1181A7C83E}" dt="2024-08-06T00:14:01.363" v="591" actId="1035"/>
          <ac:spMkLst>
            <pc:docMk/>
            <pc:sldMk cId="505910332" sldId="667"/>
            <ac:spMk id="77" creationId="{BB9A46E0-9B57-933C-D377-DD711F10F846}"/>
          </ac:spMkLst>
        </pc:spChg>
        <pc:spChg chg="mod">
          <ac:chgData name="Mengmeng Ge" userId="bb5bc401-97cb-4caf-9857-8ff441375414" providerId="ADAL" clId="{F4E17159-3448-4B7E-BF7A-EA1181A7C83E}" dt="2024-08-06T00:14:01.363" v="591" actId="1035"/>
          <ac:spMkLst>
            <pc:docMk/>
            <pc:sldMk cId="505910332" sldId="667"/>
            <ac:spMk id="78" creationId="{C35B3DC3-6AC9-36A2-65EE-B96B4F92237F}"/>
          </ac:spMkLst>
        </pc:spChg>
        <pc:spChg chg="mod">
          <ac:chgData name="Mengmeng Ge" userId="bb5bc401-97cb-4caf-9857-8ff441375414" providerId="ADAL" clId="{F4E17159-3448-4B7E-BF7A-EA1181A7C83E}" dt="2024-08-06T00:14:01.363" v="591" actId="1035"/>
          <ac:spMkLst>
            <pc:docMk/>
            <pc:sldMk cId="505910332" sldId="667"/>
            <ac:spMk id="79" creationId="{2B80E86D-5F92-61EC-5751-DD97B2D6D447}"/>
          </ac:spMkLst>
        </pc:spChg>
        <pc:spChg chg="mod">
          <ac:chgData name="Mengmeng Ge" userId="bb5bc401-97cb-4caf-9857-8ff441375414" providerId="ADAL" clId="{F4E17159-3448-4B7E-BF7A-EA1181A7C83E}" dt="2024-08-06T00:14:01.363" v="591" actId="1035"/>
          <ac:spMkLst>
            <pc:docMk/>
            <pc:sldMk cId="505910332" sldId="667"/>
            <ac:spMk id="80" creationId="{477E883B-7DEC-EFB3-D16C-2665A8F7DE03}"/>
          </ac:spMkLst>
        </pc:spChg>
        <pc:spChg chg="mod">
          <ac:chgData name="Mengmeng Ge" userId="bb5bc401-97cb-4caf-9857-8ff441375414" providerId="ADAL" clId="{F4E17159-3448-4B7E-BF7A-EA1181A7C83E}" dt="2024-08-06T00:14:01.363" v="591" actId="1035"/>
          <ac:spMkLst>
            <pc:docMk/>
            <pc:sldMk cId="505910332" sldId="667"/>
            <ac:spMk id="81" creationId="{F4A75B90-A504-8BC7-BA57-6CA43585FCE0}"/>
          </ac:spMkLst>
        </pc:spChg>
        <pc:spChg chg="mod">
          <ac:chgData name="Mengmeng Ge" userId="bb5bc401-97cb-4caf-9857-8ff441375414" providerId="ADAL" clId="{F4E17159-3448-4B7E-BF7A-EA1181A7C83E}" dt="2024-08-06T00:14:01.363" v="591" actId="1035"/>
          <ac:spMkLst>
            <pc:docMk/>
            <pc:sldMk cId="505910332" sldId="667"/>
            <ac:spMk id="83" creationId="{49BC945F-77D0-9C6D-61AA-E8047DF3F8DB}"/>
          </ac:spMkLst>
        </pc:spChg>
        <pc:spChg chg="mod">
          <ac:chgData name="Mengmeng Ge" userId="bb5bc401-97cb-4caf-9857-8ff441375414" providerId="ADAL" clId="{F4E17159-3448-4B7E-BF7A-EA1181A7C83E}" dt="2024-08-06T00:14:01.363" v="591" actId="1035"/>
          <ac:spMkLst>
            <pc:docMk/>
            <pc:sldMk cId="505910332" sldId="667"/>
            <ac:spMk id="84" creationId="{9682501C-2E2D-4048-FA47-94E97ED6BCDF}"/>
          </ac:spMkLst>
        </pc:spChg>
        <pc:spChg chg="mod">
          <ac:chgData name="Mengmeng Ge" userId="bb5bc401-97cb-4caf-9857-8ff441375414" providerId="ADAL" clId="{F4E17159-3448-4B7E-BF7A-EA1181A7C83E}" dt="2024-08-06T00:14:01.363" v="591" actId="1035"/>
          <ac:spMkLst>
            <pc:docMk/>
            <pc:sldMk cId="505910332" sldId="667"/>
            <ac:spMk id="85" creationId="{13B62ED1-61E1-31D4-50BC-5C028056CE00}"/>
          </ac:spMkLst>
        </pc:spChg>
        <pc:spChg chg="mod">
          <ac:chgData name="Mengmeng Ge" userId="bb5bc401-97cb-4caf-9857-8ff441375414" providerId="ADAL" clId="{F4E17159-3448-4B7E-BF7A-EA1181A7C83E}" dt="2024-08-06T00:14:01.363" v="591" actId="1035"/>
          <ac:spMkLst>
            <pc:docMk/>
            <pc:sldMk cId="505910332" sldId="667"/>
            <ac:spMk id="86" creationId="{48BC2867-31F6-F706-CCEC-46CA91C9BA5C}"/>
          </ac:spMkLst>
        </pc:spChg>
        <pc:spChg chg="mod">
          <ac:chgData name="Mengmeng Ge" userId="bb5bc401-97cb-4caf-9857-8ff441375414" providerId="ADAL" clId="{F4E17159-3448-4B7E-BF7A-EA1181A7C83E}" dt="2024-08-06T00:14:01.363" v="591" actId="1035"/>
          <ac:spMkLst>
            <pc:docMk/>
            <pc:sldMk cId="505910332" sldId="667"/>
            <ac:spMk id="87" creationId="{F6DA8A39-3FD5-5690-FB5E-ABBA9535BAFF}"/>
          </ac:spMkLst>
        </pc:spChg>
        <pc:spChg chg="mod">
          <ac:chgData name="Mengmeng Ge" userId="bb5bc401-97cb-4caf-9857-8ff441375414" providerId="ADAL" clId="{F4E17159-3448-4B7E-BF7A-EA1181A7C83E}" dt="2024-08-06T00:14:01.363" v="591" actId="1035"/>
          <ac:spMkLst>
            <pc:docMk/>
            <pc:sldMk cId="505910332" sldId="667"/>
            <ac:spMk id="88" creationId="{E90005B0-C29A-E92C-B38E-1B50BC24E2E6}"/>
          </ac:spMkLst>
        </pc:spChg>
        <pc:spChg chg="mod">
          <ac:chgData name="Mengmeng Ge" userId="bb5bc401-97cb-4caf-9857-8ff441375414" providerId="ADAL" clId="{F4E17159-3448-4B7E-BF7A-EA1181A7C83E}" dt="2024-08-06T00:14:01.363" v="591" actId="1035"/>
          <ac:spMkLst>
            <pc:docMk/>
            <pc:sldMk cId="505910332" sldId="667"/>
            <ac:spMk id="89" creationId="{FCC78F73-3DA7-671B-3888-05BBAE2E0516}"/>
          </ac:spMkLst>
        </pc:spChg>
        <pc:spChg chg="mod">
          <ac:chgData name="Mengmeng Ge" userId="bb5bc401-97cb-4caf-9857-8ff441375414" providerId="ADAL" clId="{F4E17159-3448-4B7E-BF7A-EA1181A7C83E}" dt="2024-08-06T00:14:01.363" v="591" actId="1035"/>
          <ac:spMkLst>
            <pc:docMk/>
            <pc:sldMk cId="505910332" sldId="667"/>
            <ac:spMk id="90" creationId="{113A51FC-8A72-31F7-E6AD-E55F49E38FAB}"/>
          </ac:spMkLst>
        </pc:spChg>
        <pc:spChg chg="mod">
          <ac:chgData name="Mengmeng Ge" userId="bb5bc401-97cb-4caf-9857-8ff441375414" providerId="ADAL" clId="{F4E17159-3448-4B7E-BF7A-EA1181A7C83E}" dt="2024-08-06T00:14:01.363" v="591" actId="1035"/>
          <ac:spMkLst>
            <pc:docMk/>
            <pc:sldMk cId="505910332" sldId="667"/>
            <ac:spMk id="91" creationId="{04887437-449A-D60E-5D5C-124A1E33D4BD}"/>
          </ac:spMkLst>
        </pc:spChg>
        <pc:spChg chg="mod">
          <ac:chgData name="Mengmeng Ge" userId="bb5bc401-97cb-4caf-9857-8ff441375414" providerId="ADAL" clId="{F4E17159-3448-4B7E-BF7A-EA1181A7C83E}" dt="2024-08-06T00:14:01.363" v="591" actId="1035"/>
          <ac:spMkLst>
            <pc:docMk/>
            <pc:sldMk cId="505910332" sldId="667"/>
            <ac:spMk id="92" creationId="{16A0C21B-DA80-1157-8F11-8831C627B721}"/>
          </ac:spMkLst>
        </pc:spChg>
        <pc:spChg chg="mod">
          <ac:chgData name="Mengmeng Ge" userId="bb5bc401-97cb-4caf-9857-8ff441375414" providerId="ADAL" clId="{F4E17159-3448-4B7E-BF7A-EA1181A7C83E}" dt="2024-08-06T00:14:01.363" v="591" actId="1035"/>
          <ac:spMkLst>
            <pc:docMk/>
            <pc:sldMk cId="505910332" sldId="667"/>
            <ac:spMk id="93" creationId="{DA6AE84F-D6EE-814D-D527-FE0C7D9B35AB}"/>
          </ac:spMkLst>
        </pc:spChg>
        <pc:spChg chg="mod">
          <ac:chgData name="Mengmeng Ge" userId="bb5bc401-97cb-4caf-9857-8ff441375414" providerId="ADAL" clId="{F4E17159-3448-4B7E-BF7A-EA1181A7C83E}" dt="2024-08-06T00:14:01.363" v="591" actId="1035"/>
          <ac:spMkLst>
            <pc:docMk/>
            <pc:sldMk cId="505910332" sldId="667"/>
            <ac:spMk id="94" creationId="{E1F2BCC3-01B2-5806-6A39-7CA45450AD66}"/>
          </ac:spMkLst>
        </pc:spChg>
        <pc:spChg chg="mod">
          <ac:chgData name="Mengmeng Ge" userId="bb5bc401-97cb-4caf-9857-8ff441375414" providerId="ADAL" clId="{F4E17159-3448-4B7E-BF7A-EA1181A7C83E}" dt="2024-08-06T00:14:01.363" v="591" actId="1035"/>
          <ac:spMkLst>
            <pc:docMk/>
            <pc:sldMk cId="505910332" sldId="667"/>
            <ac:spMk id="95" creationId="{A5615C51-FF05-FDEA-CF44-2DAD174CEB5B}"/>
          </ac:spMkLst>
        </pc:spChg>
        <pc:spChg chg="mod">
          <ac:chgData name="Mengmeng Ge" userId="bb5bc401-97cb-4caf-9857-8ff441375414" providerId="ADAL" clId="{F4E17159-3448-4B7E-BF7A-EA1181A7C83E}" dt="2024-08-06T00:14:01.363" v="591" actId="1035"/>
          <ac:spMkLst>
            <pc:docMk/>
            <pc:sldMk cId="505910332" sldId="667"/>
            <ac:spMk id="96" creationId="{4E81A0AD-AE64-9408-BC8A-939AE69A7445}"/>
          </ac:spMkLst>
        </pc:spChg>
        <pc:spChg chg="mod">
          <ac:chgData name="Mengmeng Ge" userId="bb5bc401-97cb-4caf-9857-8ff441375414" providerId="ADAL" clId="{F4E17159-3448-4B7E-BF7A-EA1181A7C83E}" dt="2024-08-06T00:14:01.363" v="591" actId="1035"/>
          <ac:spMkLst>
            <pc:docMk/>
            <pc:sldMk cId="505910332" sldId="667"/>
            <ac:spMk id="97" creationId="{4291DEC2-1F2E-9393-0377-9B90B07DFE2D}"/>
          </ac:spMkLst>
        </pc:spChg>
        <pc:spChg chg="mod">
          <ac:chgData name="Mengmeng Ge" userId="bb5bc401-97cb-4caf-9857-8ff441375414" providerId="ADAL" clId="{F4E17159-3448-4B7E-BF7A-EA1181A7C83E}" dt="2024-08-06T00:14:01.363" v="591" actId="1035"/>
          <ac:spMkLst>
            <pc:docMk/>
            <pc:sldMk cId="505910332" sldId="667"/>
            <ac:spMk id="98" creationId="{38B6ADA2-2DD8-C59F-B056-33AE3650E321}"/>
          </ac:spMkLst>
        </pc:spChg>
        <pc:spChg chg="mod">
          <ac:chgData name="Mengmeng Ge" userId="bb5bc401-97cb-4caf-9857-8ff441375414" providerId="ADAL" clId="{F4E17159-3448-4B7E-BF7A-EA1181A7C83E}" dt="2024-08-06T00:14:01.363" v="591" actId="1035"/>
          <ac:spMkLst>
            <pc:docMk/>
            <pc:sldMk cId="505910332" sldId="667"/>
            <ac:spMk id="99" creationId="{C39150F9-BD72-7C4E-809D-E6303C74AE37}"/>
          </ac:spMkLst>
        </pc:spChg>
        <pc:spChg chg="mod">
          <ac:chgData name="Mengmeng Ge" userId="bb5bc401-97cb-4caf-9857-8ff441375414" providerId="ADAL" clId="{F4E17159-3448-4B7E-BF7A-EA1181A7C83E}" dt="2024-08-06T00:14:01.363" v="591" actId="1035"/>
          <ac:spMkLst>
            <pc:docMk/>
            <pc:sldMk cId="505910332" sldId="667"/>
            <ac:spMk id="100" creationId="{388F1619-D27B-1D7E-2FE0-30319FD4833F}"/>
          </ac:spMkLst>
        </pc:spChg>
        <pc:spChg chg="mod">
          <ac:chgData name="Mengmeng Ge" userId="bb5bc401-97cb-4caf-9857-8ff441375414" providerId="ADAL" clId="{F4E17159-3448-4B7E-BF7A-EA1181A7C83E}" dt="2024-08-06T00:14:01.363" v="591" actId="1035"/>
          <ac:spMkLst>
            <pc:docMk/>
            <pc:sldMk cId="505910332" sldId="667"/>
            <ac:spMk id="101" creationId="{FF87061C-4274-D9A9-1B5B-82904EFCB448}"/>
          </ac:spMkLst>
        </pc:spChg>
        <pc:spChg chg="mod">
          <ac:chgData name="Mengmeng Ge" userId="bb5bc401-97cb-4caf-9857-8ff441375414" providerId="ADAL" clId="{F4E17159-3448-4B7E-BF7A-EA1181A7C83E}" dt="2024-08-06T00:14:01.363" v="591" actId="1035"/>
          <ac:spMkLst>
            <pc:docMk/>
            <pc:sldMk cId="505910332" sldId="667"/>
            <ac:spMk id="102" creationId="{0909C727-E3CA-DFEA-9BB3-C263916D6699}"/>
          </ac:spMkLst>
        </pc:spChg>
        <pc:spChg chg="mod">
          <ac:chgData name="Mengmeng Ge" userId="bb5bc401-97cb-4caf-9857-8ff441375414" providerId="ADAL" clId="{F4E17159-3448-4B7E-BF7A-EA1181A7C83E}" dt="2024-08-06T00:13:50.720" v="584" actId="1035"/>
          <ac:spMkLst>
            <pc:docMk/>
            <pc:sldMk cId="505910332" sldId="667"/>
            <ac:spMk id="106" creationId="{00000000-0000-0000-0000-000000000000}"/>
          </ac:spMkLst>
        </pc:spChg>
        <pc:spChg chg="mod">
          <ac:chgData name="Mengmeng Ge" userId="bb5bc401-97cb-4caf-9857-8ff441375414" providerId="ADAL" clId="{F4E17159-3448-4B7E-BF7A-EA1181A7C83E}" dt="2024-08-06T00:14:01.363" v="591" actId="1035"/>
          <ac:spMkLst>
            <pc:docMk/>
            <pc:sldMk cId="505910332" sldId="667"/>
            <ac:spMk id="602112" creationId="{E6DDAB82-538F-2325-C2ED-A9DA8AC18F56}"/>
          </ac:spMkLst>
        </pc:spChg>
        <pc:spChg chg="mod">
          <ac:chgData name="Mengmeng Ge" userId="bb5bc401-97cb-4caf-9857-8ff441375414" providerId="ADAL" clId="{F4E17159-3448-4B7E-BF7A-EA1181A7C83E}" dt="2024-08-06T00:14:01.363" v="591" actId="1035"/>
          <ac:spMkLst>
            <pc:docMk/>
            <pc:sldMk cId="505910332" sldId="667"/>
            <ac:spMk id="602113" creationId="{A9B5B95F-8E2E-DE7E-4312-CEF8A05B9244}"/>
          </ac:spMkLst>
        </pc:spChg>
        <pc:spChg chg="mod">
          <ac:chgData name="Mengmeng Ge" userId="bb5bc401-97cb-4caf-9857-8ff441375414" providerId="ADAL" clId="{F4E17159-3448-4B7E-BF7A-EA1181A7C83E}" dt="2024-08-06T00:13:32.719" v="574" actId="14100"/>
          <ac:spMkLst>
            <pc:docMk/>
            <pc:sldMk cId="505910332" sldId="667"/>
            <ac:spMk id="602114" creationId="{00000000-0000-0000-0000-000000000000}"/>
          </ac:spMkLst>
        </pc:spChg>
        <pc:spChg chg="mod">
          <ac:chgData name="Mengmeng Ge" userId="bb5bc401-97cb-4caf-9857-8ff441375414" providerId="ADAL" clId="{F4E17159-3448-4B7E-BF7A-EA1181A7C83E}" dt="2024-08-06T00:13:55.940" v="585" actId="255"/>
          <ac:spMkLst>
            <pc:docMk/>
            <pc:sldMk cId="505910332" sldId="667"/>
            <ac:spMk id="602115" creationId="{00000000-0000-0000-0000-000000000000}"/>
          </ac:spMkLst>
        </pc:spChg>
        <pc:grpChg chg="mod">
          <ac:chgData name="Mengmeng Ge" userId="bb5bc401-97cb-4caf-9857-8ff441375414" providerId="ADAL" clId="{F4E17159-3448-4B7E-BF7A-EA1181A7C83E}" dt="2024-08-06T00:14:01.363" v="591" actId="1035"/>
          <ac:grpSpMkLst>
            <pc:docMk/>
            <pc:sldMk cId="505910332" sldId="667"/>
            <ac:grpSpMk id="2" creationId="{7EC9CCD7-3A20-79FB-3097-BCCF53EB51B1}"/>
          </ac:grpSpMkLst>
        </pc:grpChg>
        <pc:grpChg chg="mod">
          <ac:chgData name="Mengmeng Ge" userId="bb5bc401-97cb-4caf-9857-8ff441375414" providerId="ADAL" clId="{F4E17159-3448-4B7E-BF7A-EA1181A7C83E}" dt="2024-08-06T00:14:01.363" v="591" actId="1035"/>
          <ac:grpSpMkLst>
            <pc:docMk/>
            <pc:sldMk cId="505910332" sldId="667"/>
            <ac:grpSpMk id="18" creationId="{80DA8FEB-4A04-FF2F-129F-4734758D222B}"/>
          </ac:grpSpMkLst>
        </pc:grpChg>
        <pc:grpChg chg="mod">
          <ac:chgData name="Mengmeng Ge" userId="bb5bc401-97cb-4caf-9857-8ff441375414" providerId="ADAL" clId="{F4E17159-3448-4B7E-BF7A-EA1181A7C83E}" dt="2024-08-06T00:14:01.363" v="591" actId="1035"/>
          <ac:grpSpMkLst>
            <pc:docMk/>
            <pc:sldMk cId="505910332" sldId="667"/>
            <ac:grpSpMk id="31" creationId="{F88EFF02-6EDE-1A79-7B22-DFA9FC860E0F}"/>
          </ac:grpSpMkLst>
        </pc:grpChg>
        <pc:grpChg chg="mod">
          <ac:chgData name="Mengmeng Ge" userId="bb5bc401-97cb-4caf-9857-8ff441375414" providerId="ADAL" clId="{F4E17159-3448-4B7E-BF7A-EA1181A7C83E}" dt="2024-08-06T00:14:01.363" v="591" actId="1035"/>
          <ac:grpSpMkLst>
            <pc:docMk/>
            <pc:sldMk cId="505910332" sldId="667"/>
            <ac:grpSpMk id="53" creationId="{650D2AB1-90C2-97F5-F7DD-0A3320D5200B}"/>
          </ac:grpSpMkLst>
        </pc:grpChg>
        <pc:grpChg chg="mod">
          <ac:chgData name="Mengmeng Ge" userId="bb5bc401-97cb-4caf-9857-8ff441375414" providerId="ADAL" clId="{F4E17159-3448-4B7E-BF7A-EA1181A7C83E}" dt="2024-08-06T00:14:01.363" v="591" actId="1035"/>
          <ac:grpSpMkLst>
            <pc:docMk/>
            <pc:sldMk cId="505910332" sldId="667"/>
            <ac:grpSpMk id="54" creationId="{3342465E-4BB5-A0AC-A970-9027B49E5FF7}"/>
          </ac:grpSpMkLst>
        </pc:grpChg>
        <pc:grpChg chg="mod">
          <ac:chgData name="Mengmeng Ge" userId="bb5bc401-97cb-4caf-9857-8ff441375414" providerId="ADAL" clId="{F4E17159-3448-4B7E-BF7A-EA1181A7C83E}" dt="2024-08-06T00:14:01.363" v="591" actId="1035"/>
          <ac:grpSpMkLst>
            <pc:docMk/>
            <pc:sldMk cId="505910332" sldId="667"/>
            <ac:grpSpMk id="55" creationId="{8765F31F-1A7A-0888-E7AE-2EDED54C486E}"/>
          </ac:grpSpMkLst>
        </pc:grpChg>
        <pc:grpChg chg="mod">
          <ac:chgData name="Mengmeng Ge" userId="bb5bc401-97cb-4caf-9857-8ff441375414" providerId="ADAL" clId="{F4E17159-3448-4B7E-BF7A-EA1181A7C83E}" dt="2024-08-06T00:14:01.363" v="591" actId="1035"/>
          <ac:grpSpMkLst>
            <pc:docMk/>
            <pc:sldMk cId="505910332" sldId="667"/>
            <ac:grpSpMk id="56" creationId="{1EEC9B37-56B4-B617-0376-8B9B5C33C62F}"/>
          </ac:grpSpMkLst>
        </pc:grpChg>
        <pc:grpChg chg="mod">
          <ac:chgData name="Mengmeng Ge" userId="bb5bc401-97cb-4caf-9857-8ff441375414" providerId="ADAL" clId="{F4E17159-3448-4B7E-BF7A-EA1181A7C83E}" dt="2024-08-06T00:14:01.363" v="591" actId="1035"/>
          <ac:grpSpMkLst>
            <pc:docMk/>
            <pc:sldMk cId="505910332" sldId="667"/>
            <ac:grpSpMk id="74" creationId="{A48300EE-0D23-F758-DEF9-B7AE41EA4A5F}"/>
          </ac:grpSpMkLst>
        </pc:grpChg>
        <pc:grpChg chg="mod">
          <ac:chgData name="Mengmeng Ge" userId="bb5bc401-97cb-4caf-9857-8ff441375414" providerId="ADAL" clId="{F4E17159-3448-4B7E-BF7A-EA1181A7C83E}" dt="2024-08-06T00:14:01.363" v="591" actId="1035"/>
          <ac:grpSpMkLst>
            <pc:docMk/>
            <pc:sldMk cId="505910332" sldId="667"/>
            <ac:grpSpMk id="82" creationId="{0E885C0F-94BB-1C32-D0B4-30E7208E7723}"/>
          </ac:grpSpMkLst>
        </pc:grpChg>
        <pc:cxnChg chg="mod">
          <ac:chgData name="Mengmeng Ge" userId="bb5bc401-97cb-4caf-9857-8ff441375414" providerId="ADAL" clId="{F4E17159-3448-4B7E-BF7A-EA1181A7C83E}" dt="2024-08-06T00:16:38.931" v="615" actId="1076"/>
          <ac:cxnSpMkLst>
            <pc:docMk/>
            <pc:sldMk cId="505910332" sldId="667"/>
            <ac:cxnSpMk id="104" creationId="{9FD79218-1166-5EA0-E2A4-F6E601CF6DF9}"/>
          </ac:cxnSpMkLst>
        </pc:cxnChg>
      </pc:sldChg>
    </pc:docChg>
  </pc:docChgLst>
  <pc:docChgLst>
    <pc:chgData name="Mengmeng Ge" userId="bb5bc401-97cb-4caf-9857-8ff441375414" providerId="ADAL" clId="{956B6F57-8B6B-45D6-87C3-7E746F443E51}"/>
    <pc:docChg chg="undo custSel addSld modSld">
      <pc:chgData name="Mengmeng Ge" userId="bb5bc401-97cb-4caf-9857-8ff441375414" providerId="ADAL" clId="{956B6F57-8B6B-45D6-87C3-7E746F443E51}" dt="2024-09-22T21:45:40.040" v="2958" actId="20577"/>
      <pc:docMkLst>
        <pc:docMk/>
      </pc:docMkLst>
      <pc:sldChg chg="modSp mod modNotesTx">
        <pc:chgData name="Mengmeng Ge" userId="bb5bc401-97cb-4caf-9857-8ff441375414" providerId="ADAL" clId="{956B6F57-8B6B-45D6-87C3-7E746F443E51}" dt="2024-09-13T21:51:52.114" v="369" actId="20577"/>
        <pc:sldMkLst>
          <pc:docMk/>
          <pc:sldMk cId="1242753105" sldId="280"/>
        </pc:sldMkLst>
        <pc:spChg chg="mod">
          <ac:chgData name="Mengmeng Ge" userId="bb5bc401-97cb-4caf-9857-8ff441375414" providerId="ADAL" clId="{956B6F57-8B6B-45D6-87C3-7E746F443E51}" dt="2024-09-13T21:47:01.424" v="330" actId="313"/>
          <ac:spMkLst>
            <pc:docMk/>
            <pc:sldMk cId="1242753105" sldId="280"/>
            <ac:spMk id="485379" creationId="{00000000-0000-0000-0000-000000000000}"/>
          </ac:spMkLst>
        </pc:spChg>
      </pc:sldChg>
      <pc:sldChg chg="modSp mod modNotesTx">
        <pc:chgData name="Mengmeng Ge" userId="bb5bc401-97cb-4caf-9857-8ff441375414" providerId="ADAL" clId="{956B6F57-8B6B-45D6-87C3-7E746F443E51}" dt="2024-09-13T23:12:55.050" v="389" actId="20577"/>
        <pc:sldMkLst>
          <pc:docMk/>
          <pc:sldMk cId="1370772238" sldId="282"/>
        </pc:sldMkLst>
        <pc:graphicFrameChg chg="modGraphic">
          <ac:chgData name="Mengmeng Ge" userId="bb5bc401-97cb-4caf-9857-8ff441375414" providerId="ADAL" clId="{956B6F57-8B6B-45D6-87C3-7E746F443E51}" dt="2024-09-13T23:09:14.979" v="370" actId="207"/>
          <ac:graphicFrameMkLst>
            <pc:docMk/>
            <pc:sldMk cId="1370772238" sldId="282"/>
            <ac:graphicFrameMk id="2" creationId="{001EBF8F-B9A2-655B-C132-CF4F5D5D30F1}"/>
          </ac:graphicFrameMkLst>
        </pc:graphicFrameChg>
      </pc:sldChg>
      <pc:sldChg chg="modSp mod modAnim modNotesTx">
        <pc:chgData name="Mengmeng Ge" userId="bb5bc401-97cb-4caf-9857-8ff441375414" providerId="ADAL" clId="{956B6F57-8B6B-45D6-87C3-7E746F443E51}" dt="2024-09-13T23:39:11.204" v="651"/>
        <pc:sldMkLst>
          <pc:docMk/>
          <pc:sldMk cId="2990081435" sldId="283"/>
        </pc:sldMkLst>
        <pc:spChg chg="mod">
          <ac:chgData name="Mengmeng Ge" userId="bb5bc401-97cb-4caf-9857-8ff441375414" providerId="ADAL" clId="{956B6F57-8B6B-45D6-87C3-7E746F443E51}" dt="2024-09-13T23:38:23.324" v="649" actId="20577"/>
          <ac:spMkLst>
            <pc:docMk/>
            <pc:sldMk cId="2990081435" sldId="283"/>
            <ac:spMk id="4" creationId="{EBF350DC-B4FF-9D02-8984-35CE675263DB}"/>
          </ac:spMkLst>
        </pc:spChg>
      </pc:sldChg>
      <pc:sldChg chg="modSp mod modNotesTx">
        <pc:chgData name="Mengmeng Ge" userId="bb5bc401-97cb-4caf-9857-8ff441375414" providerId="ADAL" clId="{956B6F57-8B6B-45D6-87C3-7E746F443E51}" dt="2024-09-14T00:08:34.406" v="1078" actId="20577"/>
        <pc:sldMkLst>
          <pc:docMk/>
          <pc:sldMk cId="1383121707" sldId="289"/>
        </pc:sldMkLst>
        <pc:graphicFrameChg chg="modGraphic">
          <ac:chgData name="Mengmeng Ge" userId="bb5bc401-97cb-4caf-9857-8ff441375414" providerId="ADAL" clId="{956B6F57-8B6B-45D6-87C3-7E746F443E51}" dt="2024-09-14T00:05:58.713" v="1067" actId="207"/>
          <ac:graphicFrameMkLst>
            <pc:docMk/>
            <pc:sldMk cId="1383121707" sldId="289"/>
            <ac:graphicFrameMk id="2" creationId="{88BA29BF-9859-8F41-46C9-063CA396097E}"/>
          </ac:graphicFrameMkLst>
        </pc:graphicFrameChg>
      </pc:sldChg>
      <pc:sldChg chg="modSp mod modNotesTx">
        <pc:chgData name="Mengmeng Ge" userId="bb5bc401-97cb-4caf-9857-8ff441375414" providerId="ADAL" clId="{956B6F57-8B6B-45D6-87C3-7E746F443E51}" dt="2024-09-18T07:18:30.174" v="2812" actId="20577"/>
        <pc:sldMkLst>
          <pc:docMk/>
          <pc:sldMk cId="2116842467" sldId="290"/>
        </pc:sldMkLst>
        <pc:graphicFrameChg chg="mod modGraphic">
          <ac:chgData name="Mengmeng Ge" userId="bb5bc401-97cb-4caf-9857-8ff441375414" providerId="ADAL" clId="{956B6F57-8B6B-45D6-87C3-7E746F443E51}" dt="2024-09-14T00:49:19.536" v="1634" actId="207"/>
          <ac:graphicFrameMkLst>
            <pc:docMk/>
            <pc:sldMk cId="2116842467" sldId="290"/>
            <ac:graphicFrameMk id="2" creationId="{989D0A3B-D94D-90FC-8035-7EBEF7ABD1AE}"/>
          </ac:graphicFrameMkLst>
        </pc:graphicFrameChg>
      </pc:sldChg>
      <pc:sldChg chg="modSp">
        <pc:chgData name="Mengmeng Ge" userId="bb5bc401-97cb-4caf-9857-8ff441375414" providerId="ADAL" clId="{956B6F57-8B6B-45D6-87C3-7E746F443E51}" dt="2024-09-13T21:28:28.060" v="218" actId="20577"/>
        <pc:sldMkLst>
          <pc:docMk/>
          <pc:sldMk cId="2239467557" sldId="367"/>
        </pc:sldMkLst>
        <pc:spChg chg="mod">
          <ac:chgData name="Mengmeng Ge" userId="bb5bc401-97cb-4caf-9857-8ff441375414" providerId="ADAL" clId="{956B6F57-8B6B-45D6-87C3-7E746F443E51}" dt="2024-09-13T21:28:28.060" v="218" actId="20577"/>
          <ac:spMkLst>
            <pc:docMk/>
            <pc:sldMk cId="2239467557" sldId="367"/>
            <ac:spMk id="4" creationId="{00000000-0000-0000-0000-000000000000}"/>
          </ac:spMkLst>
        </pc:spChg>
      </pc:sldChg>
      <pc:sldChg chg="modSp mod">
        <pc:chgData name="Mengmeng Ge" userId="bb5bc401-97cb-4caf-9857-8ff441375414" providerId="ADAL" clId="{956B6F57-8B6B-45D6-87C3-7E746F443E51}" dt="2024-09-13T23:16:16.296" v="393" actId="207"/>
        <pc:sldMkLst>
          <pc:docMk/>
          <pc:sldMk cId="1975125489" sldId="369"/>
        </pc:sldMkLst>
        <pc:spChg chg="mod">
          <ac:chgData name="Mengmeng Ge" userId="bb5bc401-97cb-4caf-9857-8ff441375414" providerId="ADAL" clId="{956B6F57-8B6B-45D6-87C3-7E746F443E51}" dt="2024-09-13T23:16:16.296" v="393" actId="207"/>
          <ac:spMkLst>
            <pc:docMk/>
            <pc:sldMk cId="1975125489" sldId="369"/>
            <ac:spMk id="486403" creationId="{00000000-0000-0000-0000-000000000000}"/>
          </ac:spMkLst>
        </pc:spChg>
      </pc:sldChg>
      <pc:sldChg chg="modSp mod">
        <pc:chgData name="Mengmeng Ge" userId="bb5bc401-97cb-4caf-9857-8ff441375414" providerId="ADAL" clId="{956B6F57-8B6B-45D6-87C3-7E746F443E51}" dt="2024-09-13T21:29:19.427" v="220" actId="207"/>
        <pc:sldMkLst>
          <pc:docMk/>
          <pc:sldMk cId="3749092311" sldId="370"/>
        </pc:sldMkLst>
        <pc:graphicFrameChg chg="modGraphic">
          <ac:chgData name="Mengmeng Ge" userId="bb5bc401-97cb-4caf-9857-8ff441375414" providerId="ADAL" clId="{956B6F57-8B6B-45D6-87C3-7E746F443E51}" dt="2024-09-13T21:29:19.427" v="220" actId="207"/>
          <ac:graphicFrameMkLst>
            <pc:docMk/>
            <pc:sldMk cId="3749092311" sldId="370"/>
            <ac:graphicFrameMk id="2" creationId="{D4D688AA-C9B7-1253-C3C0-FDB5387A2CEA}"/>
          </ac:graphicFrameMkLst>
        </pc:graphicFrameChg>
      </pc:sldChg>
      <pc:sldChg chg="modSp mod modAnim">
        <pc:chgData name="Mengmeng Ge" userId="bb5bc401-97cb-4caf-9857-8ff441375414" providerId="ADAL" clId="{956B6F57-8B6B-45D6-87C3-7E746F443E51}" dt="2024-09-14T04:54:42.891" v="1774"/>
        <pc:sldMkLst>
          <pc:docMk/>
          <pc:sldMk cId="2967180200" sldId="384"/>
        </pc:sldMkLst>
        <pc:spChg chg="mod">
          <ac:chgData name="Mengmeng Ge" userId="bb5bc401-97cb-4caf-9857-8ff441375414" providerId="ADAL" clId="{956B6F57-8B6B-45D6-87C3-7E746F443E51}" dt="2024-09-03T05:19:48.508" v="155" actId="20577"/>
          <ac:spMkLst>
            <pc:docMk/>
            <pc:sldMk cId="2967180200" sldId="384"/>
            <ac:spMk id="233554" creationId="{00000000-0000-0000-0000-000000000000}"/>
          </ac:spMkLst>
        </pc:spChg>
        <pc:spChg chg="mod">
          <ac:chgData name="Mengmeng Ge" userId="bb5bc401-97cb-4caf-9857-8ff441375414" providerId="ADAL" clId="{956B6F57-8B6B-45D6-87C3-7E746F443E51}" dt="2024-09-03T05:20:00.313" v="165" actId="20577"/>
          <ac:spMkLst>
            <pc:docMk/>
            <pc:sldMk cId="2967180200" sldId="384"/>
            <ac:spMk id="233603" creationId="{00000000-0000-0000-0000-000000000000}"/>
          </ac:spMkLst>
        </pc:spChg>
        <pc:spChg chg="mod">
          <ac:chgData name="Mengmeng Ge" userId="bb5bc401-97cb-4caf-9857-8ff441375414" providerId="ADAL" clId="{956B6F57-8B6B-45D6-87C3-7E746F443E51}" dt="2024-09-03T05:19:52.925" v="162" actId="20577"/>
          <ac:spMkLst>
            <pc:docMk/>
            <pc:sldMk cId="2967180200" sldId="384"/>
            <ac:spMk id="233608" creationId="{00000000-0000-0000-0000-000000000000}"/>
          </ac:spMkLst>
        </pc:spChg>
      </pc:sldChg>
      <pc:sldChg chg="modSp mod modNotesTx">
        <pc:chgData name="Mengmeng Ge" userId="bb5bc401-97cb-4caf-9857-8ff441375414" providerId="ADAL" clId="{956B6F57-8B6B-45D6-87C3-7E746F443E51}" dt="2024-09-14T05:13:20.389" v="1874" actId="20577"/>
        <pc:sldMkLst>
          <pc:docMk/>
          <pc:sldMk cId="3134525737" sldId="389"/>
        </pc:sldMkLst>
        <pc:graphicFrameChg chg="mod modGraphic">
          <ac:chgData name="Mengmeng Ge" userId="bb5bc401-97cb-4caf-9857-8ff441375414" providerId="ADAL" clId="{956B6F57-8B6B-45D6-87C3-7E746F443E51}" dt="2024-09-14T05:08:02.571" v="1848" actId="20577"/>
          <ac:graphicFrameMkLst>
            <pc:docMk/>
            <pc:sldMk cId="3134525737" sldId="389"/>
            <ac:graphicFrameMk id="4" creationId="{B36B7CBB-31CF-9EAE-5820-24EF54396D80}"/>
          </ac:graphicFrameMkLst>
        </pc:graphicFrameChg>
      </pc:sldChg>
      <pc:sldChg chg="modSp mod modAnim modNotesTx">
        <pc:chgData name="Mengmeng Ge" userId="bb5bc401-97cb-4caf-9857-8ff441375414" providerId="ADAL" clId="{956B6F57-8B6B-45D6-87C3-7E746F443E51}" dt="2024-09-14T05:21:29.792" v="1975"/>
        <pc:sldMkLst>
          <pc:docMk/>
          <pc:sldMk cId="3824655394" sldId="391"/>
        </pc:sldMkLst>
        <pc:spChg chg="mod">
          <ac:chgData name="Mengmeng Ge" userId="bb5bc401-97cb-4caf-9857-8ff441375414" providerId="ADAL" clId="{956B6F57-8B6B-45D6-87C3-7E746F443E51}" dt="2024-09-14T05:17:10.059" v="1904"/>
          <ac:spMkLst>
            <pc:docMk/>
            <pc:sldMk cId="3824655394" sldId="391"/>
            <ac:spMk id="622595" creationId="{00000000-0000-0000-0000-000000000000}"/>
          </ac:spMkLst>
        </pc:spChg>
        <pc:picChg chg="mod">
          <ac:chgData name="Mengmeng Ge" userId="bb5bc401-97cb-4caf-9857-8ff441375414" providerId="ADAL" clId="{956B6F57-8B6B-45D6-87C3-7E746F443E51}" dt="2024-09-14T05:17:16.472" v="1906" actId="1076"/>
          <ac:picMkLst>
            <pc:docMk/>
            <pc:sldMk cId="3824655394" sldId="391"/>
            <ac:picMk id="6" creationId="{6EB74838-76C4-67A2-F534-6E6C51E235AF}"/>
          </ac:picMkLst>
        </pc:picChg>
      </pc:sldChg>
      <pc:sldChg chg="addSp delSp modSp mod modAnim modNotesTx">
        <pc:chgData name="Mengmeng Ge" userId="bb5bc401-97cb-4caf-9857-8ff441375414" providerId="ADAL" clId="{956B6F57-8B6B-45D6-87C3-7E746F443E51}" dt="2024-09-14T06:01:27.915" v="2463" actId="1076"/>
        <pc:sldMkLst>
          <pc:docMk/>
          <pc:sldMk cId="3608595056" sldId="392"/>
        </pc:sldMkLst>
        <pc:spChg chg="mod">
          <ac:chgData name="Mengmeng Ge" userId="bb5bc401-97cb-4caf-9857-8ff441375414" providerId="ADAL" clId="{956B6F57-8B6B-45D6-87C3-7E746F443E51}" dt="2024-09-14T05:30:27.316" v="2038" actId="1076"/>
          <ac:spMkLst>
            <pc:docMk/>
            <pc:sldMk cId="3608595056" sldId="392"/>
            <ac:spMk id="8" creationId="{725D7FDC-D61B-CA93-D76A-E0541A87621E}"/>
          </ac:spMkLst>
        </pc:spChg>
        <pc:spChg chg="mod">
          <ac:chgData name="Mengmeng Ge" userId="bb5bc401-97cb-4caf-9857-8ff441375414" providerId="ADAL" clId="{956B6F57-8B6B-45D6-87C3-7E746F443E51}" dt="2024-09-14T05:37:57.712" v="2327" actId="20577"/>
          <ac:spMkLst>
            <pc:docMk/>
            <pc:sldMk cId="3608595056" sldId="392"/>
            <ac:spMk id="623618" creationId="{00000000-0000-0000-0000-000000000000}"/>
          </ac:spMkLst>
        </pc:spChg>
        <pc:spChg chg="mod">
          <ac:chgData name="Mengmeng Ge" userId="bb5bc401-97cb-4caf-9857-8ff441375414" providerId="ADAL" clId="{956B6F57-8B6B-45D6-87C3-7E746F443E51}" dt="2024-09-14T06:01:27.915" v="2463" actId="1076"/>
          <ac:spMkLst>
            <pc:docMk/>
            <pc:sldMk cId="3608595056" sldId="392"/>
            <ac:spMk id="623620" creationId="{00000000-0000-0000-0000-000000000000}"/>
          </ac:spMkLst>
        </pc:spChg>
        <pc:picChg chg="add mod">
          <ac:chgData name="Mengmeng Ge" userId="bb5bc401-97cb-4caf-9857-8ff441375414" providerId="ADAL" clId="{956B6F57-8B6B-45D6-87C3-7E746F443E51}" dt="2024-09-14T05:23:57.310" v="1998" actId="1076"/>
          <ac:picMkLst>
            <pc:docMk/>
            <pc:sldMk cId="3608595056" sldId="392"/>
            <ac:picMk id="3" creationId="{781CB2B9-4373-AC3A-944B-81A5C4F76AAF}"/>
          </ac:picMkLst>
        </pc:picChg>
        <pc:picChg chg="del">
          <ac:chgData name="Mengmeng Ge" userId="bb5bc401-97cb-4caf-9857-8ff441375414" providerId="ADAL" clId="{956B6F57-8B6B-45D6-87C3-7E746F443E51}" dt="2024-09-14T05:23:49.339" v="1994" actId="478"/>
          <ac:picMkLst>
            <pc:docMk/>
            <pc:sldMk cId="3608595056" sldId="392"/>
            <ac:picMk id="5" creationId="{F24966E3-2C85-BB72-0395-16B8F4A03B9B}"/>
          </ac:picMkLst>
        </pc:picChg>
      </pc:sldChg>
      <pc:sldChg chg="modSp mod">
        <pc:chgData name="Mengmeng Ge" userId="bb5bc401-97cb-4caf-9857-8ff441375414" providerId="ADAL" clId="{956B6F57-8B6B-45D6-87C3-7E746F443E51}" dt="2024-09-14T06:14:08.818" v="2561" actId="14100"/>
        <pc:sldMkLst>
          <pc:docMk/>
          <pc:sldMk cId="2680772904" sldId="395"/>
        </pc:sldMkLst>
        <pc:spChg chg="mod">
          <ac:chgData name="Mengmeng Ge" userId="bb5bc401-97cb-4caf-9857-8ff441375414" providerId="ADAL" clId="{956B6F57-8B6B-45D6-87C3-7E746F443E51}" dt="2024-09-14T06:14:08.818" v="2561" actId="14100"/>
          <ac:spMkLst>
            <pc:docMk/>
            <pc:sldMk cId="2680772904" sldId="395"/>
            <ac:spMk id="625667" creationId="{00000000-0000-0000-0000-000000000000}"/>
          </ac:spMkLst>
        </pc:spChg>
      </pc:sldChg>
      <pc:sldChg chg="modNotesTx">
        <pc:chgData name="Mengmeng Ge" userId="bb5bc401-97cb-4caf-9857-8ff441375414" providerId="ADAL" clId="{956B6F57-8B6B-45D6-87C3-7E746F443E51}" dt="2024-09-14T06:21:12.586" v="2710" actId="20577"/>
        <pc:sldMkLst>
          <pc:docMk/>
          <pc:sldMk cId="742021170" sldId="396"/>
        </pc:sldMkLst>
      </pc:sldChg>
      <pc:sldChg chg="addSp modSp modAnim modNotesTx">
        <pc:chgData name="Mengmeng Ge" userId="bb5bc401-97cb-4caf-9857-8ff441375414" providerId="ADAL" clId="{956B6F57-8B6B-45D6-87C3-7E746F443E51}" dt="2024-09-14T06:24:42.915" v="2725" actId="20577"/>
        <pc:sldMkLst>
          <pc:docMk/>
          <pc:sldMk cId="1114109738" sldId="397"/>
        </pc:sldMkLst>
        <pc:spChg chg="mod">
          <ac:chgData name="Mengmeng Ge" userId="bb5bc401-97cb-4caf-9857-8ff441375414" providerId="ADAL" clId="{956B6F57-8B6B-45D6-87C3-7E746F443E51}" dt="2024-09-14T06:21:50.802" v="2711" actId="164"/>
          <ac:spMkLst>
            <pc:docMk/>
            <pc:sldMk cId="1114109738" sldId="397"/>
            <ac:spMk id="2" creationId="{00000000-0000-0000-0000-000000000000}"/>
          </ac:spMkLst>
        </pc:spChg>
        <pc:spChg chg="mod">
          <ac:chgData name="Mengmeng Ge" userId="bb5bc401-97cb-4caf-9857-8ff441375414" providerId="ADAL" clId="{956B6F57-8B6B-45D6-87C3-7E746F443E51}" dt="2024-09-14T06:21:50.802" v="2711" actId="164"/>
          <ac:spMkLst>
            <pc:docMk/>
            <pc:sldMk cId="1114109738" sldId="397"/>
            <ac:spMk id="626756" creationId="{00000000-0000-0000-0000-000000000000}"/>
          </ac:spMkLst>
        </pc:spChg>
        <pc:spChg chg="mod">
          <ac:chgData name="Mengmeng Ge" userId="bb5bc401-97cb-4caf-9857-8ff441375414" providerId="ADAL" clId="{956B6F57-8B6B-45D6-87C3-7E746F443E51}" dt="2024-09-14T06:21:50.802" v="2711" actId="164"/>
          <ac:spMkLst>
            <pc:docMk/>
            <pc:sldMk cId="1114109738" sldId="397"/>
            <ac:spMk id="626757" creationId="{00000000-0000-0000-0000-000000000000}"/>
          </ac:spMkLst>
        </pc:spChg>
        <pc:spChg chg="mod">
          <ac:chgData name="Mengmeng Ge" userId="bb5bc401-97cb-4caf-9857-8ff441375414" providerId="ADAL" clId="{956B6F57-8B6B-45D6-87C3-7E746F443E51}" dt="2024-09-14T06:21:50.802" v="2711" actId="164"/>
          <ac:spMkLst>
            <pc:docMk/>
            <pc:sldMk cId="1114109738" sldId="397"/>
            <ac:spMk id="626758" creationId="{00000000-0000-0000-0000-000000000000}"/>
          </ac:spMkLst>
        </pc:spChg>
        <pc:spChg chg="mod">
          <ac:chgData name="Mengmeng Ge" userId="bb5bc401-97cb-4caf-9857-8ff441375414" providerId="ADAL" clId="{956B6F57-8B6B-45D6-87C3-7E746F443E51}" dt="2024-09-14T06:21:50.802" v="2711" actId="164"/>
          <ac:spMkLst>
            <pc:docMk/>
            <pc:sldMk cId="1114109738" sldId="397"/>
            <ac:spMk id="626759" creationId="{00000000-0000-0000-0000-000000000000}"/>
          </ac:spMkLst>
        </pc:spChg>
        <pc:spChg chg="mod">
          <ac:chgData name="Mengmeng Ge" userId="bb5bc401-97cb-4caf-9857-8ff441375414" providerId="ADAL" clId="{956B6F57-8B6B-45D6-87C3-7E746F443E51}" dt="2024-09-14T06:21:50.802" v="2711" actId="164"/>
          <ac:spMkLst>
            <pc:docMk/>
            <pc:sldMk cId="1114109738" sldId="397"/>
            <ac:spMk id="626760" creationId="{00000000-0000-0000-0000-000000000000}"/>
          </ac:spMkLst>
        </pc:spChg>
        <pc:spChg chg="mod">
          <ac:chgData name="Mengmeng Ge" userId="bb5bc401-97cb-4caf-9857-8ff441375414" providerId="ADAL" clId="{956B6F57-8B6B-45D6-87C3-7E746F443E51}" dt="2024-09-14T06:21:50.802" v="2711" actId="164"/>
          <ac:spMkLst>
            <pc:docMk/>
            <pc:sldMk cId="1114109738" sldId="397"/>
            <ac:spMk id="626761" creationId="{00000000-0000-0000-0000-000000000000}"/>
          </ac:spMkLst>
        </pc:spChg>
        <pc:spChg chg="mod">
          <ac:chgData name="Mengmeng Ge" userId="bb5bc401-97cb-4caf-9857-8ff441375414" providerId="ADAL" clId="{956B6F57-8B6B-45D6-87C3-7E746F443E51}" dt="2024-09-14T06:21:50.802" v="2711" actId="164"/>
          <ac:spMkLst>
            <pc:docMk/>
            <pc:sldMk cId="1114109738" sldId="397"/>
            <ac:spMk id="626762" creationId="{00000000-0000-0000-0000-000000000000}"/>
          </ac:spMkLst>
        </pc:spChg>
        <pc:spChg chg="mod">
          <ac:chgData name="Mengmeng Ge" userId="bb5bc401-97cb-4caf-9857-8ff441375414" providerId="ADAL" clId="{956B6F57-8B6B-45D6-87C3-7E746F443E51}" dt="2024-09-14T06:21:50.802" v="2711" actId="164"/>
          <ac:spMkLst>
            <pc:docMk/>
            <pc:sldMk cId="1114109738" sldId="397"/>
            <ac:spMk id="626763" creationId="{00000000-0000-0000-0000-000000000000}"/>
          </ac:spMkLst>
        </pc:spChg>
        <pc:spChg chg="mod">
          <ac:chgData name="Mengmeng Ge" userId="bb5bc401-97cb-4caf-9857-8ff441375414" providerId="ADAL" clId="{956B6F57-8B6B-45D6-87C3-7E746F443E51}" dt="2024-09-14T06:23:46.085" v="2717" actId="113"/>
          <ac:spMkLst>
            <pc:docMk/>
            <pc:sldMk cId="1114109738" sldId="397"/>
            <ac:spMk id="626764" creationId="{00000000-0000-0000-0000-000000000000}"/>
          </ac:spMkLst>
        </pc:spChg>
        <pc:spChg chg="mod">
          <ac:chgData name="Mengmeng Ge" userId="bb5bc401-97cb-4caf-9857-8ff441375414" providerId="ADAL" clId="{956B6F57-8B6B-45D6-87C3-7E746F443E51}" dt="2024-09-14T06:23:46.085" v="2717" actId="113"/>
          <ac:spMkLst>
            <pc:docMk/>
            <pc:sldMk cId="1114109738" sldId="397"/>
            <ac:spMk id="626767" creationId="{00000000-0000-0000-0000-000000000000}"/>
          </ac:spMkLst>
        </pc:spChg>
        <pc:spChg chg="mod">
          <ac:chgData name="Mengmeng Ge" userId="bb5bc401-97cb-4caf-9857-8ff441375414" providerId="ADAL" clId="{956B6F57-8B6B-45D6-87C3-7E746F443E51}" dt="2024-09-14T06:23:46.085" v="2717" actId="113"/>
          <ac:spMkLst>
            <pc:docMk/>
            <pc:sldMk cId="1114109738" sldId="397"/>
            <ac:spMk id="626768" creationId="{00000000-0000-0000-0000-000000000000}"/>
          </ac:spMkLst>
        </pc:spChg>
        <pc:spChg chg="mod">
          <ac:chgData name="Mengmeng Ge" userId="bb5bc401-97cb-4caf-9857-8ff441375414" providerId="ADAL" clId="{956B6F57-8B6B-45D6-87C3-7E746F443E51}" dt="2024-09-14T06:23:46.085" v="2717" actId="113"/>
          <ac:spMkLst>
            <pc:docMk/>
            <pc:sldMk cId="1114109738" sldId="397"/>
            <ac:spMk id="626769" creationId="{00000000-0000-0000-0000-000000000000}"/>
          </ac:spMkLst>
        </pc:spChg>
        <pc:spChg chg="mod">
          <ac:chgData name="Mengmeng Ge" userId="bb5bc401-97cb-4caf-9857-8ff441375414" providerId="ADAL" clId="{956B6F57-8B6B-45D6-87C3-7E746F443E51}" dt="2024-09-14T06:23:46.085" v="2717" actId="113"/>
          <ac:spMkLst>
            <pc:docMk/>
            <pc:sldMk cId="1114109738" sldId="397"/>
            <ac:spMk id="626770" creationId="{00000000-0000-0000-0000-000000000000}"/>
          </ac:spMkLst>
        </pc:spChg>
        <pc:spChg chg="mod">
          <ac:chgData name="Mengmeng Ge" userId="bb5bc401-97cb-4caf-9857-8ff441375414" providerId="ADAL" clId="{956B6F57-8B6B-45D6-87C3-7E746F443E51}" dt="2024-09-14T06:23:46.085" v="2717" actId="113"/>
          <ac:spMkLst>
            <pc:docMk/>
            <pc:sldMk cId="1114109738" sldId="397"/>
            <ac:spMk id="626771" creationId="{00000000-0000-0000-0000-000000000000}"/>
          </ac:spMkLst>
        </pc:spChg>
        <pc:spChg chg="mod">
          <ac:chgData name="Mengmeng Ge" userId="bb5bc401-97cb-4caf-9857-8ff441375414" providerId="ADAL" clId="{956B6F57-8B6B-45D6-87C3-7E746F443E51}" dt="2024-09-14T06:23:46.085" v="2717" actId="113"/>
          <ac:spMkLst>
            <pc:docMk/>
            <pc:sldMk cId="1114109738" sldId="397"/>
            <ac:spMk id="626773" creationId="{00000000-0000-0000-0000-000000000000}"/>
          </ac:spMkLst>
        </pc:spChg>
        <pc:spChg chg="mod">
          <ac:chgData name="Mengmeng Ge" userId="bb5bc401-97cb-4caf-9857-8ff441375414" providerId="ADAL" clId="{956B6F57-8B6B-45D6-87C3-7E746F443E51}" dt="2024-09-14T06:23:46.085" v="2717" actId="113"/>
          <ac:spMkLst>
            <pc:docMk/>
            <pc:sldMk cId="1114109738" sldId="397"/>
            <ac:spMk id="626774" creationId="{00000000-0000-0000-0000-000000000000}"/>
          </ac:spMkLst>
        </pc:spChg>
        <pc:spChg chg="mod">
          <ac:chgData name="Mengmeng Ge" userId="bb5bc401-97cb-4caf-9857-8ff441375414" providerId="ADAL" clId="{956B6F57-8B6B-45D6-87C3-7E746F443E51}" dt="2024-09-14T06:23:46.085" v="2717" actId="113"/>
          <ac:spMkLst>
            <pc:docMk/>
            <pc:sldMk cId="1114109738" sldId="397"/>
            <ac:spMk id="626775" creationId="{00000000-0000-0000-0000-000000000000}"/>
          </ac:spMkLst>
        </pc:spChg>
        <pc:spChg chg="mod">
          <ac:chgData name="Mengmeng Ge" userId="bb5bc401-97cb-4caf-9857-8ff441375414" providerId="ADAL" clId="{956B6F57-8B6B-45D6-87C3-7E746F443E51}" dt="2024-09-14T06:23:46.085" v="2717" actId="113"/>
          <ac:spMkLst>
            <pc:docMk/>
            <pc:sldMk cId="1114109738" sldId="397"/>
            <ac:spMk id="626777" creationId="{00000000-0000-0000-0000-000000000000}"/>
          </ac:spMkLst>
        </pc:spChg>
        <pc:spChg chg="mod">
          <ac:chgData name="Mengmeng Ge" userId="bb5bc401-97cb-4caf-9857-8ff441375414" providerId="ADAL" clId="{956B6F57-8B6B-45D6-87C3-7E746F443E51}" dt="2024-09-14T06:23:46.085" v="2717" actId="113"/>
          <ac:spMkLst>
            <pc:docMk/>
            <pc:sldMk cId="1114109738" sldId="397"/>
            <ac:spMk id="626778" creationId="{00000000-0000-0000-0000-000000000000}"/>
          </ac:spMkLst>
        </pc:spChg>
        <pc:spChg chg="mod">
          <ac:chgData name="Mengmeng Ge" userId="bb5bc401-97cb-4caf-9857-8ff441375414" providerId="ADAL" clId="{956B6F57-8B6B-45D6-87C3-7E746F443E51}" dt="2024-09-14T06:23:46.085" v="2717" actId="113"/>
          <ac:spMkLst>
            <pc:docMk/>
            <pc:sldMk cId="1114109738" sldId="397"/>
            <ac:spMk id="626779" creationId="{00000000-0000-0000-0000-000000000000}"/>
          </ac:spMkLst>
        </pc:spChg>
        <pc:spChg chg="mod">
          <ac:chgData name="Mengmeng Ge" userId="bb5bc401-97cb-4caf-9857-8ff441375414" providerId="ADAL" clId="{956B6F57-8B6B-45D6-87C3-7E746F443E51}" dt="2024-09-14T06:23:46.085" v="2717" actId="113"/>
          <ac:spMkLst>
            <pc:docMk/>
            <pc:sldMk cId="1114109738" sldId="397"/>
            <ac:spMk id="626780" creationId="{00000000-0000-0000-0000-000000000000}"/>
          </ac:spMkLst>
        </pc:spChg>
        <pc:spChg chg="mod">
          <ac:chgData name="Mengmeng Ge" userId="bb5bc401-97cb-4caf-9857-8ff441375414" providerId="ADAL" clId="{956B6F57-8B6B-45D6-87C3-7E746F443E51}" dt="2024-09-14T06:23:46.085" v="2717" actId="113"/>
          <ac:spMkLst>
            <pc:docMk/>
            <pc:sldMk cId="1114109738" sldId="397"/>
            <ac:spMk id="626783" creationId="{00000000-0000-0000-0000-000000000000}"/>
          </ac:spMkLst>
        </pc:spChg>
        <pc:spChg chg="mod">
          <ac:chgData name="Mengmeng Ge" userId="bb5bc401-97cb-4caf-9857-8ff441375414" providerId="ADAL" clId="{956B6F57-8B6B-45D6-87C3-7E746F443E51}" dt="2024-09-14T06:23:46.085" v="2717" actId="113"/>
          <ac:spMkLst>
            <pc:docMk/>
            <pc:sldMk cId="1114109738" sldId="397"/>
            <ac:spMk id="626784" creationId="{00000000-0000-0000-0000-000000000000}"/>
          </ac:spMkLst>
        </pc:spChg>
        <pc:spChg chg="mod">
          <ac:chgData name="Mengmeng Ge" userId="bb5bc401-97cb-4caf-9857-8ff441375414" providerId="ADAL" clId="{956B6F57-8B6B-45D6-87C3-7E746F443E51}" dt="2024-09-14T06:23:46.085" v="2717" actId="113"/>
          <ac:spMkLst>
            <pc:docMk/>
            <pc:sldMk cId="1114109738" sldId="397"/>
            <ac:spMk id="626785" creationId="{00000000-0000-0000-0000-000000000000}"/>
          </ac:spMkLst>
        </pc:spChg>
        <pc:spChg chg="mod">
          <ac:chgData name="Mengmeng Ge" userId="bb5bc401-97cb-4caf-9857-8ff441375414" providerId="ADAL" clId="{956B6F57-8B6B-45D6-87C3-7E746F443E51}" dt="2024-09-14T06:23:46.085" v="2717" actId="113"/>
          <ac:spMkLst>
            <pc:docMk/>
            <pc:sldMk cId="1114109738" sldId="397"/>
            <ac:spMk id="626786" creationId="{00000000-0000-0000-0000-000000000000}"/>
          </ac:spMkLst>
        </pc:spChg>
        <pc:spChg chg="mod">
          <ac:chgData name="Mengmeng Ge" userId="bb5bc401-97cb-4caf-9857-8ff441375414" providerId="ADAL" clId="{956B6F57-8B6B-45D6-87C3-7E746F443E51}" dt="2024-09-14T06:23:46.085" v="2717" actId="113"/>
          <ac:spMkLst>
            <pc:docMk/>
            <pc:sldMk cId="1114109738" sldId="397"/>
            <ac:spMk id="626787" creationId="{00000000-0000-0000-0000-000000000000}"/>
          </ac:spMkLst>
        </pc:spChg>
        <pc:spChg chg="mod">
          <ac:chgData name="Mengmeng Ge" userId="bb5bc401-97cb-4caf-9857-8ff441375414" providerId="ADAL" clId="{956B6F57-8B6B-45D6-87C3-7E746F443E51}" dt="2024-09-14T06:23:46.085" v="2717" actId="113"/>
          <ac:spMkLst>
            <pc:docMk/>
            <pc:sldMk cId="1114109738" sldId="397"/>
            <ac:spMk id="626789" creationId="{00000000-0000-0000-0000-000000000000}"/>
          </ac:spMkLst>
        </pc:spChg>
        <pc:spChg chg="mod">
          <ac:chgData name="Mengmeng Ge" userId="bb5bc401-97cb-4caf-9857-8ff441375414" providerId="ADAL" clId="{956B6F57-8B6B-45D6-87C3-7E746F443E51}" dt="2024-09-14T06:23:46.085" v="2717" actId="113"/>
          <ac:spMkLst>
            <pc:docMk/>
            <pc:sldMk cId="1114109738" sldId="397"/>
            <ac:spMk id="626790" creationId="{00000000-0000-0000-0000-000000000000}"/>
          </ac:spMkLst>
        </pc:spChg>
        <pc:spChg chg="mod">
          <ac:chgData name="Mengmeng Ge" userId="bb5bc401-97cb-4caf-9857-8ff441375414" providerId="ADAL" clId="{956B6F57-8B6B-45D6-87C3-7E746F443E51}" dt="2024-09-14T06:23:46.085" v="2717" actId="113"/>
          <ac:spMkLst>
            <pc:docMk/>
            <pc:sldMk cId="1114109738" sldId="397"/>
            <ac:spMk id="626791" creationId="{00000000-0000-0000-0000-000000000000}"/>
          </ac:spMkLst>
        </pc:spChg>
        <pc:spChg chg="mod">
          <ac:chgData name="Mengmeng Ge" userId="bb5bc401-97cb-4caf-9857-8ff441375414" providerId="ADAL" clId="{956B6F57-8B6B-45D6-87C3-7E746F443E51}" dt="2024-09-14T06:23:46.085" v="2717" actId="113"/>
          <ac:spMkLst>
            <pc:docMk/>
            <pc:sldMk cId="1114109738" sldId="397"/>
            <ac:spMk id="626793" creationId="{00000000-0000-0000-0000-000000000000}"/>
          </ac:spMkLst>
        </pc:spChg>
        <pc:spChg chg="mod">
          <ac:chgData name="Mengmeng Ge" userId="bb5bc401-97cb-4caf-9857-8ff441375414" providerId="ADAL" clId="{956B6F57-8B6B-45D6-87C3-7E746F443E51}" dt="2024-09-14T06:23:46.085" v="2717" actId="113"/>
          <ac:spMkLst>
            <pc:docMk/>
            <pc:sldMk cId="1114109738" sldId="397"/>
            <ac:spMk id="626794" creationId="{00000000-0000-0000-0000-000000000000}"/>
          </ac:spMkLst>
        </pc:spChg>
        <pc:spChg chg="mod">
          <ac:chgData name="Mengmeng Ge" userId="bb5bc401-97cb-4caf-9857-8ff441375414" providerId="ADAL" clId="{956B6F57-8B6B-45D6-87C3-7E746F443E51}" dt="2024-09-14T06:23:46.085" v="2717" actId="113"/>
          <ac:spMkLst>
            <pc:docMk/>
            <pc:sldMk cId="1114109738" sldId="397"/>
            <ac:spMk id="626795" creationId="{00000000-0000-0000-0000-000000000000}"/>
          </ac:spMkLst>
        </pc:spChg>
        <pc:spChg chg="mod">
          <ac:chgData name="Mengmeng Ge" userId="bb5bc401-97cb-4caf-9857-8ff441375414" providerId="ADAL" clId="{956B6F57-8B6B-45D6-87C3-7E746F443E51}" dt="2024-09-14T06:23:46.085" v="2717" actId="113"/>
          <ac:spMkLst>
            <pc:docMk/>
            <pc:sldMk cId="1114109738" sldId="397"/>
            <ac:spMk id="626796" creationId="{00000000-0000-0000-0000-000000000000}"/>
          </ac:spMkLst>
        </pc:spChg>
        <pc:spChg chg="mod">
          <ac:chgData name="Mengmeng Ge" userId="bb5bc401-97cb-4caf-9857-8ff441375414" providerId="ADAL" clId="{956B6F57-8B6B-45D6-87C3-7E746F443E51}" dt="2024-09-14T06:23:46.085" v="2717" actId="113"/>
          <ac:spMkLst>
            <pc:docMk/>
            <pc:sldMk cId="1114109738" sldId="397"/>
            <ac:spMk id="626799" creationId="{00000000-0000-0000-0000-000000000000}"/>
          </ac:spMkLst>
        </pc:spChg>
        <pc:spChg chg="mod">
          <ac:chgData name="Mengmeng Ge" userId="bb5bc401-97cb-4caf-9857-8ff441375414" providerId="ADAL" clId="{956B6F57-8B6B-45D6-87C3-7E746F443E51}" dt="2024-09-14T06:23:46.085" v="2717" actId="113"/>
          <ac:spMkLst>
            <pc:docMk/>
            <pc:sldMk cId="1114109738" sldId="397"/>
            <ac:spMk id="626800" creationId="{00000000-0000-0000-0000-000000000000}"/>
          </ac:spMkLst>
        </pc:spChg>
        <pc:spChg chg="mod">
          <ac:chgData name="Mengmeng Ge" userId="bb5bc401-97cb-4caf-9857-8ff441375414" providerId="ADAL" clId="{956B6F57-8B6B-45D6-87C3-7E746F443E51}" dt="2024-09-14T06:23:46.085" v="2717" actId="113"/>
          <ac:spMkLst>
            <pc:docMk/>
            <pc:sldMk cId="1114109738" sldId="397"/>
            <ac:spMk id="626801" creationId="{00000000-0000-0000-0000-000000000000}"/>
          </ac:spMkLst>
        </pc:spChg>
        <pc:spChg chg="mod">
          <ac:chgData name="Mengmeng Ge" userId="bb5bc401-97cb-4caf-9857-8ff441375414" providerId="ADAL" clId="{956B6F57-8B6B-45D6-87C3-7E746F443E51}" dt="2024-09-14T06:23:46.085" v="2717" actId="113"/>
          <ac:spMkLst>
            <pc:docMk/>
            <pc:sldMk cId="1114109738" sldId="397"/>
            <ac:spMk id="626802" creationId="{00000000-0000-0000-0000-000000000000}"/>
          </ac:spMkLst>
        </pc:spChg>
        <pc:spChg chg="mod">
          <ac:chgData name="Mengmeng Ge" userId="bb5bc401-97cb-4caf-9857-8ff441375414" providerId="ADAL" clId="{956B6F57-8B6B-45D6-87C3-7E746F443E51}" dt="2024-09-14T06:23:46.085" v="2717" actId="113"/>
          <ac:spMkLst>
            <pc:docMk/>
            <pc:sldMk cId="1114109738" sldId="397"/>
            <ac:spMk id="626803" creationId="{00000000-0000-0000-0000-000000000000}"/>
          </ac:spMkLst>
        </pc:spChg>
        <pc:spChg chg="mod">
          <ac:chgData name="Mengmeng Ge" userId="bb5bc401-97cb-4caf-9857-8ff441375414" providerId="ADAL" clId="{956B6F57-8B6B-45D6-87C3-7E746F443E51}" dt="2024-09-14T06:23:46.085" v="2717" actId="113"/>
          <ac:spMkLst>
            <pc:docMk/>
            <pc:sldMk cId="1114109738" sldId="397"/>
            <ac:spMk id="626805" creationId="{00000000-0000-0000-0000-000000000000}"/>
          </ac:spMkLst>
        </pc:spChg>
        <pc:spChg chg="mod">
          <ac:chgData name="Mengmeng Ge" userId="bb5bc401-97cb-4caf-9857-8ff441375414" providerId="ADAL" clId="{956B6F57-8B6B-45D6-87C3-7E746F443E51}" dt="2024-09-14T06:23:46.085" v="2717" actId="113"/>
          <ac:spMkLst>
            <pc:docMk/>
            <pc:sldMk cId="1114109738" sldId="397"/>
            <ac:spMk id="626806" creationId="{00000000-0000-0000-0000-000000000000}"/>
          </ac:spMkLst>
        </pc:spChg>
        <pc:spChg chg="mod">
          <ac:chgData name="Mengmeng Ge" userId="bb5bc401-97cb-4caf-9857-8ff441375414" providerId="ADAL" clId="{956B6F57-8B6B-45D6-87C3-7E746F443E51}" dt="2024-09-14T06:23:46.085" v="2717" actId="113"/>
          <ac:spMkLst>
            <pc:docMk/>
            <pc:sldMk cId="1114109738" sldId="397"/>
            <ac:spMk id="626807" creationId="{00000000-0000-0000-0000-000000000000}"/>
          </ac:spMkLst>
        </pc:spChg>
        <pc:spChg chg="mod">
          <ac:chgData name="Mengmeng Ge" userId="bb5bc401-97cb-4caf-9857-8ff441375414" providerId="ADAL" clId="{956B6F57-8B6B-45D6-87C3-7E746F443E51}" dt="2024-09-14T06:23:46.085" v="2717" actId="113"/>
          <ac:spMkLst>
            <pc:docMk/>
            <pc:sldMk cId="1114109738" sldId="397"/>
            <ac:spMk id="626809" creationId="{00000000-0000-0000-0000-000000000000}"/>
          </ac:spMkLst>
        </pc:spChg>
        <pc:spChg chg="mod">
          <ac:chgData name="Mengmeng Ge" userId="bb5bc401-97cb-4caf-9857-8ff441375414" providerId="ADAL" clId="{956B6F57-8B6B-45D6-87C3-7E746F443E51}" dt="2024-09-14T06:23:46.085" v="2717" actId="113"/>
          <ac:spMkLst>
            <pc:docMk/>
            <pc:sldMk cId="1114109738" sldId="397"/>
            <ac:spMk id="626810" creationId="{00000000-0000-0000-0000-000000000000}"/>
          </ac:spMkLst>
        </pc:spChg>
        <pc:spChg chg="mod">
          <ac:chgData name="Mengmeng Ge" userId="bb5bc401-97cb-4caf-9857-8ff441375414" providerId="ADAL" clId="{956B6F57-8B6B-45D6-87C3-7E746F443E51}" dt="2024-09-14T06:23:46.085" v="2717" actId="113"/>
          <ac:spMkLst>
            <pc:docMk/>
            <pc:sldMk cId="1114109738" sldId="397"/>
            <ac:spMk id="626811" creationId="{00000000-0000-0000-0000-000000000000}"/>
          </ac:spMkLst>
        </pc:spChg>
        <pc:spChg chg="mod">
          <ac:chgData name="Mengmeng Ge" userId="bb5bc401-97cb-4caf-9857-8ff441375414" providerId="ADAL" clId="{956B6F57-8B6B-45D6-87C3-7E746F443E51}" dt="2024-09-14T06:23:46.085" v="2717" actId="113"/>
          <ac:spMkLst>
            <pc:docMk/>
            <pc:sldMk cId="1114109738" sldId="397"/>
            <ac:spMk id="626812" creationId="{00000000-0000-0000-0000-000000000000}"/>
          </ac:spMkLst>
        </pc:spChg>
        <pc:spChg chg="mod">
          <ac:chgData name="Mengmeng Ge" userId="bb5bc401-97cb-4caf-9857-8ff441375414" providerId="ADAL" clId="{956B6F57-8B6B-45D6-87C3-7E746F443E51}" dt="2024-09-14T06:23:46.085" v="2717" actId="113"/>
          <ac:spMkLst>
            <pc:docMk/>
            <pc:sldMk cId="1114109738" sldId="397"/>
            <ac:spMk id="626815" creationId="{00000000-0000-0000-0000-000000000000}"/>
          </ac:spMkLst>
        </pc:spChg>
        <pc:spChg chg="mod">
          <ac:chgData name="Mengmeng Ge" userId="bb5bc401-97cb-4caf-9857-8ff441375414" providerId="ADAL" clId="{956B6F57-8B6B-45D6-87C3-7E746F443E51}" dt="2024-09-14T06:23:46.085" v="2717" actId="113"/>
          <ac:spMkLst>
            <pc:docMk/>
            <pc:sldMk cId="1114109738" sldId="397"/>
            <ac:spMk id="626816" creationId="{00000000-0000-0000-0000-000000000000}"/>
          </ac:spMkLst>
        </pc:spChg>
        <pc:spChg chg="mod">
          <ac:chgData name="Mengmeng Ge" userId="bb5bc401-97cb-4caf-9857-8ff441375414" providerId="ADAL" clId="{956B6F57-8B6B-45D6-87C3-7E746F443E51}" dt="2024-09-14T06:23:46.085" v="2717" actId="113"/>
          <ac:spMkLst>
            <pc:docMk/>
            <pc:sldMk cId="1114109738" sldId="397"/>
            <ac:spMk id="626817" creationId="{00000000-0000-0000-0000-000000000000}"/>
          </ac:spMkLst>
        </pc:spChg>
        <pc:spChg chg="mod">
          <ac:chgData name="Mengmeng Ge" userId="bb5bc401-97cb-4caf-9857-8ff441375414" providerId="ADAL" clId="{956B6F57-8B6B-45D6-87C3-7E746F443E51}" dt="2024-09-14T06:23:46.085" v="2717" actId="113"/>
          <ac:spMkLst>
            <pc:docMk/>
            <pc:sldMk cId="1114109738" sldId="397"/>
            <ac:spMk id="626818" creationId="{00000000-0000-0000-0000-000000000000}"/>
          </ac:spMkLst>
        </pc:spChg>
        <pc:spChg chg="mod">
          <ac:chgData name="Mengmeng Ge" userId="bb5bc401-97cb-4caf-9857-8ff441375414" providerId="ADAL" clId="{956B6F57-8B6B-45D6-87C3-7E746F443E51}" dt="2024-09-14T06:23:46.085" v="2717" actId="113"/>
          <ac:spMkLst>
            <pc:docMk/>
            <pc:sldMk cId="1114109738" sldId="397"/>
            <ac:spMk id="626819" creationId="{00000000-0000-0000-0000-000000000000}"/>
          </ac:spMkLst>
        </pc:spChg>
        <pc:spChg chg="mod">
          <ac:chgData name="Mengmeng Ge" userId="bb5bc401-97cb-4caf-9857-8ff441375414" providerId="ADAL" clId="{956B6F57-8B6B-45D6-87C3-7E746F443E51}" dt="2024-09-14T06:23:46.085" v="2717" actId="113"/>
          <ac:spMkLst>
            <pc:docMk/>
            <pc:sldMk cId="1114109738" sldId="397"/>
            <ac:spMk id="626821" creationId="{00000000-0000-0000-0000-000000000000}"/>
          </ac:spMkLst>
        </pc:spChg>
        <pc:spChg chg="mod">
          <ac:chgData name="Mengmeng Ge" userId="bb5bc401-97cb-4caf-9857-8ff441375414" providerId="ADAL" clId="{956B6F57-8B6B-45D6-87C3-7E746F443E51}" dt="2024-09-14T06:23:46.085" v="2717" actId="113"/>
          <ac:spMkLst>
            <pc:docMk/>
            <pc:sldMk cId="1114109738" sldId="397"/>
            <ac:spMk id="626822" creationId="{00000000-0000-0000-0000-000000000000}"/>
          </ac:spMkLst>
        </pc:spChg>
        <pc:spChg chg="mod">
          <ac:chgData name="Mengmeng Ge" userId="bb5bc401-97cb-4caf-9857-8ff441375414" providerId="ADAL" clId="{956B6F57-8B6B-45D6-87C3-7E746F443E51}" dt="2024-09-14T06:23:46.085" v="2717" actId="113"/>
          <ac:spMkLst>
            <pc:docMk/>
            <pc:sldMk cId="1114109738" sldId="397"/>
            <ac:spMk id="626823" creationId="{00000000-0000-0000-0000-000000000000}"/>
          </ac:spMkLst>
        </pc:spChg>
        <pc:spChg chg="mod">
          <ac:chgData name="Mengmeng Ge" userId="bb5bc401-97cb-4caf-9857-8ff441375414" providerId="ADAL" clId="{956B6F57-8B6B-45D6-87C3-7E746F443E51}" dt="2024-09-14T06:23:46.085" v="2717" actId="113"/>
          <ac:spMkLst>
            <pc:docMk/>
            <pc:sldMk cId="1114109738" sldId="397"/>
            <ac:spMk id="626825" creationId="{00000000-0000-0000-0000-000000000000}"/>
          </ac:spMkLst>
        </pc:spChg>
        <pc:spChg chg="mod">
          <ac:chgData name="Mengmeng Ge" userId="bb5bc401-97cb-4caf-9857-8ff441375414" providerId="ADAL" clId="{956B6F57-8B6B-45D6-87C3-7E746F443E51}" dt="2024-09-14T06:23:46.085" v="2717" actId="113"/>
          <ac:spMkLst>
            <pc:docMk/>
            <pc:sldMk cId="1114109738" sldId="397"/>
            <ac:spMk id="626826" creationId="{00000000-0000-0000-0000-000000000000}"/>
          </ac:spMkLst>
        </pc:spChg>
        <pc:spChg chg="mod">
          <ac:chgData name="Mengmeng Ge" userId="bb5bc401-97cb-4caf-9857-8ff441375414" providerId="ADAL" clId="{956B6F57-8B6B-45D6-87C3-7E746F443E51}" dt="2024-09-14T06:23:46.085" v="2717" actId="113"/>
          <ac:spMkLst>
            <pc:docMk/>
            <pc:sldMk cId="1114109738" sldId="397"/>
            <ac:spMk id="626827" creationId="{00000000-0000-0000-0000-000000000000}"/>
          </ac:spMkLst>
        </pc:spChg>
        <pc:spChg chg="mod">
          <ac:chgData name="Mengmeng Ge" userId="bb5bc401-97cb-4caf-9857-8ff441375414" providerId="ADAL" clId="{956B6F57-8B6B-45D6-87C3-7E746F443E51}" dt="2024-09-14T06:23:46.085" v="2717" actId="113"/>
          <ac:spMkLst>
            <pc:docMk/>
            <pc:sldMk cId="1114109738" sldId="397"/>
            <ac:spMk id="626828" creationId="{00000000-0000-0000-0000-000000000000}"/>
          </ac:spMkLst>
        </pc:spChg>
        <pc:spChg chg="mod">
          <ac:chgData name="Mengmeng Ge" userId="bb5bc401-97cb-4caf-9857-8ff441375414" providerId="ADAL" clId="{956B6F57-8B6B-45D6-87C3-7E746F443E51}" dt="2024-09-14T06:23:46.085" v="2717" actId="113"/>
          <ac:spMkLst>
            <pc:docMk/>
            <pc:sldMk cId="1114109738" sldId="397"/>
            <ac:spMk id="626829" creationId="{00000000-0000-0000-0000-000000000000}"/>
          </ac:spMkLst>
        </pc:spChg>
        <pc:spChg chg="mod">
          <ac:chgData name="Mengmeng Ge" userId="bb5bc401-97cb-4caf-9857-8ff441375414" providerId="ADAL" clId="{956B6F57-8B6B-45D6-87C3-7E746F443E51}" dt="2024-09-14T06:23:46.085" v="2717" actId="113"/>
          <ac:spMkLst>
            <pc:docMk/>
            <pc:sldMk cId="1114109738" sldId="397"/>
            <ac:spMk id="626830" creationId="{00000000-0000-0000-0000-000000000000}"/>
          </ac:spMkLst>
        </pc:spChg>
        <pc:spChg chg="mod">
          <ac:chgData name="Mengmeng Ge" userId="bb5bc401-97cb-4caf-9857-8ff441375414" providerId="ADAL" clId="{956B6F57-8B6B-45D6-87C3-7E746F443E51}" dt="2024-09-14T06:23:46.085" v="2717" actId="113"/>
          <ac:spMkLst>
            <pc:docMk/>
            <pc:sldMk cId="1114109738" sldId="397"/>
            <ac:spMk id="626831" creationId="{00000000-0000-0000-0000-000000000000}"/>
          </ac:spMkLst>
        </pc:spChg>
        <pc:spChg chg="mod">
          <ac:chgData name="Mengmeng Ge" userId="bb5bc401-97cb-4caf-9857-8ff441375414" providerId="ADAL" clId="{956B6F57-8B6B-45D6-87C3-7E746F443E51}" dt="2024-09-14T06:23:46.085" v="2717" actId="113"/>
          <ac:spMkLst>
            <pc:docMk/>
            <pc:sldMk cId="1114109738" sldId="397"/>
            <ac:spMk id="626832" creationId="{00000000-0000-0000-0000-000000000000}"/>
          </ac:spMkLst>
        </pc:spChg>
        <pc:spChg chg="mod">
          <ac:chgData name="Mengmeng Ge" userId="bb5bc401-97cb-4caf-9857-8ff441375414" providerId="ADAL" clId="{956B6F57-8B6B-45D6-87C3-7E746F443E51}" dt="2024-09-14T06:23:46.085" v="2717" actId="113"/>
          <ac:spMkLst>
            <pc:docMk/>
            <pc:sldMk cId="1114109738" sldId="397"/>
            <ac:spMk id="626833" creationId="{00000000-0000-0000-0000-000000000000}"/>
          </ac:spMkLst>
        </pc:spChg>
        <pc:spChg chg="mod">
          <ac:chgData name="Mengmeng Ge" userId="bb5bc401-97cb-4caf-9857-8ff441375414" providerId="ADAL" clId="{956B6F57-8B6B-45D6-87C3-7E746F443E51}" dt="2024-09-14T06:23:46.085" v="2717" actId="113"/>
          <ac:spMkLst>
            <pc:docMk/>
            <pc:sldMk cId="1114109738" sldId="397"/>
            <ac:spMk id="626834" creationId="{00000000-0000-0000-0000-000000000000}"/>
          </ac:spMkLst>
        </pc:spChg>
        <pc:spChg chg="mod">
          <ac:chgData name="Mengmeng Ge" userId="bb5bc401-97cb-4caf-9857-8ff441375414" providerId="ADAL" clId="{956B6F57-8B6B-45D6-87C3-7E746F443E51}" dt="2024-09-14T06:23:46.085" v="2717" actId="113"/>
          <ac:spMkLst>
            <pc:docMk/>
            <pc:sldMk cId="1114109738" sldId="397"/>
            <ac:spMk id="626835" creationId="{00000000-0000-0000-0000-000000000000}"/>
          </ac:spMkLst>
        </pc:spChg>
        <pc:spChg chg="mod">
          <ac:chgData name="Mengmeng Ge" userId="bb5bc401-97cb-4caf-9857-8ff441375414" providerId="ADAL" clId="{956B6F57-8B6B-45D6-87C3-7E746F443E51}" dt="2024-09-14T06:23:46.085" v="2717" actId="113"/>
          <ac:spMkLst>
            <pc:docMk/>
            <pc:sldMk cId="1114109738" sldId="397"/>
            <ac:spMk id="626838" creationId="{00000000-0000-0000-0000-000000000000}"/>
          </ac:spMkLst>
        </pc:spChg>
        <pc:spChg chg="mod">
          <ac:chgData name="Mengmeng Ge" userId="bb5bc401-97cb-4caf-9857-8ff441375414" providerId="ADAL" clId="{956B6F57-8B6B-45D6-87C3-7E746F443E51}" dt="2024-09-14T06:23:46.085" v="2717" actId="113"/>
          <ac:spMkLst>
            <pc:docMk/>
            <pc:sldMk cId="1114109738" sldId="397"/>
            <ac:spMk id="626839" creationId="{00000000-0000-0000-0000-000000000000}"/>
          </ac:spMkLst>
        </pc:spChg>
        <pc:spChg chg="mod">
          <ac:chgData name="Mengmeng Ge" userId="bb5bc401-97cb-4caf-9857-8ff441375414" providerId="ADAL" clId="{956B6F57-8B6B-45D6-87C3-7E746F443E51}" dt="2024-09-14T06:23:46.085" v="2717" actId="113"/>
          <ac:spMkLst>
            <pc:docMk/>
            <pc:sldMk cId="1114109738" sldId="397"/>
            <ac:spMk id="626840" creationId="{00000000-0000-0000-0000-000000000000}"/>
          </ac:spMkLst>
        </pc:spChg>
        <pc:spChg chg="mod">
          <ac:chgData name="Mengmeng Ge" userId="bb5bc401-97cb-4caf-9857-8ff441375414" providerId="ADAL" clId="{956B6F57-8B6B-45D6-87C3-7E746F443E51}" dt="2024-09-14T06:23:46.085" v="2717" actId="113"/>
          <ac:spMkLst>
            <pc:docMk/>
            <pc:sldMk cId="1114109738" sldId="397"/>
            <ac:spMk id="626841" creationId="{00000000-0000-0000-0000-000000000000}"/>
          </ac:spMkLst>
        </pc:spChg>
        <pc:spChg chg="mod">
          <ac:chgData name="Mengmeng Ge" userId="bb5bc401-97cb-4caf-9857-8ff441375414" providerId="ADAL" clId="{956B6F57-8B6B-45D6-87C3-7E746F443E51}" dt="2024-09-14T06:23:46.085" v="2717" actId="113"/>
          <ac:spMkLst>
            <pc:docMk/>
            <pc:sldMk cId="1114109738" sldId="397"/>
            <ac:spMk id="626842" creationId="{00000000-0000-0000-0000-000000000000}"/>
          </ac:spMkLst>
        </pc:spChg>
        <pc:spChg chg="mod">
          <ac:chgData name="Mengmeng Ge" userId="bb5bc401-97cb-4caf-9857-8ff441375414" providerId="ADAL" clId="{956B6F57-8B6B-45D6-87C3-7E746F443E51}" dt="2024-09-14T06:23:46.085" v="2717" actId="113"/>
          <ac:spMkLst>
            <pc:docMk/>
            <pc:sldMk cId="1114109738" sldId="397"/>
            <ac:spMk id="626844" creationId="{00000000-0000-0000-0000-000000000000}"/>
          </ac:spMkLst>
        </pc:spChg>
        <pc:spChg chg="mod">
          <ac:chgData name="Mengmeng Ge" userId="bb5bc401-97cb-4caf-9857-8ff441375414" providerId="ADAL" clId="{956B6F57-8B6B-45D6-87C3-7E746F443E51}" dt="2024-09-14T06:23:46.085" v="2717" actId="113"/>
          <ac:spMkLst>
            <pc:docMk/>
            <pc:sldMk cId="1114109738" sldId="397"/>
            <ac:spMk id="626845" creationId="{00000000-0000-0000-0000-000000000000}"/>
          </ac:spMkLst>
        </pc:spChg>
        <pc:spChg chg="mod">
          <ac:chgData name="Mengmeng Ge" userId="bb5bc401-97cb-4caf-9857-8ff441375414" providerId="ADAL" clId="{956B6F57-8B6B-45D6-87C3-7E746F443E51}" dt="2024-09-14T06:23:46.085" v="2717" actId="113"/>
          <ac:spMkLst>
            <pc:docMk/>
            <pc:sldMk cId="1114109738" sldId="397"/>
            <ac:spMk id="626846" creationId="{00000000-0000-0000-0000-000000000000}"/>
          </ac:spMkLst>
        </pc:spChg>
        <pc:spChg chg="mod">
          <ac:chgData name="Mengmeng Ge" userId="bb5bc401-97cb-4caf-9857-8ff441375414" providerId="ADAL" clId="{956B6F57-8B6B-45D6-87C3-7E746F443E51}" dt="2024-09-14T06:23:46.085" v="2717" actId="113"/>
          <ac:spMkLst>
            <pc:docMk/>
            <pc:sldMk cId="1114109738" sldId="397"/>
            <ac:spMk id="626848" creationId="{00000000-0000-0000-0000-000000000000}"/>
          </ac:spMkLst>
        </pc:spChg>
        <pc:spChg chg="mod">
          <ac:chgData name="Mengmeng Ge" userId="bb5bc401-97cb-4caf-9857-8ff441375414" providerId="ADAL" clId="{956B6F57-8B6B-45D6-87C3-7E746F443E51}" dt="2024-09-14T06:23:46.085" v="2717" actId="113"/>
          <ac:spMkLst>
            <pc:docMk/>
            <pc:sldMk cId="1114109738" sldId="397"/>
            <ac:spMk id="626849" creationId="{00000000-0000-0000-0000-000000000000}"/>
          </ac:spMkLst>
        </pc:spChg>
        <pc:spChg chg="mod">
          <ac:chgData name="Mengmeng Ge" userId="bb5bc401-97cb-4caf-9857-8ff441375414" providerId="ADAL" clId="{956B6F57-8B6B-45D6-87C3-7E746F443E51}" dt="2024-09-14T06:23:46.085" v="2717" actId="113"/>
          <ac:spMkLst>
            <pc:docMk/>
            <pc:sldMk cId="1114109738" sldId="397"/>
            <ac:spMk id="626850" creationId="{00000000-0000-0000-0000-000000000000}"/>
          </ac:spMkLst>
        </pc:spChg>
        <pc:spChg chg="mod">
          <ac:chgData name="Mengmeng Ge" userId="bb5bc401-97cb-4caf-9857-8ff441375414" providerId="ADAL" clId="{956B6F57-8B6B-45D6-87C3-7E746F443E51}" dt="2024-09-14T06:23:46.085" v="2717" actId="113"/>
          <ac:spMkLst>
            <pc:docMk/>
            <pc:sldMk cId="1114109738" sldId="397"/>
            <ac:spMk id="626851" creationId="{00000000-0000-0000-0000-000000000000}"/>
          </ac:spMkLst>
        </pc:spChg>
        <pc:spChg chg="mod">
          <ac:chgData name="Mengmeng Ge" userId="bb5bc401-97cb-4caf-9857-8ff441375414" providerId="ADAL" clId="{956B6F57-8B6B-45D6-87C3-7E746F443E51}" dt="2024-09-14T06:23:46.085" v="2717" actId="113"/>
          <ac:spMkLst>
            <pc:docMk/>
            <pc:sldMk cId="1114109738" sldId="397"/>
            <ac:spMk id="626854" creationId="{00000000-0000-0000-0000-000000000000}"/>
          </ac:spMkLst>
        </pc:spChg>
        <pc:spChg chg="mod">
          <ac:chgData name="Mengmeng Ge" userId="bb5bc401-97cb-4caf-9857-8ff441375414" providerId="ADAL" clId="{956B6F57-8B6B-45D6-87C3-7E746F443E51}" dt="2024-09-14T06:23:46.085" v="2717" actId="113"/>
          <ac:spMkLst>
            <pc:docMk/>
            <pc:sldMk cId="1114109738" sldId="397"/>
            <ac:spMk id="626855" creationId="{00000000-0000-0000-0000-000000000000}"/>
          </ac:spMkLst>
        </pc:spChg>
        <pc:spChg chg="mod">
          <ac:chgData name="Mengmeng Ge" userId="bb5bc401-97cb-4caf-9857-8ff441375414" providerId="ADAL" clId="{956B6F57-8B6B-45D6-87C3-7E746F443E51}" dt="2024-09-14T06:23:46.085" v="2717" actId="113"/>
          <ac:spMkLst>
            <pc:docMk/>
            <pc:sldMk cId="1114109738" sldId="397"/>
            <ac:spMk id="626856" creationId="{00000000-0000-0000-0000-000000000000}"/>
          </ac:spMkLst>
        </pc:spChg>
        <pc:spChg chg="mod">
          <ac:chgData name="Mengmeng Ge" userId="bb5bc401-97cb-4caf-9857-8ff441375414" providerId="ADAL" clId="{956B6F57-8B6B-45D6-87C3-7E746F443E51}" dt="2024-09-14T06:23:46.085" v="2717" actId="113"/>
          <ac:spMkLst>
            <pc:docMk/>
            <pc:sldMk cId="1114109738" sldId="397"/>
            <ac:spMk id="626857" creationId="{00000000-0000-0000-0000-000000000000}"/>
          </ac:spMkLst>
        </pc:spChg>
        <pc:spChg chg="mod">
          <ac:chgData name="Mengmeng Ge" userId="bb5bc401-97cb-4caf-9857-8ff441375414" providerId="ADAL" clId="{956B6F57-8B6B-45D6-87C3-7E746F443E51}" dt="2024-09-14T06:23:46.085" v="2717" actId="113"/>
          <ac:spMkLst>
            <pc:docMk/>
            <pc:sldMk cId="1114109738" sldId="397"/>
            <ac:spMk id="626858" creationId="{00000000-0000-0000-0000-000000000000}"/>
          </ac:spMkLst>
        </pc:spChg>
        <pc:spChg chg="mod">
          <ac:chgData name="Mengmeng Ge" userId="bb5bc401-97cb-4caf-9857-8ff441375414" providerId="ADAL" clId="{956B6F57-8B6B-45D6-87C3-7E746F443E51}" dt="2024-09-14T06:23:46.085" v="2717" actId="113"/>
          <ac:spMkLst>
            <pc:docMk/>
            <pc:sldMk cId="1114109738" sldId="397"/>
            <ac:spMk id="626860" creationId="{00000000-0000-0000-0000-000000000000}"/>
          </ac:spMkLst>
        </pc:spChg>
        <pc:spChg chg="mod">
          <ac:chgData name="Mengmeng Ge" userId="bb5bc401-97cb-4caf-9857-8ff441375414" providerId="ADAL" clId="{956B6F57-8B6B-45D6-87C3-7E746F443E51}" dt="2024-09-14T06:23:46.085" v="2717" actId="113"/>
          <ac:spMkLst>
            <pc:docMk/>
            <pc:sldMk cId="1114109738" sldId="397"/>
            <ac:spMk id="626861" creationId="{00000000-0000-0000-0000-000000000000}"/>
          </ac:spMkLst>
        </pc:spChg>
        <pc:spChg chg="mod">
          <ac:chgData name="Mengmeng Ge" userId="bb5bc401-97cb-4caf-9857-8ff441375414" providerId="ADAL" clId="{956B6F57-8B6B-45D6-87C3-7E746F443E51}" dt="2024-09-14T06:23:46.085" v="2717" actId="113"/>
          <ac:spMkLst>
            <pc:docMk/>
            <pc:sldMk cId="1114109738" sldId="397"/>
            <ac:spMk id="626862" creationId="{00000000-0000-0000-0000-000000000000}"/>
          </ac:spMkLst>
        </pc:spChg>
        <pc:spChg chg="mod">
          <ac:chgData name="Mengmeng Ge" userId="bb5bc401-97cb-4caf-9857-8ff441375414" providerId="ADAL" clId="{956B6F57-8B6B-45D6-87C3-7E746F443E51}" dt="2024-09-14T06:23:46.085" v="2717" actId="113"/>
          <ac:spMkLst>
            <pc:docMk/>
            <pc:sldMk cId="1114109738" sldId="397"/>
            <ac:spMk id="626864" creationId="{00000000-0000-0000-0000-000000000000}"/>
          </ac:spMkLst>
        </pc:spChg>
        <pc:spChg chg="mod">
          <ac:chgData name="Mengmeng Ge" userId="bb5bc401-97cb-4caf-9857-8ff441375414" providerId="ADAL" clId="{956B6F57-8B6B-45D6-87C3-7E746F443E51}" dt="2024-09-14T06:23:46.085" v="2717" actId="113"/>
          <ac:spMkLst>
            <pc:docMk/>
            <pc:sldMk cId="1114109738" sldId="397"/>
            <ac:spMk id="626865" creationId="{00000000-0000-0000-0000-000000000000}"/>
          </ac:spMkLst>
        </pc:spChg>
        <pc:spChg chg="mod">
          <ac:chgData name="Mengmeng Ge" userId="bb5bc401-97cb-4caf-9857-8ff441375414" providerId="ADAL" clId="{956B6F57-8B6B-45D6-87C3-7E746F443E51}" dt="2024-09-14T06:23:46.085" v="2717" actId="113"/>
          <ac:spMkLst>
            <pc:docMk/>
            <pc:sldMk cId="1114109738" sldId="397"/>
            <ac:spMk id="626866" creationId="{00000000-0000-0000-0000-000000000000}"/>
          </ac:spMkLst>
        </pc:spChg>
        <pc:spChg chg="mod">
          <ac:chgData name="Mengmeng Ge" userId="bb5bc401-97cb-4caf-9857-8ff441375414" providerId="ADAL" clId="{956B6F57-8B6B-45D6-87C3-7E746F443E51}" dt="2024-09-14T06:23:46.085" v="2717" actId="113"/>
          <ac:spMkLst>
            <pc:docMk/>
            <pc:sldMk cId="1114109738" sldId="397"/>
            <ac:spMk id="626867" creationId="{00000000-0000-0000-0000-000000000000}"/>
          </ac:spMkLst>
        </pc:spChg>
        <pc:spChg chg="mod">
          <ac:chgData name="Mengmeng Ge" userId="bb5bc401-97cb-4caf-9857-8ff441375414" providerId="ADAL" clId="{956B6F57-8B6B-45D6-87C3-7E746F443E51}" dt="2024-09-14T06:23:46.085" v="2717" actId="113"/>
          <ac:spMkLst>
            <pc:docMk/>
            <pc:sldMk cId="1114109738" sldId="397"/>
            <ac:spMk id="626868" creationId="{00000000-0000-0000-0000-000000000000}"/>
          </ac:spMkLst>
        </pc:spChg>
        <pc:spChg chg="mod">
          <ac:chgData name="Mengmeng Ge" userId="bb5bc401-97cb-4caf-9857-8ff441375414" providerId="ADAL" clId="{956B6F57-8B6B-45D6-87C3-7E746F443E51}" dt="2024-09-14T06:23:46.085" v="2717" actId="113"/>
          <ac:spMkLst>
            <pc:docMk/>
            <pc:sldMk cId="1114109738" sldId="397"/>
            <ac:spMk id="626869" creationId="{00000000-0000-0000-0000-000000000000}"/>
          </ac:spMkLst>
        </pc:spChg>
        <pc:spChg chg="mod">
          <ac:chgData name="Mengmeng Ge" userId="bb5bc401-97cb-4caf-9857-8ff441375414" providerId="ADAL" clId="{956B6F57-8B6B-45D6-87C3-7E746F443E51}" dt="2024-09-14T06:23:46.085" v="2717" actId="113"/>
          <ac:spMkLst>
            <pc:docMk/>
            <pc:sldMk cId="1114109738" sldId="397"/>
            <ac:spMk id="626871" creationId="{00000000-0000-0000-0000-000000000000}"/>
          </ac:spMkLst>
        </pc:spChg>
        <pc:spChg chg="mod">
          <ac:chgData name="Mengmeng Ge" userId="bb5bc401-97cb-4caf-9857-8ff441375414" providerId="ADAL" clId="{956B6F57-8B6B-45D6-87C3-7E746F443E51}" dt="2024-09-14T06:23:46.085" v="2717" actId="113"/>
          <ac:spMkLst>
            <pc:docMk/>
            <pc:sldMk cId="1114109738" sldId="397"/>
            <ac:spMk id="626872" creationId="{00000000-0000-0000-0000-000000000000}"/>
          </ac:spMkLst>
        </pc:spChg>
        <pc:spChg chg="mod">
          <ac:chgData name="Mengmeng Ge" userId="bb5bc401-97cb-4caf-9857-8ff441375414" providerId="ADAL" clId="{956B6F57-8B6B-45D6-87C3-7E746F443E51}" dt="2024-09-14T06:23:46.085" v="2717" actId="113"/>
          <ac:spMkLst>
            <pc:docMk/>
            <pc:sldMk cId="1114109738" sldId="397"/>
            <ac:spMk id="626874" creationId="{00000000-0000-0000-0000-000000000000}"/>
          </ac:spMkLst>
        </pc:spChg>
        <pc:spChg chg="mod">
          <ac:chgData name="Mengmeng Ge" userId="bb5bc401-97cb-4caf-9857-8ff441375414" providerId="ADAL" clId="{956B6F57-8B6B-45D6-87C3-7E746F443E51}" dt="2024-09-14T06:23:46.085" v="2717" actId="113"/>
          <ac:spMkLst>
            <pc:docMk/>
            <pc:sldMk cId="1114109738" sldId="397"/>
            <ac:spMk id="626875" creationId="{00000000-0000-0000-0000-000000000000}"/>
          </ac:spMkLst>
        </pc:spChg>
        <pc:spChg chg="mod">
          <ac:chgData name="Mengmeng Ge" userId="bb5bc401-97cb-4caf-9857-8ff441375414" providerId="ADAL" clId="{956B6F57-8B6B-45D6-87C3-7E746F443E51}" dt="2024-09-14T06:23:46.085" v="2717" actId="113"/>
          <ac:spMkLst>
            <pc:docMk/>
            <pc:sldMk cId="1114109738" sldId="397"/>
            <ac:spMk id="626877" creationId="{00000000-0000-0000-0000-000000000000}"/>
          </ac:spMkLst>
        </pc:spChg>
        <pc:spChg chg="mod">
          <ac:chgData name="Mengmeng Ge" userId="bb5bc401-97cb-4caf-9857-8ff441375414" providerId="ADAL" clId="{956B6F57-8B6B-45D6-87C3-7E746F443E51}" dt="2024-09-14T06:23:46.085" v="2717" actId="113"/>
          <ac:spMkLst>
            <pc:docMk/>
            <pc:sldMk cId="1114109738" sldId="397"/>
            <ac:spMk id="626879" creationId="{00000000-0000-0000-0000-000000000000}"/>
          </ac:spMkLst>
        </pc:spChg>
        <pc:spChg chg="mod">
          <ac:chgData name="Mengmeng Ge" userId="bb5bc401-97cb-4caf-9857-8ff441375414" providerId="ADAL" clId="{956B6F57-8B6B-45D6-87C3-7E746F443E51}" dt="2024-09-14T06:23:46.085" v="2717" actId="113"/>
          <ac:spMkLst>
            <pc:docMk/>
            <pc:sldMk cId="1114109738" sldId="397"/>
            <ac:spMk id="626880" creationId="{00000000-0000-0000-0000-000000000000}"/>
          </ac:spMkLst>
        </pc:spChg>
        <pc:spChg chg="mod">
          <ac:chgData name="Mengmeng Ge" userId="bb5bc401-97cb-4caf-9857-8ff441375414" providerId="ADAL" clId="{956B6F57-8B6B-45D6-87C3-7E746F443E51}" dt="2024-09-14T06:23:46.085" v="2717" actId="113"/>
          <ac:spMkLst>
            <pc:docMk/>
            <pc:sldMk cId="1114109738" sldId="397"/>
            <ac:spMk id="626881" creationId="{00000000-0000-0000-0000-000000000000}"/>
          </ac:spMkLst>
        </pc:spChg>
        <pc:spChg chg="mod">
          <ac:chgData name="Mengmeng Ge" userId="bb5bc401-97cb-4caf-9857-8ff441375414" providerId="ADAL" clId="{956B6F57-8B6B-45D6-87C3-7E746F443E51}" dt="2024-09-14T06:23:46.085" v="2717" actId="113"/>
          <ac:spMkLst>
            <pc:docMk/>
            <pc:sldMk cId="1114109738" sldId="397"/>
            <ac:spMk id="626882" creationId="{00000000-0000-0000-0000-000000000000}"/>
          </ac:spMkLst>
        </pc:spChg>
        <pc:spChg chg="mod">
          <ac:chgData name="Mengmeng Ge" userId="bb5bc401-97cb-4caf-9857-8ff441375414" providerId="ADAL" clId="{956B6F57-8B6B-45D6-87C3-7E746F443E51}" dt="2024-09-14T06:23:46.085" v="2717" actId="113"/>
          <ac:spMkLst>
            <pc:docMk/>
            <pc:sldMk cId="1114109738" sldId="397"/>
            <ac:spMk id="626883" creationId="{00000000-0000-0000-0000-000000000000}"/>
          </ac:spMkLst>
        </pc:spChg>
        <pc:spChg chg="mod">
          <ac:chgData name="Mengmeng Ge" userId="bb5bc401-97cb-4caf-9857-8ff441375414" providerId="ADAL" clId="{956B6F57-8B6B-45D6-87C3-7E746F443E51}" dt="2024-09-14T06:23:46.085" v="2717" actId="113"/>
          <ac:spMkLst>
            <pc:docMk/>
            <pc:sldMk cId="1114109738" sldId="397"/>
            <ac:spMk id="626884" creationId="{00000000-0000-0000-0000-000000000000}"/>
          </ac:spMkLst>
        </pc:spChg>
        <pc:spChg chg="mod">
          <ac:chgData name="Mengmeng Ge" userId="bb5bc401-97cb-4caf-9857-8ff441375414" providerId="ADAL" clId="{956B6F57-8B6B-45D6-87C3-7E746F443E51}" dt="2024-09-14T06:23:46.085" v="2717" actId="113"/>
          <ac:spMkLst>
            <pc:docMk/>
            <pc:sldMk cId="1114109738" sldId="397"/>
            <ac:spMk id="626885" creationId="{00000000-0000-0000-0000-000000000000}"/>
          </ac:spMkLst>
        </pc:spChg>
        <pc:spChg chg="mod">
          <ac:chgData name="Mengmeng Ge" userId="bb5bc401-97cb-4caf-9857-8ff441375414" providerId="ADAL" clId="{956B6F57-8B6B-45D6-87C3-7E746F443E51}" dt="2024-09-14T06:23:46.085" v="2717" actId="113"/>
          <ac:spMkLst>
            <pc:docMk/>
            <pc:sldMk cId="1114109738" sldId="397"/>
            <ac:spMk id="626887" creationId="{00000000-0000-0000-0000-000000000000}"/>
          </ac:spMkLst>
        </pc:spChg>
        <pc:spChg chg="mod">
          <ac:chgData name="Mengmeng Ge" userId="bb5bc401-97cb-4caf-9857-8ff441375414" providerId="ADAL" clId="{956B6F57-8B6B-45D6-87C3-7E746F443E51}" dt="2024-09-14T06:23:46.085" v="2717" actId="113"/>
          <ac:spMkLst>
            <pc:docMk/>
            <pc:sldMk cId="1114109738" sldId="397"/>
            <ac:spMk id="626889" creationId="{00000000-0000-0000-0000-000000000000}"/>
          </ac:spMkLst>
        </pc:spChg>
        <pc:spChg chg="mod">
          <ac:chgData name="Mengmeng Ge" userId="bb5bc401-97cb-4caf-9857-8ff441375414" providerId="ADAL" clId="{956B6F57-8B6B-45D6-87C3-7E746F443E51}" dt="2024-09-14T06:23:46.085" v="2717" actId="113"/>
          <ac:spMkLst>
            <pc:docMk/>
            <pc:sldMk cId="1114109738" sldId="397"/>
            <ac:spMk id="626890" creationId="{00000000-0000-0000-0000-000000000000}"/>
          </ac:spMkLst>
        </pc:spChg>
        <pc:spChg chg="mod">
          <ac:chgData name="Mengmeng Ge" userId="bb5bc401-97cb-4caf-9857-8ff441375414" providerId="ADAL" clId="{956B6F57-8B6B-45D6-87C3-7E746F443E51}" dt="2024-09-14T06:23:46.085" v="2717" actId="113"/>
          <ac:spMkLst>
            <pc:docMk/>
            <pc:sldMk cId="1114109738" sldId="397"/>
            <ac:spMk id="626891" creationId="{00000000-0000-0000-0000-000000000000}"/>
          </ac:spMkLst>
        </pc:spChg>
        <pc:spChg chg="mod">
          <ac:chgData name="Mengmeng Ge" userId="bb5bc401-97cb-4caf-9857-8ff441375414" providerId="ADAL" clId="{956B6F57-8B6B-45D6-87C3-7E746F443E51}" dt="2024-09-14T06:23:46.085" v="2717" actId="113"/>
          <ac:spMkLst>
            <pc:docMk/>
            <pc:sldMk cId="1114109738" sldId="397"/>
            <ac:spMk id="626892" creationId="{00000000-0000-0000-0000-000000000000}"/>
          </ac:spMkLst>
        </pc:spChg>
        <pc:spChg chg="mod">
          <ac:chgData name="Mengmeng Ge" userId="bb5bc401-97cb-4caf-9857-8ff441375414" providerId="ADAL" clId="{956B6F57-8B6B-45D6-87C3-7E746F443E51}" dt="2024-09-14T06:23:46.085" v="2717" actId="113"/>
          <ac:spMkLst>
            <pc:docMk/>
            <pc:sldMk cId="1114109738" sldId="397"/>
            <ac:spMk id="626893" creationId="{00000000-0000-0000-0000-000000000000}"/>
          </ac:spMkLst>
        </pc:spChg>
        <pc:spChg chg="mod">
          <ac:chgData name="Mengmeng Ge" userId="bb5bc401-97cb-4caf-9857-8ff441375414" providerId="ADAL" clId="{956B6F57-8B6B-45D6-87C3-7E746F443E51}" dt="2024-09-14T06:23:46.085" v="2717" actId="113"/>
          <ac:spMkLst>
            <pc:docMk/>
            <pc:sldMk cId="1114109738" sldId="397"/>
            <ac:spMk id="626894" creationId="{00000000-0000-0000-0000-000000000000}"/>
          </ac:spMkLst>
        </pc:spChg>
        <pc:spChg chg="mod">
          <ac:chgData name="Mengmeng Ge" userId="bb5bc401-97cb-4caf-9857-8ff441375414" providerId="ADAL" clId="{956B6F57-8B6B-45D6-87C3-7E746F443E51}" dt="2024-09-14T06:23:46.085" v="2717" actId="113"/>
          <ac:spMkLst>
            <pc:docMk/>
            <pc:sldMk cId="1114109738" sldId="397"/>
            <ac:spMk id="626895" creationId="{00000000-0000-0000-0000-000000000000}"/>
          </ac:spMkLst>
        </pc:spChg>
        <pc:spChg chg="mod">
          <ac:chgData name="Mengmeng Ge" userId="bb5bc401-97cb-4caf-9857-8ff441375414" providerId="ADAL" clId="{956B6F57-8B6B-45D6-87C3-7E746F443E51}" dt="2024-09-14T06:23:46.972" v="2718" actId="207"/>
          <ac:spMkLst>
            <pc:docMk/>
            <pc:sldMk cId="1114109738" sldId="397"/>
            <ac:spMk id="626896" creationId="{00000000-0000-0000-0000-000000000000}"/>
          </ac:spMkLst>
        </pc:spChg>
        <pc:spChg chg="mod">
          <ac:chgData name="Mengmeng Ge" userId="bb5bc401-97cb-4caf-9857-8ff441375414" providerId="ADAL" clId="{956B6F57-8B6B-45D6-87C3-7E746F443E51}" dt="2024-09-14T06:23:46.085" v="2717" actId="113"/>
          <ac:spMkLst>
            <pc:docMk/>
            <pc:sldMk cId="1114109738" sldId="397"/>
            <ac:spMk id="626897" creationId="{00000000-0000-0000-0000-000000000000}"/>
          </ac:spMkLst>
        </pc:spChg>
        <pc:spChg chg="mod">
          <ac:chgData name="Mengmeng Ge" userId="bb5bc401-97cb-4caf-9857-8ff441375414" providerId="ADAL" clId="{956B6F57-8B6B-45D6-87C3-7E746F443E51}" dt="2024-09-14T06:23:51.080" v="2719" actId="207"/>
          <ac:spMkLst>
            <pc:docMk/>
            <pc:sldMk cId="1114109738" sldId="397"/>
            <ac:spMk id="626898" creationId="{00000000-0000-0000-0000-000000000000}"/>
          </ac:spMkLst>
        </pc:spChg>
        <pc:spChg chg="mod">
          <ac:chgData name="Mengmeng Ge" userId="bb5bc401-97cb-4caf-9857-8ff441375414" providerId="ADAL" clId="{956B6F57-8B6B-45D6-87C3-7E746F443E51}" dt="2024-09-14T06:23:46.085" v="2717" actId="113"/>
          <ac:spMkLst>
            <pc:docMk/>
            <pc:sldMk cId="1114109738" sldId="397"/>
            <ac:spMk id="626899" creationId="{00000000-0000-0000-0000-000000000000}"/>
          </ac:spMkLst>
        </pc:spChg>
        <pc:grpChg chg="add mod">
          <ac:chgData name="Mengmeng Ge" userId="bb5bc401-97cb-4caf-9857-8ff441375414" providerId="ADAL" clId="{956B6F57-8B6B-45D6-87C3-7E746F443E51}" dt="2024-09-14T06:21:50.802" v="2711" actId="164"/>
          <ac:grpSpMkLst>
            <pc:docMk/>
            <pc:sldMk cId="1114109738" sldId="397"/>
            <ac:grpSpMk id="3" creationId="{93E600F4-DFC6-8CA5-8E1A-CCA6FEC07DA4}"/>
          </ac:grpSpMkLst>
        </pc:grpChg>
        <pc:grpChg chg="add mod">
          <ac:chgData name="Mengmeng Ge" userId="bb5bc401-97cb-4caf-9857-8ff441375414" providerId="ADAL" clId="{956B6F57-8B6B-45D6-87C3-7E746F443E51}" dt="2024-09-14T06:23:46.085" v="2717" actId="113"/>
          <ac:grpSpMkLst>
            <pc:docMk/>
            <pc:sldMk cId="1114109738" sldId="397"/>
            <ac:grpSpMk id="4" creationId="{81D7C1C2-FE66-FDEC-C962-9E45C8D5966C}"/>
          </ac:grpSpMkLst>
        </pc:grpChg>
        <pc:grpChg chg="add mod">
          <ac:chgData name="Mengmeng Ge" userId="bb5bc401-97cb-4caf-9857-8ff441375414" providerId="ADAL" clId="{956B6F57-8B6B-45D6-87C3-7E746F443E51}" dt="2024-09-14T06:23:46.085" v="2717" actId="113"/>
          <ac:grpSpMkLst>
            <pc:docMk/>
            <pc:sldMk cId="1114109738" sldId="397"/>
            <ac:grpSpMk id="5" creationId="{B22FFB6C-F3B7-2496-5E90-E832B0AF897E}"/>
          </ac:grpSpMkLst>
        </pc:grpChg>
        <pc:grpChg chg="mod">
          <ac:chgData name="Mengmeng Ge" userId="bb5bc401-97cb-4caf-9857-8ff441375414" providerId="ADAL" clId="{956B6F57-8B6B-45D6-87C3-7E746F443E51}" dt="2024-09-14T06:21:50.802" v="2711" actId="164"/>
          <ac:grpSpMkLst>
            <pc:docMk/>
            <pc:sldMk cId="1114109738" sldId="397"/>
            <ac:grpSpMk id="626691" creationId="{00000000-0000-0000-0000-000000000000}"/>
          </ac:grpSpMkLst>
        </pc:grpChg>
        <pc:grpChg chg="mod">
          <ac:chgData name="Mengmeng Ge" userId="bb5bc401-97cb-4caf-9857-8ff441375414" providerId="ADAL" clId="{956B6F57-8B6B-45D6-87C3-7E746F443E51}" dt="2024-09-14T06:21:50.802" v="2711" actId="164"/>
          <ac:grpSpMkLst>
            <pc:docMk/>
            <pc:sldMk cId="1114109738" sldId="397"/>
            <ac:grpSpMk id="626707" creationId="{00000000-0000-0000-0000-000000000000}"/>
          </ac:grpSpMkLst>
        </pc:grpChg>
        <pc:grpChg chg="mod">
          <ac:chgData name="Mengmeng Ge" userId="bb5bc401-97cb-4caf-9857-8ff441375414" providerId="ADAL" clId="{956B6F57-8B6B-45D6-87C3-7E746F443E51}" dt="2024-09-14T06:21:50.802" v="2711" actId="164"/>
          <ac:grpSpMkLst>
            <pc:docMk/>
            <pc:sldMk cId="1114109738" sldId="397"/>
            <ac:grpSpMk id="626723" creationId="{00000000-0000-0000-0000-000000000000}"/>
          </ac:grpSpMkLst>
        </pc:grpChg>
        <pc:grpChg chg="mod">
          <ac:chgData name="Mengmeng Ge" userId="bb5bc401-97cb-4caf-9857-8ff441375414" providerId="ADAL" clId="{956B6F57-8B6B-45D6-87C3-7E746F443E51}" dt="2024-09-14T06:21:50.802" v="2711" actId="164"/>
          <ac:grpSpMkLst>
            <pc:docMk/>
            <pc:sldMk cId="1114109738" sldId="397"/>
            <ac:grpSpMk id="626739" creationId="{00000000-0000-0000-0000-000000000000}"/>
          </ac:grpSpMkLst>
        </pc:grpChg>
        <pc:grpChg chg="mod">
          <ac:chgData name="Mengmeng Ge" userId="bb5bc401-97cb-4caf-9857-8ff441375414" providerId="ADAL" clId="{956B6F57-8B6B-45D6-87C3-7E746F443E51}" dt="2024-09-14T06:23:46.085" v="2717" actId="113"/>
          <ac:grpSpMkLst>
            <pc:docMk/>
            <pc:sldMk cId="1114109738" sldId="397"/>
            <ac:grpSpMk id="626765" creationId="{00000000-0000-0000-0000-000000000000}"/>
          </ac:grpSpMkLst>
        </pc:grpChg>
        <pc:grpChg chg="mod">
          <ac:chgData name="Mengmeng Ge" userId="bb5bc401-97cb-4caf-9857-8ff441375414" providerId="ADAL" clId="{956B6F57-8B6B-45D6-87C3-7E746F443E51}" dt="2024-09-14T06:23:46.085" v="2717" actId="113"/>
          <ac:grpSpMkLst>
            <pc:docMk/>
            <pc:sldMk cId="1114109738" sldId="397"/>
            <ac:grpSpMk id="626766" creationId="{00000000-0000-0000-0000-000000000000}"/>
          </ac:grpSpMkLst>
        </pc:grpChg>
        <pc:grpChg chg="mod">
          <ac:chgData name="Mengmeng Ge" userId="bb5bc401-97cb-4caf-9857-8ff441375414" providerId="ADAL" clId="{956B6F57-8B6B-45D6-87C3-7E746F443E51}" dt="2024-09-14T06:23:46.085" v="2717" actId="113"/>
          <ac:grpSpMkLst>
            <pc:docMk/>
            <pc:sldMk cId="1114109738" sldId="397"/>
            <ac:grpSpMk id="626772" creationId="{00000000-0000-0000-0000-000000000000}"/>
          </ac:grpSpMkLst>
        </pc:grpChg>
        <pc:grpChg chg="mod">
          <ac:chgData name="Mengmeng Ge" userId="bb5bc401-97cb-4caf-9857-8ff441375414" providerId="ADAL" clId="{956B6F57-8B6B-45D6-87C3-7E746F443E51}" dt="2024-09-14T06:23:46.085" v="2717" actId="113"/>
          <ac:grpSpMkLst>
            <pc:docMk/>
            <pc:sldMk cId="1114109738" sldId="397"/>
            <ac:grpSpMk id="626776" creationId="{00000000-0000-0000-0000-000000000000}"/>
          </ac:grpSpMkLst>
        </pc:grpChg>
        <pc:grpChg chg="mod">
          <ac:chgData name="Mengmeng Ge" userId="bb5bc401-97cb-4caf-9857-8ff441375414" providerId="ADAL" clId="{956B6F57-8B6B-45D6-87C3-7E746F443E51}" dt="2024-09-14T06:23:46.085" v="2717" actId="113"/>
          <ac:grpSpMkLst>
            <pc:docMk/>
            <pc:sldMk cId="1114109738" sldId="397"/>
            <ac:grpSpMk id="626781" creationId="{00000000-0000-0000-0000-000000000000}"/>
          </ac:grpSpMkLst>
        </pc:grpChg>
        <pc:grpChg chg="mod">
          <ac:chgData name="Mengmeng Ge" userId="bb5bc401-97cb-4caf-9857-8ff441375414" providerId="ADAL" clId="{956B6F57-8B6B-45D6-87C3-7E746F443E51}" dt="2024-09-14T06:23:46.085" v="2717" actId="113"/>
          <ac:grpSpMkLst>
            <pc:docMk/>
            <pc:sldMk cId="1114109738" sldId="397"/>
            <ac:grpSpMk id="626782" creationId="{00000000-0000-0000-0000-000000000000}"/>
          </ac:grpSpMkLst>
        </pc:grpChg>
        <pc:grpChg chg="mod">
          <ac:chgData name="Mengmeng Ge" userId="bb5bc401-97cb-4caf-9857-8ff441375414" providerId="ADAL" clId="{956B6F57-8B6B-45D6-87C3-7E746F443E51}" dt="2024-09-14T06:23:46.085" v="2717" actId="113"/>
          <ac:grpSpMkLst>
            <pc:docMk/>
            <pc:sldMk cId="1114109738" sldId="397"/>
            <ac:grpSpMk id="626788" creationId="{00000000-0000-0000-0000-000000000000}"/>
          </ac:grpSpMkLst>
        </pc:grpChg>
        <pc:grpChg chg="mod">
          <ac:chgData name="Mengmeng Ge" userId="bb5bc401-97cb-4caf-9857-8ff441375414" providerId="ADAL" clId="{956B6F57-8B6B-45D6-87C3-7E746F443E51}" dt="2024-09-14T06:23:46.085" v="2717" actId="113"/>
          <ac:grpSpMkLst>
            <pc:docMk/>
            <pc:sldMk cId="1114109738" sldId="397"/>
            <ac:grpSpMk id="626792" creationId="{00000000-0000-0000-0000-000000000000}"/>
          </ac:grpSpMkLst>
        </pc:grpChg>
        <pc:grpChg chg="mod">
          <ac:chgData name="Mengmeng Ge" userId="bb5bc401-97cb-4caf-9857-8ff441375414" providerId="ADAL" clId="{956B6F57-8B6B-45D6-87C3-7E746F443E51}" dt="2024-09-14T06:23:46.085" v="2717" actId="113"/>
          <ac:grpSpMkLst>
            <pc:docMk/>
            <pc:sldMk cId="1114109738" sldId="397"/>
            <ac:grpSpMk id="626797" creationId="{00000000-0000-0000-0000-000000000000}"/>
          </ac:grpSpMkLst>
        </pc:grpChg>
        <pc:grpChg chg="mod">
          <ac:chgData name="Mengmeng Ge" userId="bb5bc401-97cb-4caf-9857-8ff441375414" providerId="ADAL" clId="{956B6F57-8B6B-45D6-87C3-7E746F443E51}" dt="2024-09-14T06:23:46.085" v="2717" actId="113"/>
          <ac:grpSpMkLst>
            <pc:docMk/>
            <pc:sldMk cId="1114109738" sldId="397"/>
            <ac:grpSpMk id="626798" creationId="{00000000-0000-0000-0000-000000000000}"/>
          </ac:grpSpMkLst>
        </pc:grpChg>
        <pc:grpChg chg="mod">
          <ac:chgData name="Mengmeng Ge" userId="bb5bc401-97cb-4caf-9857-8ff441375414" providerId="ADAL" clId="{956B6F57-8B6B-45D6-87C3-7E746F443E51}" dt="2024-09-14T06:23:46.085" v="2717" actId="113"/>
          <ac:grpSpMkLst>
            <pc:docMk/>
            <pc:sldMk cId="1114109738" sldId="397"/>
            <ac:grpSpMk id="626804" creationId="{00000000-0000-0000-0000-000000000000}"/>
          </ac:grpSpMkLst>
        </pc:grpChg>
        <pc:grpChg chg="mod">
          <ac:chgData name="Mengmeng Ge" userId="bb5bc401-97cb-4caf-9857-8ff441375414" providerId="ADAL" clId="{956B6F57-8B6B-45D6-87C3-7E746F443E51}" dt="2024-09-14T06:23:46.085" v="2717" actId="113"/>
          <ac:grpSpMkLst>
            <pc:docMk/>
            <pc:sldMk cId="1114109738" sldId="397"/>
            <ac:grpSpMk id="626808" creationId="{00000000-0000-0000-0000-000000000000}"/>
          </ac:grpSpMkLst>
        </pc:grpChg>
        <pc:grpChg chg="mod">
          <ac:chgData name="Mengmeng Ge" userId="bb5bc401-97cb-4caf-9857-8ff441375414" providerId="ADAL" clId="{956B6F57-8B6B-45D6-87C3-7E746F443E51}" dt="2024-09-14T06:23:46.085" v="2717" actId="113"/>
          <ac:grpSpMkLst>
            <pc:docMk/>
            <pc:sldMk cId="1114109738" sldId="397"/>
            <ac:grpSpMk id="626813" creationId="{00000000-0000-0000-0000-000000000000}"/>
          </ac:grpSpMkLst>
        </pc:grpChg>
        <pc:grpChg chg="mod">
          <ac:chgData name="Mengmeng Ge" userId="bb5bc401-97cb-4caf-9857-8ff441375414" providerId="ADAL" clId="{956B6F57-8B6B-45D6-87C3-7E746F443E51}" dt="2024-09-14T06:23:46.085" v="2717" actId="113"/>
          <ac:grpSpMkLst>
            <pc:docMk/>
            <pc:sldMk cId="1114109738" sldId="397"/>
            <ac:grpSpMk id="626814" creationId="{00000000-0000-0000-0000-000000000000}"/>
          </ac:grpSpMkLst>
        </pc:grpChg>
        <pc:grpChg chg="mod">
          <ac:chgData name="Mengmeng Ge" userId="bb5bc401-97cb-4caf-9857-8ff441375414" providerId="ADAL" clId="{956B6F57-8B6B-45D6-87C3-7E746F443E51}" dt="2024-09-14T06:23:46.085" v="2717" actId="113"/>
          <ac:grpSpMkLst>
            <pc:docMk/>
            <pc:sldMk cId="1114109738" sldId="397"/>
            <ac:grpSpMk id="626820" creationId="{00000000-0000-0000-0000-000000000000}"/>
          </ac:grpSpMkLst>
        </pc:grpChg>
        <pc:grpChg chg="mod">
          <ac:chgData name="Mengmeng Ge" userId="bb5bc401-97cb-4caf-9857-8ff441375414" providerId="ADAL" clId="{956B6F57-8B6B-45D6-87C3-7E746F443E51}" dt="2024-09-14T06:23:46.085" v="2717" actId="113"/>
          <ac:grpSpMkLst>
            <pc:docMk/>
            <pc:sldMk cId="1114109738" sldId="397"/>
            <ac:grpSpMk id="626824" creationId="{00000000-0000-0000-0000-000000000000}"/>
          </ac:grpSpMkLst>
        </pc:grpChg>
        <pc:grpChg chg="mod">
          <ac:chgData name="Mengmeng Ge" userId="bb5bc401-97cb-4caf-9857-8ff441375414" providerId="ADAL" clId="{956B6F57-8B6B-45D6-87C3-7E746F443E51}" dt="2024-09-14T06:23:46.085" v="2717" actId="113"/>
          <ac:grpSpMkLst>
            <pc:docMk/>
            <pc:sldMk cId="1114109738" sldId="397"/>
            <ac:grpSpMk id="626836" creationId="{00000000-0000-0000-0000-000000000000}"/>
          </ac:grpSpMkLst>
        </pc:grpChg>
        <pc:grpChg chg="mod">
          <ac:chgData name="Mengmeng Ge" userId="bb5bc401-97cb-4caf-9857-8ff441375414" providerId="ADAL" clId="{956B6F57-8B6B-45D6-87C3-7E746F443E51}" dt="2024-09-14T06:23:46.085" v="2717" actId="113"/>
          <ac:grpSpMkLst>
            <pc:docMk/>
            <pc:sldMk cId="1114109738" sldId="397"/>
            <ac:grpSpMk id="626837" creationId="{00000000-0000-0000-0000-000000000000}"/>
          </ac:grpSpMkLst>
        </pc:grpChg>
        <pc:grpChg chg="mod">
          <ac:chgData name="Mengmeng Ge" userId="bb5bc401-97cb-4caf-9857-8ff441375414" providerId="ADAL" clId="{956B6F57-8B6B-45D6-87C3-7E746F443E51}" dt="2024-09-14T06:23:46.085" v="2717" actId="113"/>
          <ac:grpSpMkLst>
            <pc:docMk/>
            <pc:sldMk cId="1114109738" sldId="397"/>
            <ac:grpSpMk id="626843" creationId="{00000000-0000-0000-0000-000000000000}"/>
          </ac:grpSpMkLst>
        </pc:grpChg>
        <pc:grpChg chg="mod">
          <ac:chgData name="Mengmeng Ge" userId="bb5bc401-97cb-4caf-9857-8ff441375414" providerId="ADAL" clId="{956B6F57-8B6B-45D6-87C3-7E746F443E51}" dt="2024-09-14T06:23:46.085" v="2717" actId="113"/>
          <ac:grpSpMkLst>
            <pc:docMk/>
            <pc:sldMk cId="1114109738" sldId="397"/>
            <ac:grpSpMk id="626847" creationId="{00000000-0000-0000-0000-000000000000}"/>
          </ac:grpSpMkLst>
        </pc:grpChg>
        <pc:grpChg chg="mod">
          <ac:chgData name="Mengmeng Ge" userId="bb5bc401-97cb-4caf-9857-8ff441375414" providerId="ADAL" clId="{956B6F57-8B6B-45D6-87C3-7E746F443E51}" dt="2024-09-14T06:23:46.085" v="2717" actId="113"/>
          <ac:grpSpMkLst>
            <pc:docMk/>
            <pc:sldMk cId="1114109738" sldId="397"/>
            <ac:grpSpMk id="626852" creationId="{00000000-0000-0000-0000-000000000000}"/>
          </ac:grpSpMkLst>
        </pc:grpChg>
        <pc:grpChg chg="mod">
          <ac:chgData name="Mengmeng Ge" userId="bb5bc401-97cb-4caf-9857-8ff441375414" providerId="ADAL" clId="{956B6F57-8B6B-45D6-87C3-7E746F443E51}" dt="2024-09-14T06:23:46.085" v="2717" actId="113"/>
          <ac:grpSpMkLst>
            <pc:docMk/>
            <pc:sldMk cId="1114109738" sldId="397"/>
            <ac:grpSpMk id="626853" creationId="{00000000-0000-0000-0000-000000000000}"/>
          </ac:grpSpMkLst>
        </pc:grpChg>
        <pc:grpChg chg="mod">
          <ac:chgData name="Mengmeng Ge" userId="bb5bc401-97cb-4caf-9857-8ff441375414" providerId="ADAL" clId="{956B6F57-8B6B-45D6-87C3-7E746F443E51}" dt="2024-09-14T06:23:46.085" v="2717" actId="113"/>
          <ac:grpSpMkLst>
            <pc:docMk/>
            <pc:sldMk cId="1114109738" sldId="397"/>
            <ac:grpSpMk id="626859" creationId="{00000000-0000-0000-0000-000000000000}"/>
          </ac:grpSpMkLst>
        </pc:grpChg>
        <pc:grpChg chg="mod">
          <ac:chgData name="Mengmeng Ge" userId="bb5bc401-97cb-4caf-9857-8ff441375414" providerId="ADAL" clId="{956B6F57-8B6B-45D6-87C3-7E746F443E51}" dt="2024-09-14T06:23:46.085" v="2717" actId="113"/>
          <ac:grpSpMkLst>
            <pc:docMk/>
            <pc:sldMk cId="1114109738" sldId="397"/>
            <ac:grpSpMk id="626863" creationId="{00000000-0000-0000-0000-000000000000}"/>
          </ac:grpSpMkLst>
        </pc:grpChg>
        <pc:grpChg chg="mod">
          <ac:chgData name="Mengmeng Ge" userId="bb5bc401-97cb-4caf-9857-8ff441375414" providerId="ADAL" clId="{956B6F57-8B6B-45D6-87C3-7E746F443E51}" dt="2024-09-14T06:23:46.085" v="2717" actId="113"/>
          <ac:grpSpMkLst>
            <pc:docMk/>
            <pc:sldMk cId="1114109738" sldId="397"/>
            <ac:grpSpMk id="626870" creationId="{00000000-0000-0000-0000-000000000000}"/>
          </ac:grpSpMkLst>
        </pc:grpChg>
        <pc:grpChg chg="mod">
          <ac:chgData name="Mengmeng Ge" userId="bb5bc401-97cb-4caf-9857-8ff441375414" providerId="ADAL" clId="{956B6F57-8B6B-45D6-87C3-7E746F443E51}" dt="2024-09-14T06:23:46.085" v="2717" actId="113"/>
          <ac:grpSpMkLst>
            <pc:docMk/>
            <pc:sldMk cId="1114109738" sldId="397"/>
            <ac:grpSpMk id="626873" creationId="{00000000-0000-0000-0000-000000000000}"/>
          </ac:grpSpMkLst>
        </pc:grpChg>
        <pc:grpChg chg="mod">
          <ac:chgData name="Mengmeng Ge" userId="bb5bc401-97cb-4caf-9857-8ff441375414" providerId="ADAL" clId="{956B6F57-8B6B-45D6-87C3-7E746F443E51}" dt="2024-09-14T06:23:46.085" v="2717" actId="113"/>
          <ac:grpSpMkLst>
            <pc:docMk/>
            <pc:sldMk cId="1114109738" sldId="397"/>
            <ac:grpSpMk id="626876" creationId="{00000000-0000-0000-0000-000000000000}"/>
          </ac:grpSpMkLst>
        </pc:grpChg>
        <pc:grpChg chg="mod">
          <ac:chgData name="Mengmeng Ge" userId="bb5bc401-97cb-4caf-9857-8ff441375414" providerId="ADAL" clId="{956B6F57-8B6B-45D6-87C3-7E746F443E51}" dt="2024-09-14T06:23:46.085" v="2717" actId="113"/>
          <ac:grpSpMkLst>
            <pc:docMk/>
            <pc:sldMk cId="1114109738" sldId="397"/>
            <ac:grpSpMk id="626878" creationId="{00000000-0000-0000-0000-000000000000}"/>
          </ac:grpSpMkLst>
        </pc:grpChg>
        <pc:grpChg chg="mod">
          <ac:chgData name="Mengmeng Ge" userId="bb5bc401-97cb-4caf-9857-8ff441375414" providerId="ADAL" clId="{956B6F57-8B6B-45D6-87C3-7E746F443E51}" dt="2024-09-14T06:23:46.085" v="2717" actId="113"/>
          <ac:grpSpMkLst>
            <pc:docMk/>
            <pc:sldMk cId="1114109738" sldId="397"/>
            <ac:grpSpMk id="626886" creationId="{00000000-0000-0000-0000-000000000000}"/>
          </ac:grpSpMkLst>
        </pc:grpChg>
        <pc:grpChg chg="mod">
          <ac:chgData name="Mengmeng Ge" userId="bb5bc401-97cb-4caf-9857-8ff441375414" providerId="ADAL" clId="{956B6F57-8B6B-45D6-87C3-7E746F443E51}" dt="2024-09-14T06:23:46.085" v="2717" actId="113"/>
          <ac:grpSpMkLst>
            <pc:docMk/>
            <pc:sldMk cId="1114109738" sldId="397"/>
            <ac:grpSpMk id="626888" creationId="{00000000-0000-0000-0000-000000000000}"/>
          </ac:grpSpMkLst>
        </pc:grpChg>
      </pc:sldChg>
      <pc:sldChg chg="modNotesTx">
        <pc:chgData name="Mengmeng Ge" userId="bb5bc401-97cb-4caf-9857-8ff441375414" providerId="ADAL" clId="{956B6F57-8B6B-45D6-87C3-7E746F443E51}" dt="2024-09-14T00:16:03.229" v="1115" actId="20577"/>
        <pc:sldMkLst>
          <pc:docMk/>
          <pc:sldMk cId="3987346935" sldId="657"/>
        </pc:sldMkLst>
      </pc:sldChg>
      <pc:sldChg chg="addSp delSp modSp mod modAnim modNotesTx">
        <pc:chgData name="Mengmeng Ge" userId="bb5bc401-97cb-4caf-9857-8ff441375414" providerId="ADAL" clId="{956B6F57-8B6B-45D6-87C3-7E746F443E51}" dt="2024-09-14T00:21:34.130" v="1134" actId="20577"/>
        <pc:sldMkLst>
          <pc:docMk/>
          <pc:sldMk cId="2722137107" sldId="658"/>
        </pc:sldMkLst>
        <pc:spChg chg="add del mod">
          <ac:chgData name="Mengmeng Ge" userId="bb5bc401-97cb-4caf-9857-8ff441375414" providerId="ADAL" clId="{956B6F57-8B6B-45D6-87C3-7E746F443E51}" dt="2024-09-03T05:05:46.247" v="109" actId="478"/>
          <ac:spMkLst>
            <pc:docMk/>
            <pc:sldMk cId="2722137107" sldId="658"/>
            <ac:spMk id="5" creationId="{B15E4F45-BEBF-CC46-C50B-573E95A8FAC5}"/>
          </ac:spMkLst>
        </pc:spChg>
        <pc:spChg chg="ord">
          <ac:chgData name="Mengmeng Ge" userId="bb5bc401-97cb-4caf-9857-8ff441375414" providerId="ADAL" clId="{956B6F57-8B6B-45D6-87C3-7E746F443E51}" dt="2024-09-14T00:16:55.564" v="1116" actId="166"/>
          <ac:spMkLst>
            <pc:docMk/>
            <pc:sldMk cId="2722137107" sldId="658"/>
            <ac:spMk id="11" creationId="{AD4BC303-AE03-9C97-1BC5-5F1DF972C2C4}"/>
          </ac:spMkLst>
        </pc:spChg>
        <pc:grpChg chg="add mod">
          <ac:chgData name="Mengmeng Ge" userId="bb5bc401-97cb-4caf-9857-8ff441375414" providerId="ADAL" clId="{956B6F57-8B6B-45D6-87C3-7E746F443E51}" dt="2024-09-03T05:07:51.812" v="133" actId="164"/>
          <ac:grpSpMkLst>
            <pc:docMk/>
            <pc:sldMk cId="2722137107" sldId="658"/>
            <ac:grpSpMk id="17" creationId="{0C39B863-AC1E-205A-2B0C-43F2FD8705B8}"/>
          </ac:grpSpMkLst>
        </pc:grpChg>
        <pc:picChg chg="mod">
          <ac:chgData name="Mengmeng Ge" userId="bb5bc401-97cb-4caf-9857-8ff441375414" providerId="ADAL" clId="{956B6F57-8B6B-45D6-87C3-7E746F443E51}" dt="2024-09-03T05:07:51.812" v="133" actId="164"/>
          <ac:picMkLst>
            <pc:docMk/>
            <pc:sldMk cId="2722137107" sldId="658"/>
            <ac:picMk id="8" creationId="{12719E1B-5D8F-93F5-7FC9-6809CD3A2BFC}"/>
          </ac:picMkLst>
        </pc:picChg>
        <pc:picChg chg="add del mod">
          <ac:chgData name="Mengmeng Ge" userId="bb5bc401-97cb-4caf-9857-8ff441375414" providerId="ADAL" clId="{956B6F57-8B6B-45D6-87C3-7E746F443E51}" dt="2024-09-03T05:06:33.004" v="121" actId="478"/>
          <ac:picMkLst>
            <pc:docMk/>
            <pc:sldMk cId="2722137107" sldId="658"/>
            <ac:picMk id="10" creationId="{744609C8-4A2E-AFF6-13D6-EB176DDF926D}"/>
          </ac:picMkLst>
        </pc:picChg>
        <pc:picChg chg="add del mod">
          <ac:chgData name="Mengmeng Ge" userId="bb5bc401-97cb-4caf-9857-8ff441375414" providerId="ADAL" clId="{956B6F57-8B6B-45D6-87C3-7E746F443E51}" dt="2024-09-03T05:07:46.118" v="132" actId="478"/>
          <ac:picMkLst>
            <pc:docMk/>
            <pc:sldMk cId="2722137107" sldId="658"/>
            <ac:picMk id="14" creationId="{B591DCAD-005E-2F73-2304-165EA74DCC94}"/>
          </ac:picMkLst>
        </pc:picChg>
        <pc:picChg chg="add mod">
          <ac:chgData name="Mengmeng Ge" userId="bb5bc401-97cb-4caf-9857-8ff441375414" providerId="ADAL" clId="{956B6F57-8B6B-45D6-87C3-7E746F443E51}" dt="2024-09-03T05:08:07.136" v="134" actId="14100"/>
          <ac:picMkLst>
            <pc:docMk/>
            <pc:sldMk cId="2722137107" sldId="658"/>
            <ac:picMk id="16" creationId="{0EB0C66A-5453-6DFB-448B-2512F2DCFA03}"/>
          </ac:picMkLst>
        </pc:picChg>
      </pc:sldChg>
      <pc:sldChg chg="modNotesTx">
        <pc:chgData name="Mengmeng Ge" userId="bb5bc401-97cb-4caf-9857-8ff441375414" providerId="ADAL" clId="{956B6F57-8B6B-45D6-87C3-7E746F443E51}" dt="2024-09-14T00:46:17.480" v="1626" actId="20577"/>
        <pc:sldMkLst>
          <pc:docMk/>
          <pc:sldMk cId="1493025343" sldId="659"/>
        </pc:sldMkLst>
      </pc:sldChg>
      <pc:sldChg chg="modNotesTx">
        <pc:chgData name="Mengmeng Ge" userId="bb5bc401-97cb-4caf-9857-8ff441375414" providerId="ADAL" clId="{956B6F57-8B6B-45D6-87C3-7E746F443E51}" dt="2024-09-14T03:11:40.866" v="1705" actId="20577"/>
        <pc:sldMkLst>
          <pc:docMk/>
          <pc:sldMk cId="3655079009" sldId="661"/>
        </pc:sldMkLst>
      </pc:sldChg>
      <pc:sldChg chg="addSp modSp mod modNotesTx">
        <pc:chgData name="Mengmeng Ge" userId="bb5bc401-97cb-4caf-9857-8ff441375414" providerId="ADAL" clId="{956B6F57-8B6B-45D6-87C3-7E746F443E51}" dt="2024-09-13T23:56:56.168" v="1059" actId="207"/>
        <pc:sldMkLst>
          <pc:docMk/>
          <pc:sldMk cId="246727263" sldId="662"/>
        </pc:sldMkLst>
        <pc:spChg chg="add mod">
          <ac:chgData name="Mengmeng Ge" userId="bb5bc401-97cb-4caf-9857-8ff441375414" providerId="ADAL" clId="{956B6F57-8B6B-45D6-87C3-7E746F443E51}" dt="2024-09-13T23:52:53.718" v="1018" actId="20577"/>
          <ac:spMkLst>
            <pc:docMk/>
            <pc:sldMk cId="246727263" sldId="662"/>
            <ac:spMk id="2" creationId="{9F277F99-E3F0-2D1A-28A6-38C10EDE7A38}"/>
          </ac:spMkLst>
        </pc:spChg>
        <pc:spChg chg="add mod">
          <ac:chgData name="Mengmeng Ge" userId="bb5bc401-97cb-4caf-9857-8ff441375414" providerId="ADAL" clId="{956B6F57-8B6B-45D6-87C3-7E746F443E51}" dt="2024-09-13T23:52:51.359" v="1016" actId="20577"/>
          <ac:spMkLst>
            <pc:docMk/>
            <pc:sldMk cId="246727263" sldId="662"/>
            <ac:spMk id="3" creationId="{E9C09641-6A2F-F5CA-F791-1C0352C4E7D6}"/>
          </ac:spMkLst>
        </pc:spChg>
        <pc:spChg chg="mod">
          <ac:chgData name="Mengmeng Ge" userId="bb5bc401-97cb-4caf-9857-8ff441375414" providerId="ADAL" clId="{956B6F57-8B6B-45D6-87C3-7E746F443E51}" dt="2024-09-13T23:56:56.168" v="1059" actId="207"/>
          <ac:spMkLst>
            <pc:docMk/>
            <pc:sldMk cId="246727263" sldId="662"/>
            <ac:spMk id="4" creationId="{EBF350DC-B4FF-9D02-8984-35CE675263DB}"/>
          </ac:spMkLst>
        </pc:spChg>
        <pc:spChg chg="add mod">
          <ac:chgData name="Mengmeng Ge" userId="bb5bc401-97cb-4caf-9857-8ff441375414" providerId="ADAL" clId="{956B6F57-8B6B-45D6-87C3-7E746F443E51}" dt="2024-09-13T23:52:40.493" v="1002" actId="20577"/>
          <ac:spMkLst>
            <pc:docMk/>
            <pc:sldMk cId="246727263" sldId="662"/>
            <ac:spMk id="6" creationId="{21A97914-627C-7023-AE7B-7CDE414895B7}"/>
          </ac:spMkLst>
        </pc:spChg>
        <pc:spChg chg="add mod">
          <ac:chgData name="Mengmeng Ge" userId="bb5bc401-97cb-4caf-9857-8ff441375414" providerId="ADAL" clId="{956B6F57-8B6B-45D6-87C3-7E746F443E51}" dt="2024-09-13T23:52:26.707" v="998" actId="14100"/>
          <ac:spMkLst>
            <pc:docMk/>
            <pc:sldMk cId="246727263" sldId="662"/>
            <ac:spMk id="7" creationId="{ABFBE3B5-C4FE-22EC-5B3C-FEB0D13E5DD7}"/>
          </ac:spMkLst>
        </pc:spChg>
        <pc:spChg chg="add mod">
          <ac:chgData name="Mengmeng Ge" userId="bb5bc401-97cb-4caf-9857-8ff441375414" providerId="ADAL" clId="{956B6F57-8B6B-45D6-87C3-7E746F443E51}" dt="2024-09-13T23:52:26.707" v="998" actId="14100"/>
          <ac:spMkLst>
            <pc:docMk/>
            <pc:sldMk cId="246727263" sldId="662"/>
            <ac:spMk id="8" creationId="{50866DAE-8151-F478-ECBD-22AF512A9F4D}"/>
          </ac:spMkLst>
        </pc:spChg>
        <pc:spChg chg="mod">
          <ac:chgData name="Mengmeng Ge" userId="bb5bc401-97cb-4caf-9857-8ff441375414" providerId="ADAL" clId="{956B6F57-8B6B-45D6-87C3-7E746F443E51}" dt="2024-09-13T23:52:26.707" v="998" actId="14100"/>
          <ac:spMkLst>
            <pc:docMk/>
            <pc:sldMk cId="246727263" sldId="662"/>
            <ac:spMk id="10" creationId="{1419CFC6-328C-8644-6882-9C54E0BBF707}"/>
          </ac:spMkLst>
        </pc:spChg>
        <pc:spChg chg="mod">
          <ac:chgData name="Mengmeng Ge" userId="bb5bc401-97cb-4caf-9857-8ff441375414" providerId="ADAL" clId="{956B6F57-8B6B-45D6-87C3-7E746F443E51}" dt="2024-09-13T23:52:26.707" v="998" actId="14100"/>
          <ac:spMkLst>
            <pc:docMk/>
            <pc:sldMk cId="246727263" sldId="662"/>
            <ac:spMk id="11" creationId="{7E474761-9C82-48BF-BA1C-95D8B0BA0645}"/>
          </ac:spMkLst>
        </pc:spChg>
        <pc:spChg chg="add mod">
          <ac:chgData name="Mengmeng Ge" userId="bb5bc401-97cb-4caf-9857-8ff441375414" providerId="ADAL" clId="{956B6F57-8B6B-45D6-87C3-7E746F443E51}" dt="2024-09-13T23:52:26.707" v="998" actId="14100"/>
          <ac:spMkLst>
            <pc:docMk/>
            <pc:sldMk cId="246727263" sldId="662"/>
            <ac:spMk id="12" creationId="{54F4AC8E-7E99-B04C-BD29-DB0D60259392}"/>
          </ac:spMkLst>
        </pc:spChg>
        <pc:spChg chg="add mod">
          <ac:chgData name="Mengmeng Ge" userId="bb5bc401-97cb-4caf-9857-8ff441375414" providerId="ADAL" clId="{956B6F57-8B6B-45D6-87C3-7E746F443E51}" dt="2024-09-13T23:52:56.457" v="1020" actId="20577"/>
          <ac:spMkLst>
            <pc:docMk/>
            <pc:sldMk cId="246727263" sldId="662"/>
            <ac:spMk id="13" creationId="{62860A0B-D462-26FE-0A03-5AE8A30F359B}"/>
          </ac:spMkLst>
        </pc:spChg>
        <pc:spChg chg="add mod">
          <ac:chgData name="Mengmeng Ge" userId="bb5bc401-97cb-4caf-9857-8ff441375414" providerId="ADAL" clId="{956B6F57-8B6B-45D6-87C3-7E746F443E51}" dt="2024-09-13T23:52:48.238" v="1011" actId="20577"/>
          <ac:spMkLst>
            <pc:docMk/>
            <pc:sldMk cId="246727263" sldId="662"/>
            <ac:spMk id="14" creationId="{F0B75718-900D-4E93-E022-74B9806D553C}"/>
          </ac:spMkLst>
        </pc:spChg>
        <pc:spChg chg="add mod">
          <ac:chgData name="Mengmeng Ge" userId="bb5bc401-97cb-4caf-9857-8ff441375414" providerId="ADAL" clId="{956B6F57-8B6B-45D6-87C3-7E746F443E51}" dt="2024-09-13T23:52:44.360" v="1006" actId="20577"/>
          <ac:spMkLst>
            <pc:docMk/>
            <pc:sldMk cId="246727263" sldId="662"/>
            <ac:spMk id="15" creationId="{C23E3E42-18E9-031A-EE0B-EDB91DF9690E}"/>
          </ac:spMkLst>
        </pc:spChg>
        <pc:spChg chg="add mod">
          <ac:chgData name="Mengmeng Ge" userId="bb5bc401-97cb-4caf-9857-8ff441375414" providerId="ADAL" clId="{956B6F57-8B6B-45D6-87C3-7E746F443E51}" dt="2024-09-13T23:52:26.707" v="998" actId="14100"/>
          <ac:spMkLst>
            <pc:docMk/>
            <pc:sldMk cId="246727263" sldId="662"/>
            <ac:spMk id="16" creationId="{9AF8C6EF-721A-9EC2-5C02-44F7FF93C7AC}"/>
          </ac:spMkLst>
        </pc:spChg>
        <pc:spChg chg="mod">
          <ac:chgData name="Mengmeng Ge" userId="bb5bc401-97cb-4caf-9857-8ff441375414" providerId="ADAL" clId="{956B6F57-8B6B-45D6-87C3-7E746F443E51}" dt="2024-09-13T23:52:26.707" v="998" actId="14100"/>
          <ac:spMkLst>
            <pc:docMk/>
            <pc:sldMk cId="246727263" sldId="662"/>
            <ac:spMk id="18" creationId="{4E3741E1-3148-BFF0-12D0-066B34C45324}"/>
          </ac:spMkLst>
        </pc:spChg>
        <pc:spChg chg="mod">
          <ac:chgData name="Mengmeng Ge" userId="bb5bc401-97cb-4caf-9857-8ff441375414" providerId="ADAL" clId="{956B6F57-8B6B-45D6-87C3-7E746F443E51}" dt="2024-09-13T23:52:26.707" v="998" actId="14100"/>
          <ac:spMkLst>
            <pc:docMk/>
            <pc:sldMk cId="246727263" sldId="662"/>
            <ac:spMk id="19" creationId="{D7CDE2FB-E5CC-C5AC-5B0A-672A3FF9871B}"/>
          </ac:spMkLst>
        </pc:spChg>
        <pc:spChg chg="add mod">
          <ac:chgData name="Mengmeng Ge" userId="bb5bc401-97cb-4caf-9857-8ff441375414" providerId="ADAL" clId="{956B6F57-8B6B-45D6-87C3-7E746F443E51}" dt="2024-09-13T23:52:26.707" v="998" actId="14100"/>
          <ac:spMkLst>
            <pc:docMk/>
            <pc:sldMk cId="246727263" sldId="662"/>
            <ac:spMk id="20" creationId="{42CA9ED8-B73D-C129-672B-49CE39653961}"/>
          </ac:spMkLst>
        </pc:spChg>
        <pc:spChg chg="add mod">
          <ac:chgData name="Mengmeng Ge" userId="bb5bc401-97cb-4caf-9857-8ff441375414" providerId="ADAL" clId="{956B6F57-8B6B-45D6-87C3-7E746F443E51}" dt="2024-09-13T23:52:42.199" v="1004" actId="20577"/>
          <ac:spMkLst>
            <pc:docMk/>
            <pc:sldMk cId="246727263" sldId="662"/>
            <ac:spMk id="21" creationId="{5449A7C8-1844-3A15-6137-B31C8FD987D4}"/>
          </ac:spMkLst>
        </pc:spChg>
        <pc:spChg chg="add mod">
          <ac:chgData name="Mengmeng Ge" userId="bb5bc401-97cb-4caf-9857-8ff441375414" providerId="ADAL" clId="{956B6F57-8B6B-45D6-87C3-7E746F443E51}" dt="2024-09-13T23:52:26.707" v="998" actId="14100"/>
          <ac:spMkLst>
            <pc:docMk/>
            <pc:sldMk cId="246727263" sldId="662"/>
            <ac:spMk id="22" creationId="{0BAA0415-5B4A-F6BD-FA87-43B679812F69}"/>
          </ac:spMkLst>
        </pc:spChg>
        <pc:spChg chg="add mod">
          <ac:chgData name="Mengmeng Ge" userId="bb5bc401-97cb-4caf-9857-8ff441375414" providerId="ADAL" clId="{956B6F57-8B6B-45D6-87C3-7E746F443E51}" dt="2024-09-13T23:52:26.707" v="998" actId="14100"/>
          <ac:spMkLst>
            <pc:docMk/>
            <pc:sldMk cId="246727263" sldId="662"/>
            <ac:spMk id="23" creationId="{D48EC88B-E27C-ACDB-1433-9BFD9085187B}"/>
          </ac:spMkLst>
        </pc:spChg>
        <pc:spChg chg="add mod">
          <ac:chgData name="Mengmeng Ge" userId="bb5bc401-97cb-4caf-9857-8ff441375414" providerId="ADAL" clId="{956B6F57-8B6B-45D6-87C3-7E746F443E51}" dt="2024-09-13T23:52:26.707" v="998" actId="14100"/>
          <ac:spMkLst>
            <pc:docMk/>
            <pc:sldMk cId="246727263" sldId="662"/>
            <ac:spMk id="24" creationId="{3B4D6F29-BE2B-6773-A55B-BAB00476486A}"/>
          </ac:spMkLst>
        </pc:spChg>
        <pc:grpChg chg="add mod">
          <ac:chgData name="Mengmeng Ge" userId="bb5bc401-97cb-4caf-9857-8ff441375414" providerId="ADAL" clId="{956B6F57-8B6B-45D6-87C3-7E746F443E51}" dt="2024-09-13T23:52:26.707" v="998" actId="14100"/>
          <ac:grpSpMkLst>
            <pc:docMk/>
            <pc:sldMk cId="246727263" sldId="662"/>
            <ac:grpSpMk id="9" creationId="{62A58BAB-5CF5-6686-925F-9601BBDA27B3}"/>
          </ac:grpSpMkLst>
        </pc:grpChg>
        <pc:grpChg chg="add mod">
          <ac:chgData name="Mengmeng Ge" userId="bb5bc401-97cb-4caf-9857-8ff441375414" providerId="ADAL" clId="{956B6F57-8B6B-45D6-87C3-7E746F443E51}" dt="2024-09-13T23:52:26.707" v="998" actId="14100"/>
          <ac:grpSpMkLst>
            <pc:docMk/>
            <pc:sldMk cId="246727263" sldId="662"/>
            <ac:grpSpMk id="17" creationId="{07C79895-0E08-EA04-06E0-15D064B20CBE}"/>
          </ac:grpSpMkLst>
        </pc:grpChg>
        <pc:grpChg chg="add mod">
          <ac:chgData name="Mengmeng Ge" userId="bb5bc401-97cb-4caf-9857-8ff441375414" providerId="ADAL" clId="{956B6F57-8B6B-45D6-87C3-7E746F443E51}" dt="2024-09-13T23:52:26.707" v="998" actId="14100"/>
          <ac:grpSpMkLst>
            <pc:docMk/>
            <pc:sldMk cId="246727263" sldId="662"/>
            <ac:grpSpMk id="25" creationId="{18EE9E7E-BF07-33D3-99DF-8E1A0F2DB3C7}"/>
          </ac:grpSpMkLst>
        </pc:grpChg>
      </pc:sldChg>
      <pc:sldChg chg="modAnim modNotesTx">
        <pc:chgData name="Mengmeng Ge" userId="bb5bc401-97cb-4caf-9857-8ff441375414" providerId="ADAL" clId="{956B6F57-8B6B-45D6-87C3-7E746F443E51}" dt="2024-09-14T04:51:44.992" v="1755"/>
        <pc:sldMkLst>
          <pc:docMk/>
          <pc:sldMk cId="3002826988" sldId="663"/>
        </pc:sldMkLst>
      </pc:sldChg>
      <pc:sldChg chg="modNotesTx">
        <pc:chgData name="Mengmeng Ge" userId="bb5bc401-97cb-4caf-9857-8ff441375414" providerId="ADAL" clId="{956B6F57-8B6B-45D6-87C3-7E746F443E51}" dt="2024-09-14T04:51:01.919" v="1752"/>
        <pc:sldMkLst>
          <pc:docMk/>
          <pc:sldMk cId="1499971915" sldId="664"/>
        </pc:sldMkLst>
      </pc:sldChg>
      <pc:sldChg chg="addSp delSp modSp mod modAnim modNotesTx">
        <pc:chgData name="Mengmeng Ge" userId="bb5bc401-97cb-4caf-9857-8ff441375414" providerId="ADAL" clId="{956B6F57-8B6B-45D6-87C3-7E746F443E51}" dt="2024-09-14T06:13:17.837" v="2558" actId="113"/>
        <pc:sldMkLst>
          <pc:docMk/>
          <pc:sldMk cId="249287668" sldId="665"/>
        </pc:sldMkLst>
        <pc:spChg chg="mod">
          <ac:chgData name="Mengmeng Ge" userId="bb5bc401-97cb-4caf-9857-8ff441375414" providerId="ADAL" clId="{956B6F57-8B6B-45D6-87C3-7E746F443E51}" dt="2024-09-14T05:40:21.875" v="2369" actId="20577"/>
          <ac:spMkLst>
            <pc:docMk/>
            <pc:sldMk cId="249287668" sldId="665"/>
            <ac:spMk id="8" creationId="{70728FFB-B8A0-22FD-8E4F-915AF35294BA}"/>
          </ac:spMkLst>
        </pc:spChg>
        <pc:spChg chg="mod">
          <ac:chgData name="Mengmeng Ge" userId="bb5bc401-97cb-4caf-9857-8ff441375414" providerId="ADAL" clId="{956B6F57-8B6B-45D6-87C3-7E746F443E51}" dt="2024-09-14T05:49:16.299" v="2401" actId="1035"/>
          <ac:spMkLst>
            <pc:docMk/>
            <pc:sldMk cId="249287668" sldId="665"/>
            <ac:spMk id="10" creationId="{B8E5A728-5324-B4B6-DDCA-BEFA39D0D711}"/>
          </ac:spMkLst>
        </pc:spChg>
        <pc:spChg chg="mod">
          <ac:chgData name="Mengmeng Ge" userId="bb5bc401-97cb-4caf-9857-8ff441375414" providerId="ADAL" clId="{956B6F57-8B6B-45D6-87C3-7E746F443E51}" dt="2024-09-14T05:49:24.266" v="2409" actId="1035"/>
          <ac:spMkLst>
            <pc:docMk/>
            <pc:sldMk cId="249287668" sldId="665"/>
            <ac:spMk id="11" creationId="{CAEC0000-89EE-8CF7-6E88-74FD59E83A62}"/>
          </ac:spMkLst>
        </pc:spChg>
        <pc:spChg chg="mod">
          <ac:chgData name="Mengmeng Ge" userId="bb5bc401-97cb-4caf-9857-8ff441375414" providerId="ADAL" clId="{956B6F57-8B6B-45D6-87C3-7E746F443E51}" dt="2024-09-14T05:49:33.276" v="2411" actId="1076"/>
          <ac:spMkLst>
            <pc:docMk/>
            <pc:sldMk cId="249287668" sldId="665"/>
            <ac:spMk id="12" creationId="{28EF37D0-E44E-643D-5DD2-96D86F814356}"/>
          </ac:spMkLst>
        </pc:spChg>
        <pc:spChg chg="mod">
          <ac:chgData name="Mengmeng Ge" userId="bb5bc401-97cb-4caf-9857-8ff441375414" providerId="ADAL" clId="{956B6F57-8B6B-45D6-87C3-7E746F443E51}" dt="2024-09-14T05:49:16.299" v="2401" actId="1035"/>
          <ac:spMkLst>
            <pc:docMk/>
            <pc:sldMk cId="249287668" sldId="665"/>
            <ac:spMk id="13" creationId="{C574DC5B-CB21-3469-C0A2-DF06FAA9A3CD}"/>
          </ac:spMkLst>
        </pc:spChg>
        <pc:spChg chg="mod">
          <ac:chgData name="Mengmeng Ge" userId="bb5bc401-97cb-4caf-9857-8ff441375414" providerId="ADAL" clId="{956B6F57-8B6B-45D6-87C3-7E746F443E51}" dt="2024-09-14T05:49:24.266" v="2409" actId="1035"/>
          <ac:spMkLst>
            <pc:docMk/>
            <pc:sldMk cId="249287668" sldId="665"/>
            <ac:spMk id="14" creationId="{DC663C49-AEF2-5B4D-07D3-39AB7972E93D}"/>
          </ac:spMkLst>
        </pc:spChg>
        <pc:spChg chg="mod">
          <ac:chgData name="Mengmeng Ge" userId="bb5bc401-97cb-4caf-9857-8ff441375414" providerId="ADAL" clId="{956B6F57-8B6B-45D6-87C3-7E746F443E51}" dt="2024-09-14T05:49:28.821" v="2410" actId="1076"/>
          <ac:spMkLst>
            <pc:docMk/>
            <pc:sldMk cId="249287668" sldId="665"/>
            <ac:spMk id="15" creationId="{26624B65-9D38-F41A-9706-BEAAB61B5102}"/>
          </ac:spMkLst>
        </pc:spChg>
        <pc:spChg chg="mod">
          <ac:chgData name="Mengmeng Ge" userId="bb5bc401-97cb-4caf-9857-8ff441375414" providerId="ADAL" clId="{956B6F57-8B6B-45D6-87C3-7E746F443E51}" dt="2024-09-14T05:50:10.961" v="2419" actId="14100"/>
          <ac:spMkLst>
            <pc:docMk/>
            <pc:sldMk cId="249287668" sldId="665"/>
            <ac:spMk id="16" creationId="{A1FCF9D8-56F8-F69E-91FF-BA3DC3BE1A7F}"/>
          </ac:spMkLst>
        </pc:spChg>
        <pc:spChg chg="mod">
          <ac:chgData name="Mengmeng Ge" userId="bb5bc401-97cb-4caf-9857-8ff441375414" providerId="ADAL" clId="{956B6F57-8B6B-45D6-87C3-7E746F443E51}" dt="2024-09-14T05:50:01.143" v="2417" actId="14100"/>
          <ac:spMkLst>
            <pc:docMk/>
            <pc:sldMk cId="249287668" sldId="665"/>
            <ac:spMk id="17" creationId="{EB25A1A5-CCD0-EC43-FC04-1C8BBDDDB798}"/>
          </ac:spMkLst>
        </pc:spChg>
        <pc:spChg chg="mod">
          <ac:chgData name="Mengmeng Ge" userId="bb5bc401-97cb-4caf-9857-8ff441375414" providerId="ADAL" clId="{956B6F57-8B6B-45D6-87C3-7E746F443E51}" dt="2024-09-14T06:04:28.133" v="2493" actId="20577"/>
          <ac:spMkLst>
            <pc:docMk/>
            <pc:sldMk cId="249287668" sldId="665"/>
            <ac:spMk id="18" creationId="{F418E930-A106-3C15-AF54-24AF4917A494}"/>
          </ac:spMkLst>
        </pc:spChg>
        <pc:spChg chg="mod">
          <ac:chgData name="Mengmeng Ge" userId="bb5bc401-97cb-4caf-9857-8ff441375414" providerId="ADAL" clId="{956B6F57-8B6B-45D6-87C3-7E746F443E51}" dt="2024-09-14T05:49:16.299" v="2401" actId="1035"/>
          <ac:spMkLst>
            <pc:docMk/>
            <pc:sldMk cId="249287668" sldId="665"/>
            <ac:spMk id="19" creationId="{10F43969-4678-B325-ED89-79F47A38425F}"/>
          </ac:spMkLst>
        </pc:spChg>
        <pc:spChg chg="mod">
          <ac:chgData name="Mengmeng Ge" userId="bb5bc401-97cb-4caf-9857-8ff441375414" providerId="ADAL" clId="{956B6F57-8B6B-45D6-87C3-7E746F443E51}" dt="2024-09-14T05:49:24.266" v="2409" actId="1035"/>
          <ac:spMkLst>
            <pc:docMk/>
            <pc:sldMk cId="249287668" sldId="665"/>
            <ac:spMk id="20" creationId="{548C918A-5EC0-ABD6-4AEE-EA1EC2D2530D}"/>
          </ac:spMkLst>
        </pc:spChg>
        <pc:spChg chg="mod">
          <ac:chgData name="Mengmeng Ge" userId="bb5bc401-97cb-4caf-9857-8ff441375414" providerId="ADAL" clId="{956B6F57-8B6B-45D6-87C3-7E746F443E51}" dt="2024-09-14T05:49:49.799" v="2414" actId="14100"/>
          <ac:spMkLst>
            <pc:docMk/>
            <pc:sldMk cId="249287668" sldId="665"/>
            <ac:spMk id="21" creationId="{22D5DD0C-F8F2-6E74-2B38-C031C8730F32}"/>
          </ac:spMkLst>
        </pc:spChg>
        <pc:picChg chg="add mod ord">
          <ac:chgData name="Mengmeng Ge" userId="bb5bc401-97cb-4caf-9857-8ff441375414" providerId="ADAL" clId="{956B6F57-8B6B-45D6-87C3-7E746F443E51}" dt="2024-09-14T05:49:24.266" v="2409" actId="1035"/>
          <ac:picMkLst>
            <pc:docMk/>
            <pc:sldMk cId="249287668" sldId="665"/>
            <ac:picMk id="3" creationId="{512E804B-A032-DA0F-F07E-B14EAEB85C89}"/>
          </ac:picMkLst>
        </pc:picChg>
        <pc:picChg chg="del">
          <ac:chgData name="Mengmeng Ge" userId="bb5bc401-97cb-4caf-9857-8ff441375414" providerId="ADAL" clId="{956B6F57-8B6B-45D6-87C3-7E746F443E51}" dt="2024-09-14T05:38:35.973" v="2337" actId="478"/>
          <ac:picMkLst>
            <pc:docMk/>
            <pc:sldMk cId="249287668" sldId="665"/>
            <ac:picMk id="6" creationId="{78DAAF93-385B-1A7D-6D60-E30D79EB5CB0}"/>
          </ac:picMkLst>
        </pc:picChg>
        <pc:picChg chg="del">
          <ac:chgData name="Mengmeng Ge" userId="bb5bc401-97cb-4caf-9857-8ff441375414" providerId="ADAL" clId="{956B6F57-8B6B-45D6-87C3-7E746F443E51}" dt="2024-09-14T05:38:21.193" v="2331" actId="478"/>
          <ac:picMkLst>
            <pc:docMk/>
            <pc:sldMk cId="249287668" sldId="665"/>
            <ac:picMk id="7" creationId="{843CE035-1B36-8A1D-AC1E-346A6D1385DE}"/>
          </ac:picMkLst>
        </pc:picChg>
        <pc:picChg chg="add mod ord">
          <ac:chgData name="Mengmeng Ge" userId="bb5bc401-97cb-4caf-9857-8ff441375414" providerId="ADAL" clId="{956B6F57-8B6B-45D6-87C3-7E746F443E51}" dt="2024-09-14T05:49:16.299" v="2401" actId="1035"/>
          <ac:picMkLst>
            <pc:docMk/>
            <pc:sldMk cId="249287668" sldId="665"/>
            <ac:picMk id="9" creationId="{8AB00C5B-51B6-A0C2-4C7E-F8753921CCCD}"/>
          </ac:picMkLst>
        </pc:picChg>
      </pc:sldChg>
      <pc:sldChg chg="modNotesTx">
        <pc:chgData name="Mengmeng Ge" userId="bb5bc401-97cb-4caf-9857-8ff441375414" providerId="ADAL" clId="{956B6F57-8B6B-45D6-87C3-7E746F443E51}" dt="2024-09-16T05:29:17.537" v="2734" actId="113"/>
        <pc:sldMkLst>
          <pc:docMk/>
          <pc:sldMk cId="2116317456" sldId="666"/>
        </pc:sldMkLst>
      </pc:sldChg>
      <pc:sldChg chg="addSp modSp new mod modNotesTx">
        <pc:chgData name="Mengmeng Ge" userId="bb5bc401-97cb-4caf-9857-8ff441375414" providerId="ADAL" clId="{956B6F57-8B6B-45D6-87C3-7E746F443E51}" dt="2024-09-16T05:24:27.402" v="2730" actId="20577"/>
        <pc:sldMkLst>
          <pc:docMk/>
          <pc:sldMk cId="75077076" sldId="668"/>
        </pc:sldMkLst>
        <pc:spChg chg="mod">
          <ac:chgData name="Mengmeng Ge" userId="bb5bc401-97cb-4caf-9857-8ff441375414" providerId="ADAL" clId="{956B6F57-8B6B-45D6-87C3-7E746F443E51}" dt="2024-09-03T04:44:28.212" v="7" actId="20577"/>
          <ac:spMkLst>
            <pc:docMk/>
            <pc:sldMk cId="75077076" sldId="668"/>
            <ac:spMk id="2" creationId="{0A98EBCB-6384-8C2E-20DD-C3AD7E8598E8}"/>
          </ac:spMkLst>
        </pc:spChg>
        <pc:spChg chg="mod">
          <ac:chgData name="Mengmeng Ge" userId="bb5bc401-97cb-4caf-9857-8ff441375414" providerId="ADAL" clId="{956B6F57-8B6B-45D6-87C3-7E746F443E51}" dt="2024-09-03T04:54:55.439" v="48" actId="21"/>
          <ac:spMkLst>
            <pc:docMk/>
            <pc:sldMk cId="75077076" sldId="668"/>
            <ac:spMk id="3" creationId="{CFE254D3-8BFD-CBBD-6447-C95B1E2A4419}"/>
          </ac:spMkLst>
        </pc:spChg>
        <pc:spChg chg="add mod">
          <ac:chgData name="Mengmeng Ge" userId="bb5bc401-97cb-4caf-9857-8ff441375414" providerId="ADAL" clId="{956B6F57-8B6B-45D6-87C3-7E746F443E51}" dt="2024-09-03T04:55:14.581" v="55" actId="1076"/>
          <ac:spMkLst>
            <pc:docMk/>
            <pc:sldMk cId="75077076" sldId="668"/>
            <ac:spMk id="7" creationId="{D7794178-7B7F-2E32-E7D8-477C4F8EB24E}"/>
          </ac:spMkLst>
        </pc:spChg>
        <pc:picChg chg="add mod">
          <ac:chgData name="Mengmeng Ge" userId="bb5bc401-97cb-4caf-9857-8ff441375414" providerId="ADAL" clId="{956B6F57-8B6B-45D6-87C3-7E746F443E51}" dt="2024-09-03T04:55:20.851" v="57" actId="1076"/>
          <ac:picMkLst>
            <pc:docMk/>
            <pc:sldMk cId="75077076" sldId="668"/>
            <ac:picMk id="6" creationId="{E9631264-40ED-C5F2-2EA7-A0301FF9B90F}"/>
          </ac:picMkLst>
        </pc:picChg>
      </pc:sldChg>
      <pc:sldChg chg="addSp delSp modSp new mod modAnim">
        <pc:chgData name="Mengmeng Ge" userId="bb5bc401-97cb-4caf-9857-8ff441375414" providerId="ADAL" clId="{956B6F57-8B6B-45D6-87C3-7E746F443E51}" dt="2024-09-03T04:57:01.699" v="100"/>
        <pc:sldMkLst>
          <pc:docMk/>
          <pc:sldMk cId="1188017129" sldId="669"/>
        </pc:sldMkLst>
        <pc:spChg chg="mod">
          <ac:chgData name="Mengmeng Ge" userId="bb5bc401-97cb-4caf-9857-8ff441375414" providerId="ADAL" clId="{956B6F57-8B6B-45D6-87C3-7E746F443E51}" dt="2024-09-03T04:55:29.703" v="79" actId="20577"/>
          <ac:spMkLst>
            <pc:docMk/>
            <pc:sldMk cId="1188017129" sldId="669"/>
            <ac:spMk id="2" creationId="{9D4B6C2F-548B-864E-B1AF-90F4F1E667ED}"/>
          </ac:spMkLst>
        </pc:spChg>
        <pc:spChg chg="del">
          <ac:chgData name="Mengmeng Ge" userId="bb5bc401-97cb-4caf-9857-8ff441375414" providerId="ADAL" clId="{956B6F57-8B6B-45D6-87C3-7E746F443E51}" dt="2024-09-03T04:55:46.899" v="80" actId="478"/>
          <ac:spMkLst>
            <pc:docMk/>
            <pc:sldMk cId="1188017129" sldId="669"/>
            <ac:spMk id="3" creationId="{9C7656DF-E739-0BB8-C034-3693B6468AF5}"/>
          </ac:spMkLst>
        </pc:spChg>
        <pc:spChg chg="add mod">
          <ac:chgData name="Mengmeng Ge" userId="bb5bc401-97cb-4caf-9857-8ff441375414" providerId="ADAL" clId="{956B6F57-8B6B-45D6-87C3-7E746F443E51}" dt="2024-09-03T04:56:24.986" v="92" actId="1076"/>
          <ac:spMkLst>
            <pc:docMk/>
            <pc:sldMk cId="1188017129" sldId="669"/>
            <ac:spMk id="7" creationId="{C42EBF98-5DD7-D3CA-5EDA-17FB595292BD}"/>
          </ac:spMkLst>
        </pc:spChg>
        <pc:spChg chg="add mod">
          <ac:chgData name="Mengmeng Ge" userId="bb5bc401-97cb-4caf-9857-8ff441375414" providerId="ADAL" clId="{956B6F57-8B6B-45D6-87C3-7E746F443E51}" dt="2024-09-03T04:56:59.092" v="99" actId="1076"/>
          <ac:spMkLst>
            <pc:docMk/>
            <pc:sldMk cId="1188017129" sldId="669"/>
            <ac:spMk id="8" creationId="{89509DED-BC30-C819-BCE0-09BA342B8078}"/>
          </ac:spMkLst>
        </pc:spChg>
        <pc:picChg chg="add mod">
          <ac:chgData name="Mengmeng Ge" userId="bb5bc401-97cb-4caf-9857-8ff441375414" providerId="ADAL" clId="{956B6F57-8B6B-45D6-87C3-7E746F443E51}" dt="2024-09-03T04:56:27.387" v="93" actId="14100"/>
          <ac:picMkLst>
            <pc:docMk/>
            <pc:sldMk cId="1188017129" sldId="669"/>
            <ac:picMk id="6" creationId="{C6A9E050-4BE3-5A2A-87AF-C20CDCE7EF4B}"/>
          </ac:picMkLst>
        </pc:picChg>
      </pc:sldChg>
      <pc:sldChg chg="modSp new mod">
        <pc:chgData name="Mengmeng Ge" userId="bb5bc401-97cb-4caf-9857-8ff441375414" providerId="ADAL" clId="{956B6F57-8B6B-45D6-87C3-7E746F443E51}" dt="2024-09-12T09:41:00.913" v="198" actId="20577"/>
        <pc:sldMkLst>
          <pc:docMk/>
          <pc:sldMk cId="3086090940" sldId="670"/>
        </pc:sldMkLst>
        <pc:spChg chg="mod">
          <ac:chgData name="Mengmeng Ge" userId="bb5bc401-97cb-4caf-9857-8ff441375414" providerId="ADAL" clId="{956B6F57-8B6B-45D6-87C3-7E746F443E51}" dt="2024-09-12T09:41:00.913" v="198" actId="20577"/>
          <ac:spMkLst>
            <pc:docMk/>
            <pc:sldMk cId="3086090940" sldId="670"/>
            <ac:spMk id="2" creationId="{DE541DC9-B00C-2C92-71A9-2A013AF39D96}"/>
          </ac:spMkLst>
        </pc:spChg>
      </pc:sldChg>
      <pc:sldChg chg="modSp mod">
        <pc:chgData name="Mengmeng Ge" userId="bb5bc401-97cb-4caf-9857-8ff441375414" providerId="ADAL" clId="{956B6F57-8B6B-45D6-87C3-7E746F443E51}" dt="2024-09-13T21:29:28.393" v="224" actId="20577"/>
        <pc:sldMkLst>
          <pc:docMk/>
          <pc:sldMk cId="2684801306" sldId="672"/>
        </pc:sldMkLst>
        <pc:spChg chg="mod">
          <ac:chgData name="Mengmeng Ge" userId="bb5bc401-97cb-4caf-9857-8ff441375414" providerId="ADAL" clId="{956B6F57-8B6B-45D6-87C3-7E746F443E51}" dt="2024-09-13T21:29:28.393" v="224" actId="20577"/>
          <ac:spMkLst>
            <pc:docMk/>
            <pc:sldMk cId="2684801306" sldId="672"/>
            <ac:spMk id="498691" creationId="{00000000-0000-0000-0000-000000000000}"/>
          </ac:spMkLst>
        </pc:spChg>
      </pc:sldChg>
      <pc:sldChg chg="modSp add mod modNotesTx">
        <pc:chgData name="Mengmeng Ge" userId="bb5bc401-97cb-4caf-9857-8ff441375414" providerId="ADAL" clId="{956B6F57-8B6B-45D6-87C3-7E746F443E51}" dt="2024-09-18T07:54:20.189" v="2818" actId="113"/>
        <pc:sldMkLst>
          <pc:docMk/>
          <pc:sldMk cId="4247069774" sldId="675"/>
        </pc:sldMkLst>
        <pc:spChg chg="mod">
          <ac:chgData name="Mengmeng Ge" userId="bb5bc401-97cb-4caf-9857-8ff441375414" providerId="ADAL" clId="{956B6F57-8B6B-45D6-87C3-7E746F443E51}" dt="2024-09-13T23:59:29.121" v="1066" actId="255"/>
          <ac:spMkLst>
            <pc:docMk/>
            <pc:sldMk cId="4247069774" sldId="675"/>
            <ac:spMk id="4" creationId="{EBF350DC-B4FF-9D02-8984-35CE675263DB}"/>
          </ac:spMkLst>
        </pc:spChg>
      </pc:sldChg>
      <pc:sldChg chg="addSp delSp modSp new mod">
        <pc:chgData name="Mengmeng Ge" userId="bb5bc401-97cb-4caf-9857-8ff441375414" providerId="ADAL" clId="{956B6F57-8B6B-45D6-87C3-7E746F443E51}" dt="2024-09-14T04:59:28.439" v="1803" actId="1076"/>
        <pc:sldMkLst>
          <pc:docMk/>
          <pc:sldMk cId="1421195434" sldId="676"/>
        </pc:sldMkLst>
        <pc:spChg chg="mod">
          <ac:chgData name="Mengmeng Ge" userId="bb5bc401-97cb-4caf-9857-8ff441375414" providerId="ADAL" clId="{956B6F57-8B6B-45D6-87C3-7E746F443E51}" dt="2024-09-14T04:58:15.225" v="1785" actId="20577"/>
          <ac:spMkLst>
            <pc:docMk/>
            <pc:sldMk cId="1421195434" sldId="676"/>
            <ac:spMk id="2" creationId="{33627A23-A8F1-8068-3E87-A5094256176C}"/>
          </ac:spMkLst>
        </pc:spChg>
        <pc:spChg chg="del">
          <ac:chgData name="Mengmeng Ge" userId="bb5bc401-97cb-4caf-9857-8ff441375414" providerId="ADAL" clId="{956B6F57-8B6B-45D6-87C3-7E746F443E51}" dt="2024-09-14T04:58:17.923" v="1786" actId="478"/>
          <ac:spMkLst>
            <pc:docMk/>
            <pc:sldMk cId="1421195434" sldId="676"/>
            <ac:spMk id="3" creationId="{E97FA93B-9336-7D22-729B-A0590B9770FE}"/>
          </ac:spMkLst>
        </pc:spChg>
        <pc:picChg chg="add del mod">
          <ac:chgData name="Mengmeng Ge" userId="bb5bc401-97cb-4caf-9857-8ff441375414" providerId="ADAL" clId="{956B6F57-8B6B-45D6-87C3-7E746F443E51}" dt="2024-09-14T04:58:50.232" v="1791" actId="478"/>
          <ac:picMkLst>
            <pc:docMk/>
            <pc:sldMk cId="1421195434" sldId="676"/>
            <ac:picMk id="6" creationId="{986B3311-951C-0C0F-6C51-C5D057F1C034}"/>
          </ac:picMkLst>
        </pc:picChg>
        <pc:picChg chg="add mod">
          <ac:chgData name="Mengmeng Ge" userId="bb5bc401-97cb-4caf-9857-8ff441375414" providerId="ADAL" clId="{956B6F57-8B6B-45D6-87C3-7E746F443E51}" dt="2024-09-14T04:59:16.396" v="1800" actId="1036"/>
          <ac:picMkLst>
            <pc:docMk/>
            <pc:sldMk cId="1421195434" sldId="676"/>
            <ac:picMk id="8" creationId="{F38CB4B5-E4C7-6950-4C0C-743BD07E6650}"/>
          </ac:picMkLst>
        </pc:picChg>
        <pc:picChg chg="add mod">
          <ac:chgData name="Mengmeng Ge" userId="bb5bc401-97cb-4caf-9857-8ff441375414" providerId="ADAL" clId="{956B6F57-8B6B-45D6-87C3-7E746F443E51}" dt="2024-09-14T04:59:28.439" v="1803" actId="1076"/>
          <ac:picMkLst>
            <pc:docMk/>
            <pc:sldMk cId="1421195434" sldId="676"/>
            <ac:picMk id="9" creationId="{2E46C105-ED15-D3B4-C882-726A785A396E}"/>
          </ac:picMkLst>
        </pc:picChg>
      </pc:sldChg>
      <pc:sldChg chg="addSp delSp modSp new mod modNotesTx">
        <pc:chgData name="Mengmeng Ge" userId="bb5bc401-97cb-4caf-9857-8ff441375414" providerId="ADAL" clId="{956B6F57-8B6B-45D6-87C3-7E746F443E51}" dt="2024-09-14T06:08:08.328" v="2539" actId="1076"/>
        <pc:sldMkLst>
          <pc:docMk/>
          <pc:sldMk cId="1438305735" sldId="677"/>
        </pc:sldMkLst>
        <pc:spChg chg="mod">
          <ac:chgData name="Mengmeng Ge" userId="bb5bc401-97cb-4caf-9857-8ff441375414" providerId="ADAL" clId="{956B6F57-8B6B-45D6-87C3-7E746F443E51}" dt="2024-09-14T06:07:00.806" v="2513" actId="20577"/>
          <ac:spMkLst>
            <pc:docMk/>
            <pc:sldMk cId="1438305735" sldId="677"/>
            <ac:spMk id="2" creationId="{A5C341A7-2601-A6CC-8DEF-2761DBDD1AD3}"/>
          </ac:spMkLst>
        </pc:spChg>
        <pc:spChg chg="del">
          <ac:chgData name="Mengmeng Ge" userId="bb5bc401-97cb-4caf-9857-8ff441375414" providerId="ADAL" clId="{956B6F57-8B6B-45D6-87C3-7E746F443E51}" dt="2024-09-14T06:07:03.435" v="2514" actId="478"/>
          <ac:spMkLst>
            <pc:docMk/>
            <pc:sldMk cId="1438305735" sldId="677"/>
            <ac:spMk id="3" creationId="{BE150967-2007-2A4F-90C0-C855EC9FA48E}"/>
          </ac:spMkLst>
        </pc:spChg>
        <pc:spChg chg="add mod">
          <ac:chgData name="Mengmeng Ge" userId="bb5bc401-97cb-4caf-9857-8ff441375414" providerId="ADAL" clId="{956B6F57-8B6B-45D6-87C3-7E746F443E51}" dt="2024-09-14T06:08:00.528" v="2536" actId="1076"/>
          <ac:spMkLst>
            <pc:docMk/>
            <pc:sldMk cId="1438305735" sldId="677"/>
            <ac:spMk id="8" creationId="{DCE78E2A-8BEF-02B4-EC42-34742EF6DF91}"/>
          </ac:spMkLst>
        </pc:spChg>
        <pc:picChg chg="add mod">
          <ac:chgData name="Mengmeng Ge" userId="bb5bc401-97cb-4caf-9857-8ff441375414" providerId="ADAL" clId="{956B6F57-8B6B-45D6-87C3-7E746F443E51}" dt="2024-09-14T06:08:08.328" v="2539" actId="1076"/>
          <ac:picMkLst>
            <pc:docMk/>
            <pc:sldMk cId="1438305735" sldId="677"/>
            <ac:picMk id="6" creationId="{C45F97EB-B942-8B69-85C4-568F269ADE9F}"/>
          </ac:picMkLst>
        </pc:picChg>
      </pc:sldChg>
      <pc:sldChg chg="modNotesTx">
        <pc:chgData name="Mengmeng Ge" userId="bb5bc401-97cb-4caf-9857-8ff441375414" providerId="ADAL" clId="{956B6F57-8B6B-45D6-87C3-7E746F443E51}" dt="2024-09-22T21:45:40.040" v="2958" actId="20577"/>
        <pc:sldMkLst>
          <pc:docMk/>
          <pc:sldMk cId="3985425542" sldId="680"/>
        </pc:sldMkLst>
      </pc:sldChg>
    </pc:docChg>
  </pc:docChgLst>
  <pc:docChgLst>
    <pc:chgData name="Mengmeng Ge" userId="bb5bc401-97cb-4caf-9857-8ff441375414" providerId="ADAL" clId="{15804E98-2735-47D5-BC38-F25866985B33}"/>
    <pc:docChg chg="undo custSel addSld delSld modSld sldOrd">
      <pc:chgData name="Mengmeng Ge" userId="bb5bc401-97cb-4caf-9857-8ff441375414" providerId="ADAL" clId="{15804E98-2735-47D5-BC38-F25866985B33}" dt="2024-04-23T10:17:57.940" v="3251" actId="1036"/>
      <pc:docMkLst>
        <pc:docMk/>
      </pc:docMkLst>
      <pc:sldChg chg="modSp del mod">
        <pc:chgData name="Mengmeng Ge" userId="bb5bc401-97cb-4caf-9857-8ff441375414" providerId="ADAL" clId="{15804E98-2735-47D5-BC38-F25866985B33}" dt="2024-04-18T09:57:57.849" v="63" actId="47"/>
        <pc:sldMkLst>
          <pc:docMk/>
          <pc:sldMk cId="0" sldId="263"/>
        </pc:sldMkLst>
        <pc:spChg chg="mod">
          <ac:chgData name="Mengmeng Ge" userId="bb5bc401-97cb-4caf-9857-8ff441375414" providerId="ADAL" clId="{15804E98-2735-47D5-BC38-F25866985B33}" dt="2024-04-18T09:54:52.625" v="62" actId="20577"/>
          <ac:spMkLst>
            <pc:docMk/>
            <pc:sldMk cId="0" sldId="263"/>
            <ac:spMk id="5" creationId="{00000000-0000-0000-0000-000000000000}"/>
          </ac:spMkLst>
        </pc:spChg>
      </pc:sldChg>
      <pc:sldChg chg="del">
        <pc:chgData name="Mengmeng Ge" userId="bb5bc401-97cb-4caf-9857-8ff441375414" providerId="ADAL" clId="{15804E98-2735-47D5-BC38-F25866985B33}" dt="2024-04-21T23:07:27.329" v="159" actId="47"/>
        <pc:sldMkLst>
          <pc:docMk/>
          <pc:sldMk cId="1961873025" sldId="274"/>
        </pc:sldMkLst>
      </pc:sldChg>
      <pc:sldChg chg="del">
        <pc:chgData name="Mengmeng Ge" userId="bb5bc401-97cb-4caf-9857-8ff441375414" providerId="ADAL" clId="{15804E98-2735-47D5-BC38-F25866985B33}" dt="2024-04-21T23:07:28.279" v="160" actId="47"/>
        <pc:sldMkLst>
          <pc:docMk/>
          <pc:sldMk cId="4095403332" sldId="275"/>
        </pc:sldMkLst>
      </pc:sldChg>
      <pc:sldChg chg="del">
        <pc:chgData name="Mengmeng Ge" userId="bb5bc401-97cb-4caf-9857-8ff441375414" providerId="ADAL" clId="{15804E98-2735-47D5-BC38-F25866985B33}" dt="2024-04-21T23:07:28.883" v="161" actId="47"/>
        <pc:sldMkLst>
          <pc:docMk/>
          <pc:sldMk cId="567692804" sldId="276"/>
        </pc:sldMkLst>
      </pc:sldChg>
      <pc:sldChg chg="del">
        <pc:chgData name="Mengmeng Ge" userId="bb5bc401-97cb-4caf-9857-8ff441375414" providerId="ADAL" clId="{15804E98-2735-47D5-BC38-F25866985B33}" dt="2024-04-21T23:07:29.252" v="162" actId="47"/>
        <pc:sldMkLst>
          <pc:docMk/>
          <pc:sldMk cId="290241034" sldId="277"/>
        </pc:sldMkLst>
      </pc:sldChg>
      <pc:sldChg chg="addSp delSp modSp del mod">
        <pc:chgData name="Mengmeng Ge" userId="bb5bc401-97cb-4caf-9857-8ff441375414" providerId="ADAL" clId="{15804E98-2735-47D5-BC38-F25866985B33}" dt="2024-04-22T04:38:29.578" v="1537" actId="47"/>
        <pc:sldMkLst>
          <pc:docMk/>
          <pc:sldMk cId="1242753105" sldId="280"/>
        </pc:sldMkLst>
        <pc:spChg chg="add del mod">
          <ac:chgData name="Mengmeng Ge" userId="bb5bc401-97cb-4caf-9857-8ff441375414" providerId="ADAL" clId="{15804E98-2735-47D5-BC38-F25866985B33}" dt="2024-04-22T04:27:15.673" v="1510" actId="478"/>
          <ac:spMkLst>
            <pc:docMk/>
            <pc:sldMk cId="1242753105" sldId="280"/>
            <ac:spMk id="3" creationId="{17D28593-BDC1-F524-419A-0D00D94EFA95}"/>
          </ac:spMkLst>
        </pc:spChg>
        <pc:spChg chg="add mod">
          <ac:chgData name="Mengmeng Ge" userId="bb5bc401-97cb-4caf-9857-8ff441375414" providerId="ADAL" clId="{15804E98-2735-47D5-BC38-F25866985B33}" dt="2024-04-22T04:27:25.323" v="1511"/>
          <ac:spMkLst>
            <pc:docMk/>
            <pc:sldMk cId="1242753105" sldId="280"/>
            <ac:spMk id="6" creationId="{490A4E0C-C185-62C9-2358-FFBA0BA9BEB0}"/>
          </ac:spMkLst>
        </pc:spChg>
        <pc:spChg chg="mod">
          <ac:chgData name="Mengmeng Ge" userId="bb5bc401-97cb-4caf-9857-8ff441375414" providerId="ADAL" clId="{15804E98-2735-47D5-BC38-F25866985B33}" dt="2024-04-22T04:29:45.063" v="1517" actId="21"/>
          <ac:spMkLst>
            <pc:docMk/>
            <pc:sldMk cId="1242753105" sldId="280"/>
            <ac:spMk id="485379" creationId="{00000000-0000-0000-0000-000000000000}"/>
          </ac:spMkLst>
        </pc:spChg>
        <pc:graphicFrameChg chg="add del mod">
          <ac:chgData name="Mengmeng Ge" userId="bb5bc401-97cb-4caf-9857-8ff441375414" providerId="ADAL" clId="{15804E98-2735-47D5-BC38-F25866985B33}" dt="2024-04-22T04:27:15.673" v="1510" actId="478"/>
          <ac:graphicFrameMkLst>
            <pc:docMk/>
            <pc:sldMk cId="1242753105" sldId="280"/>
            <ac:graphicFrameMk id="2" creationId="{B9975300-3F8C-562D-ECA0-F986D3AC450B}"/>
          </ac:graphicFrameMkLst>
        </pc:graphicFrameChg>
        <pc:graphicFrameChg chg="add mod modGraphic">
          <ac:chgData name="Mengmeng Ge" userId="bb5bc401-97cb-4caf-9857-8ff441375414" providerId="ADAL" clId="{15804E98-2735-47D5-BC38-F25866985B33}" dt="2024-04-22T04:28:28.298" v="1516" actId="1076"/>
          <ac:graphicFrameMkLst>
            <pc:docMk/>
            <pc:sldMk cId="1242753105" sldId="280"/>
            <ac:graphicFrameMk id="4" creationId="{0D3391FD-1FBF-BF5A-1C92-A538BC0FC6EF}"/>
          </ac:graphicFrameMkLst>
        </pc:graphicFrameChg>
      </pc:sldChg>
      <pc:sldChg chg="addSp modSp mod">
        <pc:chgData name="Mengmeng Ge" userId="bb5bc401-97cb-4caf-9857-8ff441375414" providerId="ADAL" clId="{15804E98-2735-47D5-BC38-F25866985B33}" dt="2024-04-22T06:08:20.890" v="2254" actId="20577"/>
        <pc:sldMkLst>
          <pc:docMk/>
          <pc:sldMk cId="1370772238" sldId="282"/>
        </pc:sldMkLst>
        <pc:spChg chg="add mod">
          <ac:chgData name="Mengmeng Ge" userId="bb5bc401-97cb-4caf-9857-8ff441375414" providerId="ADAL" clId="{15804E98-2735-47D5-BC38-F25866985B33}" dt="2024-04-22T05:02:12.159" v="1759" actId="1036"/>
          <ac:spMkLst>
            <pc:docMk/>
            <pc:sldMk cId="1370772238" sldId="282"/>
            <ac:spMk id="3" creationId="{70976E35-169C-A893-9B0E-BC0A3B26D50B}"/>
          </ac:spMkLst>
        </pc:spChg>
        <pc:spChg chg="mod">
          <ac:chgData name="Mengmeng Ge" userId="bb5bc401-97cb-4caf-9857-8ff441375414" providerId="ADAL" clId="{15804E98-2735-47D5-BC38-F25866985B33}" dt="2024-04-22T04:31:30.005" v="1536" actId="20577"/>
          <ac:spMkLst>
            <pc:docMk/>
            <pc:sldMk cId="1370772238" sldId="282"/>
            <ac:spMk id="486402" creationId="{00000000-0000-0000-0000-000000000000}"/>
          </ac:spMkLst>
        </pc:spChg>
        <pc:spChg chg="mod">
          <ac:chgData name="Mengmeng Ge" userId="bb5bc401-97cb-4caf-9857-8ff441375414" providerId="ADAL" clId="{15804E98-2735-47D5-BC38-F25866985B33}" dt="2024-04-22T06:08:20.890" v="2254" actId="20577"/>
          <ac:spMkLst>
            <pc:docMk/>
            <pc:sldMk cId="1370772238" sldId="282"/>
            <ac:spMk id="486403" creationId="{00000000-0000-0000-0000-000000000000}"/>
          </ac:spMkLst>
        </pc:spChg>
      </pc:sldChg>
      <pc:sldChg chg="addSp delSp modSp mod chgLayout modNotesTx">
        <pc:chgData name="Mengmeng Ge" userId="bb5bc401-97cb-4caf-9857-8ff441375414" providerId="ADAL" clId="{15804E98-2735-47D5-BC38-F25866985B33}" dt="2024-04-23T09:46:40.278" v="2927" actId="20577"/>
        <pc:sldMkLst>
          <pc:docMk/>
          <pc:sldMk cId="2990081435" sldId="283"/>
        </pc:sldMkLst>
        <pc:spChg chg="add del mod">
          <ac:chgData name="Mengmeng Ge" userId="bb5bc401-97cb-4caf-9857-8ff441375414" providerId="ADAL" clId="{15804E98-2735-47D5-BC38-F25866985B33}" dt="2024-04-23T09:37:17.823" v="2863" actId="478"/>
          <ac:spMkLst>
            <pc:docMk/>
            <pc:sldMk cId="2990081435" sldId="283"/>
            <ac:spMk id="3" creationId="{5984B372-2FC9-2949-A5F7-46820DF809B5}"/>
          </ac:spMkLst>
        </pc:spChg>
        <pc:spChg chg="add mod ord">
          <ac:chgData name="Mengmeng Ge" userId="bb5bc401-97cb-4caf-9857-8ff441375414" providerId="ADAL" clId="{15804E98-2735-47D5-BC38-F25866985B33}" dt="2024-04-23T09:46:36.470" v="2926" actId="948"/>
          <ac:spMkLst>
            <pc:docMk/>
            <pc:sldMk cId="2990081435" sldId="283"/>
            <ac:spMk id="4" creationId="{EBF350DC-B4FF-9D02-8984-35CE675263DB}"/>
          </ac:spMkLst>
        </pc:spChg>
        <pc:spChg chg="mod ord">
          <ac:chgData name="Mengmeng Ge" userId="bb5bc401-97cb-4caf-9857-8ff441375414" providerId="ADAL" clId="{15804E98-2735-47D5-BC38-F25866985B33}" dt="2024-04-23T09:37:20.647" v="2864" actId="700"/>
          <ac:spMkLst>
            <pc:docMk/>
            <pc:sldMk cId="2990081435" sldId="283"/>
            <ac:spMk id="5" creationId="{00000000-0000-0000-0000-000000000000}"/>
          </ac:spMkLst>
        </pc:spChg>
        <pc:spChg chg="add">
          <ac:chgData name="Mengmeng Ge" userId="bb5bc401-97cb-4caf-9857-8ff441375414" providerId="ADAL" clId="{15804E98-2735-47D5-BC38-F25866985B33}" dt="2024-04-23T09:43:49.061" v="2873"/>
          <ac:spMkLst>
            <pc:docMk/>
            <pc:sldMk cId="2990081435" sldId="283"/>
            <ac:spMk id="6" creationId="{EB3A4B6B-6332-BCEF-B181-41CDA07ABC24}"/>
          </ac:spMkLst>
        </pc:spChg>
        <pc:spChg chg="mod ord">
          <ac:chgData name="Mengmeng Ge" userId="bb5bc401-97cb-4caf-9857-8ff441375414" providerId="ADAL" clId="{15804E98-2735-47D5-BC38-F25866985B33}" dt="2024-04-23T09:37:20.647" v="2864" actId="700"/>
          <ac:spMkLst>
            <pc:docMk/>
            <pc:sldMk cId="2990081435" sldId="283"/>
            <ac:spMk id="601090" creationId="{00000000-0000-0000-0000-000000000000}"/>
          </ac:spMkLst>
        </pc:spChg>
        <pc:spChg chg="del mod">
          <ac:chgData name="Mengmeng Ge" userId="bb5bc401-97cb-4caf-9857-8ff441375414" providerId="ADAL" clId="{15804E98-2735-47D5-BC38-F25866985B33}" dt="2024-04-22T05:33:49.889" v="2065" actId="12084"/>
          <ac:spMkLst>
            <pc:docMk/>
            <pc:sldMk cId="2990081435" sldId="283"/>
            <ac:spMk id="601091" creationId="{00000000-0000-0000-0000-000000000000}"/>
          </ac:spMkLst>
        </pc:spChg>
        <pc:graphicFrameChg chg="add del mod modGraphic">
          <ac:chgData name="Mengmeng Ge" userId="bb5bc401-97cb-4caf-9857-8ff441375414" providerId="ADAL" clId="{15804E98-2735-47D5-BC38-F25866985B33}" dt="2024-04-23T09:37:06.441" v="2859" actId="11529"/>
          <ac:graphicFrameMkLst>
            <pc:docMk/>
            <pc:sldMk cId="2990081435" sldId="283"/>
            <ac:graphicFrameMk id="2" creationId="{D8A4080C-8FB6-F344-2F61-032FEE869628}"/>
          </ac:graphicFrameMkLst>
        </pc:graphicFrameChg>
      </pc:sldChg>
      <pc:sldChg chg="del">
        <pc:chgData name="Mengmeng Ge" userId="bb5bc401-97cb-4caf-9857-8ff441375414" providerId="ADAL" clId="{15804E98-2735-47D5-BC38-F25866985B33}" dt="2024-04-22T05:09:35.806" v="1770" actId="47"/>
        <pc:sldMkLst>
          <pc:docMk/>
          <pc:sldMk cId="3603825269" sldId="284"/>
        </pc:sldMkLst>
      </pc:sldChg>
      <pc:sldChg chg="del">
        <pc:chgData name="Mengmeng Ge" userId="bb5bc401-97cb-4caf-9857-8ff441375414" providerId="ADAL" clId="{15804E98-2735-47D5-BC38-F25866985B33}" dt="2024-04-22T05:09:34.275" v="1769" actId="47"/>
        <pc:sldMkLst>
          <pc:docMk/>
          <pc:sldMk cId="634997379" sldId="285"/>
        </pc:sldMkLst>
      </pc:sldChg>
      <pc:sldChg chg="del">
        <pc:chgData name="Mengmeng Ge" userId="bb5bc401-97cb-4caf-9857-8ff441375414" providerId="ADAL" clId="{15804E98-2735-47D5-BC38-F25866985B33}" dt="2024-04-22T05:33:34.535" v="2064" actId="47"/>
        <pc:sldMkLst>
          <pc:docMk/>
          <pc:sldMk cId="381057836" sldId="286"/>
        </pc:sldMkLst>
      </pc:sldChg>
      <pc:sldChg chg="del">
        <pc:chgData name="Mengmeng Ge" userId="bb5bc401-97cb-4caf-9857-8ff441375414" providerId="ADAL" clId="{15804E98-2735-47D5-BC38-F25866985B33}" dt="2024-04-22T05:42:22.492" v="2140" actId="47"/>
        <pc:sldMkLst>
          <pc:docMk/>
          <pc:sldMk cId="506339101" sldId="287"/>
        </pc:sldMkLst>
      </pc:sldChg>
      <pc:sldChg chg="modSp mod modNotesTx">
        <pc:chgData name="Mengmeng Ge" userId="bb5bc401-97cb-4caf-9857-8ff441375414" providerId="ADAL" clId="{15804E98-2735-47D5-BC38-F25866985B33}" dt="2024-04-22T06:50:21.055" v="2541" actId="20577"/>
        <pc:sldMkLst>
          <pc:docMk/>
          <pc:sldMk cId="1383121707" sldId="289"/>
        </pc:sldMkLst>
        <pc:spChg chg="mod">
          <ac:chgData name="Mengmeng Ge" userId="bb5bc401-97cb-4caf-9857-8ff441375414" providerId="ADAL" clId="{15804E98-2735-47D5-BC38-F25866985B33}" dt="2024-04-22T05:42:36.629" v="2148" actId="20577"/>
          <ac:spMkLst>
            <pc:docMk/>
            <pc:sldMk cId="1383121707" sldId="289"/>
            <ac:spMk id="492546" creationId="{00000000-0000-0000-0000-000000000000}"/>
          </ac:spMkLst>
        </pc:spChg>
        <pc:spChg chg="mod">
          <ac:chgData name="Mengmeng Ge" userId="bb5bc401-97cb-4caf-9857-8ff441375414" providerId="ADAL" clId="{15804E98-2735-47D5-BC38-F25866985B33}" dt="2024-04-22T06:50:21.055" v="2541" actId="20577"/>
          <ac:spMkLst>
            <pc:docMk/>
            <pc:sldMk cId="1383121707" sldId="289"/>
            <ac:spMk id="492547" creationId="{00000000-0000-0000-0000-000000000000}"/>
          </ac:spMkLst>
        </pc:spChg>
      </pc:sldChg>
      <pc:sldChg chg="addSp delSp modSp mod modNotesTx">
        <pc:chgData name="Mengmeng Ge" userId="bb5bc401-97cb-4caf-9857-8ff441375414" providerId="ADAL" clId="{15804E98-2735-47D5-BC38-F25866985B33}" dt="2024-04-22T07:28:05.989" v="2823" actId="1076"/>
        <pc:sldMkLst>
          <pc:docMk/>
          <pc:sldMk cId="2116842467" sldId="290"/>
        </pc:sldMkLst>
        <pc:spChg chg="add mod">
          <ac:chgData name="Mengmeng Ge" userId="bb5bc401-97cb-4caf-9857-8ff441375414" providerId="ADAL" clId="{15804E98-2735-47D5-BC38-F25866985B33}" dt="2024-04-22T07:28:05.989" v="2823" actId="1076"/>
          <ac:spMkLst>
            <pc:docMk/>
            <pc:sldMk cId="2116842467" sldId="290"/>
            <ac:spMk id="4" creationId="{6DF8DF7A-C84F-B933-DC45-C9400787FE7A}"/>
          </ac:spMkLst>
        </pc:spChg>
        <pc:spChg chg="mod">
          <ac:chgData name="Mengmeng Ge" userId="bb5bc401-97cb-4caf-9857-8ff441375414" providerId="ADAL" clId="{15804E98-2735-47D5-BC38-F25866985B33}" dt="2024-04-22T06:38:51.508" v="2488" actId="255"/>
          <ac:spMkLst>
            <pc:docMk/>
            <pc:sldMk cId="2116842467" sldId="290"/>
            <ac:spMk id="493570" creationId="{00000000-0000-0000-0000-000000000000}"/>
          </ac:spMkLst>
        </pc:spChg>
        <pc:spChg chg="del mod">
          <ac:chgData name="Mengmeng Ge" userId="bb5bc401-97cb-4caf-9857-8ff441375414" providerId="ADAL" clId="{15804E98-2735-47D5-BC38-F25866985B33}" dt="2024-04-22T06:55:22.955" v="2567" actId="12084"/>
          <ac:spMkLst>
            <pc:docMk/>
            <pc:sldMk cId="2116842467" sldId="290"/>
            <ac:spMk id="493571" creationId="{00000000-0000-0000-0000-000000000000}"/>
          </ac:spMkLst>
        </pc:spChg>
        <pc:graphicFrameChg chg="add mod modGraphic">
          <ac:chgData name="Mengmeng Ge" userId="bb5bc401-97cb-4caf-9857-8ff441375414" providerId="ADAL" clId="{15804E98-2735-47D5-BC38-F25866985B33}" dt="2024-04-22T06:55:57.481" v="2572" actId="14100"/>
          <ac:graphicFrameMkLst>
            <pc:docMk/>
            <pc:sldMk cId="2116842467" sldId="290"/>
            <ac:graphicFrameMk id="2" creationId="{989D0A3B-D94D-90FC-8035-7EBEF7ABD1AE}"/>
          </ac:graphicFrameMkLst>
        </pc:graphicFrameChg>
      </pc:sldChg>
      <pc:sldChg chg="modSp del mod">
        <pc:chgData name="Mengmeng Ge" userId="bb5bc401-97cb-4caf-9857-8ff441375414" providerId="ADAL" clId="{15804E98-2735-47D5-BC38-F25866985B33}" dt="2024-04-22T07:19:09.343" v="2770" actId="47"/>
        <pc:sldMkLst>
          <pc:docMk/>
          <pc:sldMk cId="257817986" sldId="291"/>
        </pc:sldMkLst>
        <pc:spChg chg="mod">
          <ac:chgData name="Mengmeng Ge" userId="bb5bc401-97cb-4caf-9857-8ff441375414" providerId="ADAL" clId="{15804E98-2735-47D5-BC38-F25866985B33}" dt="2024-04-22T07:10:47.891" v="2698" actId="20577"/>
          <ac:spMkLst>
            <pc:docMk/>
            <pc:sldMk cId="257817986" sldId="291"/>
            <ac:spMk id="494594" creationId="{00000000-0000-0000-0000-000000000000}"/>
          </ac:spMkLst>
        </pc:spChg>
      </pc:sldChg>
      <pc:sldChg chg="modSp mod">
        <pc:chgData name="Mengmeng Ge" userId="bb5bc401-97cb-4caf-9857-8ff441375414" providerId="ADAL" clId="{15804E98-2735-47D5-BC38-F25866985B33}" dt="2024-04-21T23:07:14.790" v="158" actId="20577"/>
        <pc:sldMkLst>
          <pc:docMk/>
          <pc:sldMk cId="1395877324" sldId="309"/>
        </pc:sldMkLst>
        <pc:spChg chg="mod">
          <ac:chgData name="Mengmeng Ge" userId="bb5bc401-97cb-4caf-9857-8ff441375414" providerId="ADAL" clId="{15804E98-2735-47D5-BC38-F25866985B33}" dt="2024-04-20T08:11:45.593" v="137" actId="20577"/>
          <ac:spMkLst>
            <pc:docMk/>
            <pc:sldMk cId="1395877324" sldId="309"/>
            <ac:spMk id="2" creationId="{00000000-0000-0000-0000-000000000000}"/>
          </ac:spMkLst>
        </pc:spChg>
        <pc:spChg chg="mod">
          <ac:chgData name="Mengmeng Ge" userId="bb5bc401-97cb-4caf-9857-8ff441375414" providerId="ADAL" clId="{15804E98-2735-47D5-BC38-F25866985B33}" dt="2024-04-21T23:07:14.790" v="158" actId="20577"/>
          <ac:spMkLst>
            <pc:docMk/>
            <pc:sldMk cId="1395877324" sldId="309"/>
            <ac:spMk id="3" creationId="{00000000-0000-0000-0000-000000000000}"/>
          </ac:spMkLst>
        </pc:spChg>
      </pc:sldChg>
      <pc:sldChg chg="del">
        <pc:chgData name="Mengmeng Ge" userId="bb5bc401-97cb-4caf-9857-8ff441375414" providerId="ADAL" clId="{15804E98-2735-47D5-BC38-F25866985B33}" dt="2024-04-22T07:14:30.537" v="2713" actId="47"/>
        <pc:sldMkLst>
          <pc:docMk/>
          <pc:sldMk cId="1312563057" sldId="321"/>
        </pc:sldMkLst>
      </pc:sldChg>
      <pc:sldChg chg="add del">
        <pc:chgData name="Mengmeng Ge" userId="bb5bc401-97cb-4caf-9857-8ff441375414" providerId="ADAL" clId="{15804E98-2735-47D5-BC38-F25866985B33}" dt="2024-04-22T04:43:01.219" v="1589" actId="47"/>
        <pc:sldMkLst>
          <pc:docMk/>
          <pc:sldMk cId="235448097" sldId="324"/>
        </pc:sldMkLst>
      </pc:sldChg>
      <pc:sldChg chg="del">
        <pc:chgData name="Mengmeng Ge" userId="bb5bc401-97cb-4caf-9857-8ff441375414" providerId="ADAL" clId="{15804E98-2735-47D5-BC38-F25866985B33}" dt="2024-04-18T10:00:28.999" v="106" actId="47"/>
        <pc:sldMkLst>
          <pc:docMk/>
          <pc:sldMk cId="2870239804" sldId="325"/>
        </pc:sldMkLst>
      </pc:sldChg>
      <pc:sldChg chg="del">
        <pc:chgData name="Mengmeng Ge" userId="bb5bc401-97cb-4caf-9857-8ff441375414" providerId="ADAL" clId="{15804E98-2735-47D5-BC38-F25866985B33}" dt="2024-04-22T04:43:18.572" v="1590" actId="47"/>
        <pc:sldMkLst>
          <pc:docMk/>
          <pc:sldMk cId="1612764507" sldId="352"/>
        </pc:sldMkLst>
      </pc:sldChg>
      <pc:sldChg chg="del">
        <pc:chgData name="Mengmeng Ge" userId="bb5bc401-97cb-4caf-9857-8ff441375414" providerId="ADAL" clId="{15804E98-2735-47D5-BC38-F25866985B33}" dt="2024-04-22T04:43:19.764" v="1591" actId="47"/>
        <pc:sldMkLst>
          <pc:docMk/>
          <pc:sldMk cId="3823882890" sldId="353"/>
        </pc:sldMkLst>
      </pc:sldChg>
      <pc:sldChg chg="del">
        <pc:chgData name="Mengmeng Ge" userId="bb5bc401-97cb-4caf-9857-8ff441375414" providerId="ADAL" clId="{15804E98-2735-47D5-BC38-F25866985B33}" dt="2024-04-22T05:42:23.092" v="2141" actId="47"/>
        <pc:sldMkLst>
          <pc:docMk/>
          <pc:sldMk cId="4024028579" sldId="354"/>
        </pc:sldMkLst>
      </pc:sldChg>
      <pc:sldChg chg="del">
        <pc:chgData name="Mengmeng Ge" userId="bb5bc401-97cb-4caf-9857-8ff441375414" providerId="ADAL" clId="{15804E98-2735-47D5-BC38-F25866985B33}" dt="2024-04-21T23:07:31.787" v="166" actId="47"/>
        <pc:sldMkLst>
          <pc:docMk/>
          <pc:sldMk cId="4000961430" sldId="365"/>
        </pc:sldMkLst>
      </pc:sldChg>
      <pc:sldChg chg="del">
        <pc:chgData name="Mengmeng Ge" userId="bb5bc401-97cb-4caf-9857-8ff441375414" providerId="ADAL" clId="{15804E98-2735-47D5-BC38-F25866985B33}" dt="2024-04-21T23:07:29.542" v="163" actId="47"/>
        <pc:sldMkLst>
          <pc:docMk/>
          <pc:sldMk cId="2293653073" sldId="366"/>
        </pc:sldMkLst>
      </pc:sldChg>
      <pc:sldChg chg="del">
        <pc:chgData name="Mengmeng Ge" userId="bb5bc401-97cb-4caf-9857-8ff441375414" providerId="ADAL" clId="{15804E98-2735-47D5-BC38-F25866985B33}" dt="2024-04-21T23:07:30.246" v="164" actId="47"/>
        <pc:sldMkLst>
          <pc:docMk/>
          <pc:sldMk cId="2239467557" sldId="367"/>
        </pc:sldMkLst>
      </pc:sldChg>
      <pc:sldChg chg="del">
        <pc:chgData name="Mengmeng Ge" userId="bb5bc401-97cb-4caf-9857-8ff441375414" providerId="ADAL" clId="{15804E98-2735-47D5-BC38-F25866985B33}" dt="2024-04-21T23:07:30.594" v="165" actId="47"/>
        <pc:sldMkLst>
          <pc:docMk/>
          <pc:sldMk cId="2312697112" sldId="368"/>
        </pc:sldMkLst>
      </pc:sldChg>
      <pc:sldChg chg="del">
        <pc:chgData name="Mengmeng Ge" userId="bb5bc401-97cb-4caf-9857-8ff441375414" providerId="ADAL" clId="{15804E98-2735-47D5-BC38-F25866985B33}" dt="2024-04-22T05:06:44.582" v="1768" actId="47"/>
        <pc:sldMkLst>
          <pc:docMk/>
          <pc:sldMk cId="1975125489" sldId="369"/>
        </pc:sldMkLst>
      </pc:sldChg>
      <pc:sldChg chg="addSp modSp mod chgLayout modNotesTx">
        <pc:chgData name="Mengmeng Ge" userId="bb5bc401-97cb-4caf-9857-8ff441375414" providerId="ADAL" clId="{15804E98-2735-47D5-BC38-F25866985B33}" dt="2024-04-22T04:38:50.882" v="1551" actId="20577"/>
        <pc:sldMkLst>
          <pc:docMk/>
          <pc:sldMk cId="3749092311" sldId="370"/>
        </pc:sldMkLst>
        <pc:spChg chg="add mod">
          <ac:chgData name="Mengmeng Ge" userId="bb5bc401-97cb-4caf-9857-8ff441375414" providerId="ADAL" clId="{15804E98-2735-47D5-BC38-F25866985B33}" dt="2024-04-22T04:19:32.668" v="1393" actId="1076"/>
          <ac:spMkLst>
            <pc:docMk/>
            <pc:sldMk cId="3749092311" sldId="370"/>
            <ac:spMk id="3" creationId="{A5F59B5D-C4EA-309B-EB8D-4B655F15ECE1}"/>
          </ac:spMkLst>
        </pc:spChg>
        <pc:spChg chg="mod ord">
          <ac:chgData name="Mengmeng Ge" userId="bb5bc401-97cb-4caf-9857-8ff441375414" providerId="ADAL" clId="{15804E98-2735-47D5-BC38-F25866985B33}" dt="2024-04-21T23:16:25.624" v="190" actId="700"/>
          <ac:spMkLst>
            <pc:docMk/>
            <pc:sldMk cId="3749092311" sldId="370"/>
            <ac:spMk id="5" creationId="{00000000-0000-0000-0000-000000000000}"/>
          </ac:spMkLst>
        </pc:spChg>
        <pc:spChg chg="mod ord">
          <ac:chgData name="Mengmeng Ge" userId="bb5bc401-97cb-4caf-9857-8ff441375414" providerId="ADAL" clId="{15804E98-2735-47D5-BC38-F25866985B33}" dt="2024-04-22T04:29:59.104" v="1525" actId="20577"/>
          <ac:spMkLst>
            <pc:docMk/>
            <pc:sldMk cId="3749092311" sldId="370"/>
            <ac:spMk id="498690" creationId="{00000000-0000-0000-0000-000000000000}"/>
          </ac:spMkLst>
        </pc:spChg>
        <pc:spChg chg="mod ord">
          <ac:chgData name="Mengmeng Ge" userId="bb5bc401-97cb-4caf-9857-8ff441375414" providerId="ADAL" clId="{15804E98-2735-47D5-BC38-F25866985B33}" dt="2024-04-22T04:38:50.882" v="1551" actId="20577"/>
          <ac:spMkLst>
            <pc:docMk/>
            <pc:sldMk cId="3749092311" sldId="370"/>
            <ac:spMk id="498691" creationId="{00000000-0000-0000-0000-000000000000}"/>
          </ac:spMkLst>
        </pc:spChg>
      </pc:sldChg>
      <pc:sldChg chg="addSp delSp modSp mod delAnim chgLayout modNotesTx">
        <pc:chgData name="Mengmeng Ge" userId="bb5bc401-97cb-4caf-9857-8ff441375414" providerId="ADAL" clId="{15804E98-2735-47D5-BC38-F25866985B33}" dt="2024-04-22T04:10:48.552" v="1351" actId="20577"/>
        <pc:sldMkLst>
          <pc:docMk/>
          <pc:sldMk cId="3402288132" sldId="371"/>
        </pc:sldMkLst>
        <pc:spChg chg="mod">
          <ac:chgData name="Mengmeng Ge" userId="bb5bc401-97cb-4caf-9857-8ff441375414" providerId="ADAL" clId="{15804E98-2735-47D5-BC38-F25866985B33}" dt="2024-04-22T03:35:45.807" v="739" actId="1036"/>
          <ac:spMkLst>
            <pc:docMk/>
            <pc:sldMk cId="3402288132" sldId="371"/>
            <ac:spMk id="3" creationId="{8EF69D64-0BA4-A033-B22A-E1C958ECE5A7}"/>
          </ac:spMkLst>
        </pc:spChg>
        <pc:spChg chg="mod">
          <ac:chgData name="Mengmeng Ge" userId="bb5bc401-97cb-4caf-9857-8ff441375414" providerId="ADAL" clId="{15804E98-2735-47D5-BC38-F25866985B33}" dt="2024-04-22T03:35:45.807" v="739" actId="1036"/>
          <ac:spMkLst>
            <pc:docMk/>
            <pc:sldMk cId="3402288132" sldId="371"/>
            <ac:spMk id="4" creationId="{F4E0D35D-2BC2-5D63-5A2E-1EE7FA8F5982}"/>
          </ac:spMkLst>
        </pc:spChg>
        <pc:spChg chg="mod">
          <ac:chgData name="Mengmeng Ge" userId="bb5bc401-97cb-4caf-9857-8ff441375414" providerId="ADAL" clId="{15804E98-2735-47D5-BC38-F25866985B33}" dt="2024-04-22T03:35:45.807" v="739" actId="1036"/>
          <ac:spMkLst>
            <pc:docMk/>
            <pc:sldMk cId="3402288132" sldId="371"/>
            <ac:spMk id="5" creationId="{7A06CD51-EE2D-33F0-2096-D61D9D0119D7}"/>
          </ac:spMkLst>
        </pc:spChg>
        <pc:spChg chg="mod">
          <ac:chgData name="Mengmeng Ge" userId="bb5bc401-97cb-4caf-9857-8ff441375414" providerId="ADAL" clId="{15804E98-2735-47D5-BC38-F25866985B33}" dt="2024-04-22T03:35:45.807" v="739" actId="1036"/>
          <ac:spMkLst>
            <pc:docMk/>
            <pc:sldMk cId="3402288132" sldId="371"/>
            <ac:spMk id="6" creationId="{686C9FAC-59F9-5864-7B34-0EECA5A511C1}"/>
          </ac:spMkLst>
        </pc:spChg>
        <pc:spChg chg="mod">
          <ac:chgData name="Mengmeng Ge" userId="bb5bc401-97cb-4caf-9857-8ff441375414" providerId="ADAL" clId="{15804E98-2735-47D5-BC38-F25866985B33}" dt="2024-04-22T03:35:45.807" v="739" actId="1036"/>
          <ac:spMkLst>
            <pc:docMk/>
            <pc:sldMk cId="3402288132" sldId="371"/>
            <ac:spMk id="7" creationId="{CE4EC259-71B5-7F7C-7C54-90579B60E8E8}"/>
          </ac:spMkLst>
        </pc:spChg>
        <pc:spChg chg="mod">
          <ac:chgData name="Mengmeng Ge" userId="bb5bc401-97cb-4caf-9857-8ff441375414" providerId="ADAL" clId="{15804E98-2735-47D5-BC38-F25866985B33}" dt="2024-04-22T03:35:45.807" v="739" actId="1036"/>
          <ac:spMkLst>
            <pc:docMk/>
            <pc:sldMk cId="3402288132" sldId="371"/>
            <ac:spMk id="8" creationId="{A53C1D11-C1EE-C7FD-C677-97D049F1AC83}"/>
          </ac:spMkLst>
        </pc:spChg>
        <pc:spChg chg="mod">
          <ac:chgData name="Mengmeng Ge" userId="bb5bc401-97cb-4caf-9857-8ff441375414" providerId="ADAL" clId="{15804E98-2735-47D5-BC38-F25866985B33}" dt="2024-04-22T03:35:45.807" v="739" actId="1036"/>
          <ac:spMkLst>
            <pc:docMk/>
            <pc:sldMk cId="3402288132" sldId="371"/>
            <ac:spMk id="9" creationId="{D95031F3-6590-0DD0-BD77-707FCA5061B1}"/>
          </ac:spMkLst>
        </pc:spChg>
        <pc:spChg chg="mod">
          <ac:chgData name="Mengmeng Ge" userId="bb5bc401-97cb-4caf-9857-8ff441375414" providerId="ADAL" clId="{15804E98-2735-47D5-BC38-F25866985B33}" dt="2024-04-22T03:35:45.807" v="739" actId="1036"/>
          <ac:spMkLst>
            <pc:docMk/>
            <pc:sldMk cId="3402288132" sldId="371"/>
            <ac:spMk id="10" creationId="{40384CCC-6642-5C7A-9329-B87590813FC7}"/>
          </ac:spMkLst>
        </pc:spChg>
        <pc:spChg chg="mod">
          <ac:chgData name="Mengmeng Ge" userId="bb5bc401-97cb-4caf-9857-8ff441375414" providerId="ADAL" clId="{15804E98-2735-47D5-BC38-F25866985B33}" dt="2024-04-22T03:35:45.807" v="739" actId="1036"/>
          <ac:spMkLst>
            <pc:docMk/>
            <pc:sldMk cId="3402288132" sldId="371"/>
            <ac:spMk id="11" creationId="{60CF747E-35AB-C930-3E8F-F72221A3AB1E}"/>
          </ac:spMkLst>
        </pc:spChg>
        <pc:spChg chg="mod">
          <ac:chgData name="Mengmeng Ge" userId="bb5bc401-97cb-4caf-9857-8ff441375414" providerId="ADAL" clId="{15804E98-2735-47D5-BC38-F25866985B33}" dt="2024-04-22T03:35:45.807" v="739" actId="1036"/>
          <ac:spMkLst>
            <pc:docMk/>
            <pc:sldMk cId="3402288132" sldId="371"/>
            <ac:spMk id="12" creationId="{B79529EB-9A5E-D984-9F91-D025CAA8F9EC}"/>
          </ac:spMkLst>
        </pc:spChg>
        <pc:spChg chg="mod">
          <ac:chgData name="Mengmeng Ge" userId="bb5bc401-97cb-4caf-9857-8ff441375414" providerId="ADAL" clId="{15804E98-2735-47D5-BC38-F25866985B33}" dt="2024-04-22T03:35:45.807" v="739" actId="1036"/>
          <ac:spMkLst>
            <pc:docMk/>
            <pc:sldMk cId="3402288132" sldId="371"/>
            <ac:spMk id="13" creationId="{502484BE-5A8C-3799-BD99-D59F8980AAA0}"/>
          </ac:spMkLst>
        </pc:spChg>
        <pc:spChg chg="mod">
          <ac:chgData name="Mengmeng Ge" userId="bb5bc401-97cb-4caf-9857-8ff441375414" providerId="ADAL" clId="{15804E98-2735-47D5-BC38-F25866985B33}" dt="2024-04-22T03:35:45.807" v="739" actId="1036"/>
          <ac:spMkLst>
            <pc:docMk/>
            <pc:sldMk cId="3402288132" sldId="371"/>
            <ac:spMk id="14" creationId="{28D0658A-6731-C50B-7737-3E13748D4EA9}"/>
          </ac:spMkLst>
        </pc:spChg>
        <pc:spChg chg="mod">
          <ac:chgData name="Mengmeng Ge" userId="bb5bc401-97cb-4caf-9857-8ff441375414" providerId="ADAL" clId="{15804E98-2735-47D5-BC38-F25866985B33}" dt="2024-04-22T03:35:45.807" v="739" actId="1036"/>
          <ac:spMkLst>
            <pc:docMk/>
            <pc:sldMk cId="3402288132" sldId="371"/>
            <ac:spMk id="15" creationId="{68C728C9-D6A9-8AAD-C6AB-C19AA6C97BA6}"/>
          </ac:spMkLst>
        </pc:spChg>
        <pc:spChg chg="mod">
          <ac:chgData name="Mengmeng Ge" userId="bb5bc401-97cb-4caf-9857-8ff441375414" providerId="ADAL" clId="{15804E98-2735-47D5-BC38-F25866985B33}" dt="2024-04-22T03:35:45.807" v="739" actId="1036"/>
          <ac:spMkLst>
            <pc:docMk/>
            <pc:sldMk cId="3402288132" sldId="371"/>
            <ac:spMk id="16" creationId="{291EE381-51AA-F2BE-0B79-0EF544CF1A6B}"/>
          </ac:spMkLst>
        </pc:spChg>
        <pc:spChg chg="mod">
          <ac:chgData name="Mengmeng Ge" userId="bb5bc401-97cb-4caf-9857-8ff441375414" providerId="ADAL" clId="{15804E98-2735-47D5-BC38-F25866985B33}" dt="2024-04-22T03:35:45.807" v="739" actId="1036"/>
          <ac:spMkLst>
            <pc:docMk/>
            <pc:sldMk cId="3402288132" sldId="371"/>
            <ac:spMk id="17" creationId="{EFDBAE81-9A48-E991-EE23-2B1AE9A5E7D1}"/>
          </ac:spMkLst>
        </pc:spChg>
        <pc:spChg chg="mod">
          <ac:chgData name="Mengmeng Ge" userId="bb5bc401-97cb-4caf-9857-8ff441375414" providerId="ADAL" clId="{15804E98-2735-47D5-BC38-F25866985B33}" dt="2024-04-22T03:35:45.807" v="739" actId="1036"/>
          <ac:spMkLst>
            <pc:docMk/>
            <pc:sldMk cId="3402288132" sldId="371"/>
            <ac:spMk id="19" creationId="{9B56A0A9-2305-225E-3B45-05D1B1F3536A}"/>
          </ac:spMkLst>
        </pc:spChg>
        <pc:spChg chg="mod">
          <ac:chgData name="Mengmeng Ge" userId="bb5bc401-97cb-4caf-9857-8ff441375414" providerId="ADAL" clId="{15804E98-2735-47D5-BC38-F25866985B33}" dt="2024-04-22T03:35:45.807" v="739" actId="1036"/>
          <ac:spMkLst>
            <pc:docMk/>
            <pc:sldMk cId="3402288132" sldId="371"/>
            <ac:spMk id="20" creationId="{84FE68E0-00F9-E5E9-3CE1-725D8F24E8AB}"/>
          </ac:spMkLst>
        </pc:spChg>
        <pc:spChg chg="mod">
          <ac:chgData name="Mengmeng Ge" userId="bb5bc401-97cb-4caf-9857-8ff441375414" providerId="ADAL" clId="{15804E98-2735-47D5-BC38-F25866985B33}" dt="2024-04-22T03:35:45.807" v="739" actId="1036"/>
          <ac:spMkLst>
            <pc:docMk/>
            <pc:sldMk cId="3402288132" sldId="371"/>
            <ac:spMk id="21" creationId="{A4BAC363-BE92-593A-24AC-EF69ED1E5AB6}"/>
          </ac:spMkLst>
        </pc:spChg>
        <pc:spChg chg="mod">
          <ac:chgData name="Mengmeng Ge" userId="bb5bc401-97cb-4caf-9857-8ff441375414" providerId="ADAL" clId="{15804E98-2735-47D5-BC38-F25866985B33}" dt="2024-04-22T03:35:45.807" v="739" actId="1036"/>
          <ac:spMkLst>
            <pc:docMk/>
            <pc:sldMk cId="3402288132" sldId="371"/>
            <ac:spMk id="22" creationId="{AAF53687-DA53-5AA1-17CC-4F49EE313E51}"/>
          </ac:spMkLst>
        </pc:spChg>
        <pc:spChg chg="mod">
          <ac:chgData name="Mengmeng Ge" userId="bb5bc401-97cb-4caf-9857-8ff441375414" providerId="ADAL" clId="{15804E98-2735-47D5-BC38-F25866985B33}" dt="2024-04-22T03:35:45.807" v="739" actId="1036"/>
          <ac:spMkLst>
            <pc:docMk/>
            <pc:sldMk cId="3402288132" sldId="371"/>
            <ac:spMk id="23" creationId="{B8E4E541-F86E-36D5-87DA-7D0E27E34A80}"/>
          </ac:spMkLst>
        </pc:spChg>
        <pc:spChg chg="mod">
          <ac:chgData name="Mengmeng Ge" userId="bb5bc401-97cb-4caf-9857-8ff441375414" providerId="ADAL" clId="{15804E98-2735-47D5-BC38-F25866985B33}" dt="2024-04-22T03:35:45.807" v="739" actId="1036"/>
          <ac:spMkLst>
            <pc:docMk/>
            <pc:sldMk cId="3402288132" sldId="371"/>
            <ac:spMk id="24" creationId="{1F1243B2-3F28-6D87-54FC-1EBEE862C0FA}"/>
          </ac:spMkLst>
        </pc:spChg>
        <pc:spChg chg="mod">
          <ac:chgData name="Mengmeng Ge" userId="bb5bc401-97cb-4caf-9857-8ff441375414" providerId="ADAL" clId="{15804E98-2735-47D5-BC38-F25866985B33}" dt="2024-04-22T03:35:45.807" v="739" actId="1036"/>
          <ac:spMkLst>
            <pc:docMk/>
            <pc:sldMk cId="3402288132" sldId="371"/>
            <ac:spMk id="25" creationId="{DEACC526-40BB-7F34-6F5B-965CF1FB62CA}"/>
          </ac:spMkLst>
        </pc:spChg>
        <pc:spChg chg="mod">
          <ac:chgData name="Mengmeng Ge" userId="bb5bc401-97cb-4caf-9857-8ff441375414" providerId="ADAL" clId="{15804E98-2735-47D5-BC38-F25866985B33}" dt="2024-04-22T03:35:45.807" v="739" actId="1036"/>
          <ac:spMkLst>
            <pc:docMk/>
            <pc:sldMk cId="3402288132" sldId="371"/>
            <ac:spMk id="26" creationId="{02A197BC-8BF8-6F32-F17F-CCF7D1924391}"/>
          </ac:spMkLst>
        </pc:spChg>
        <pc:spChg chg="mod">
          <ac:chgData name="Mengmeng Ge" userId="bb5bc401-97cb-4caf-9857-8ff441375414" providerId="ADAL" clId="{15804E98-2735-47D5-BC38-F25866985B33}" dt="2024-04-22T03:35:45.807" v="739" actId="1036"/>
          <ac:spMkLst>
            <pc:docMk/>
            <pc:sldMk cId="3402288132" sldId="371"/>
            <ac:spMk id="27" creationId="{543D7B8E-2651-6953-ED7F-A57C98A4CE04}"/>
          </ac:spMkLst>
        </pc:spChg>
        <pc:spChg chg="mod">
          <ac:chgData name="Mengmeng Ge" userId="bb5bc401-97cb-4caf-9857-8ff441375414" providerId="ADAL" clId="{15804E98-2735-47D5-BC38-F25866985B33}" dt="2024-04-22T03:35:45.807" v="739" actId="1036"/>
          <ac:spMkLst>
            <pc:docMk/>
            <pc:sldMk cId="3402288132" sldId="371"/>
            <ac:spMk id="28" creationId="{64D03918-1D7D-235A-DF63-1B2C835C8F5A}"/>
          </ac:spMkLst>
        </pc:spChg>
        <pc:spChg chg="mod">
          <ac:chgData name="Mengmeng Ge" userId="bb5bc401-97cb-4caf-9857-8ff441375414" providerId="ADAL" clId="{15804E98-2735-47D5-BC38-F25866985B33}" dt="2024-04-22T03:35:45.807" v="739" actId="1036"/>
          <ac:spMkLst>
            <pc:docMk/>
            <pc:sldMk cId="3402288132" sldId="371"/>
            <ac:spMk id="29" creationId="{9D176FCA-87EC-381F-4C24-CA4D5CEE828C}"/>
          </ac:spMkLst>
        </pc:spChg>
        <pc:spChg chg="mod">
          <ac:chgData name="Mengmeng Ge" userId="bb5bc401-97cb-4caf-9857-8ff441375414" providerId="ADAL" clId="{15804E98-2735-47D5-BC38-F25866985B33}" dt="2024-04-22T03:35:45.807" v="739" actId="1036"/>
          <ac:spMkLst>
            <pc:docMk/>
            <pc:sldMk cId="3402288132" sldId="371"/>
            <ac:spMk id="30" creationId="{AE3945BC-617D-9AE7-4F88-27FFCC5AEDCD}"/>
          </ac:spMkLst>
        </pc:spChg>
        <pc:spChg chg="mod">
          <ac:chgData name="Mengmeng Ge" userId="bb5bc401-97cb-4caf-9857-8ff441375414" providerId="ADAL" clId="{15804E98-2735-47D5-BC38-F25866985B33}" dt="2024-04-22T03:35:45.807" v="739" actId="1036"/>
          <ac:spMkLst>
            <pc:docMk/>
            <pc:sldMk cId="3402288132" sldId="371"/>
            <ac:spMk id="32" creationId="{3595C587-ED5B-0B75-220C-F8371A692447}"/>
          </ac:spMkLst>
        </pc:spChg>
        <pc:spChg chg="mod">
          <ac:chgData name="Mengmeng Ge" userId="bb5bc401-97cb-4caf-9857-8ff441375414" providerId="ADAL" clId="{15804E98-2735-47D5-BC38-F25866985B33}" dt="2024-04-22T03:35:45.807" v="739" actId="1036"/>
          <ac:spMkLst>
            <pc:docMk/>
            <pc:sldMk cId="3402288132" sldId="371"/>
            <ac:spMk id="33" creationId="{515EA44C-0005-2675-162E-054A1B83A36D}"/>
          </ac:spMkLst>
        </pc:spChg>
        <pc:spChg chg="mod">
          <ac:chgData name="Mengmeng Ge" userId="bb5bc401-97cb-4caf-9857-8ff441375414" providerId="ADAL" clId="{15804E98-2735-47D5-BC38-F25866985B33}" dt="2024-04-22T03:35:45.807" v="739" actId="1036"/>
          <ac:spMkLst>
            <pc:docMk/>
            <pc:sldMk cId="3402288132" sldId="371"/>
            <ac:spMk id="34" creationId="{249F767F-E48D-F8EC-AE55-D97498F08F95}"/>
          </ac:spMkLst>
        </pc:spChg>
        <pc:spChg chg="mod">
          <ac:chgData name="Mengmeng Ge" userId="bb5bc401-97cb-4caf-9857-8ff441375414" providerId="ADAL" clId="{15804E98-2735-47D5-BC38-F25866985B33}" dt="2024-04-22T03:35:45.807" v="739" actId="1036"/>
          <ac:spMkLst>
            <pc:docMk/>
            <pc:sldMk cId="3402288132" sldId="371"/>
            <ac:spMk id="35" creationId="{8EF6EE17-5810-20AB-A6F3-017535CF221C}"/>
          </ac:spMkLst>
        </pc:spChg>
        <pc:spChg chg="mod">
          <ac:chgData name="Mengmeng Ge" userId="bb5bc401-97cb-4caf-9857-8ff441375414" providerId="ADAL" clId="{15804E98-2735-47D5-BC38-F25866985B33}" dt="2024-04-22T03:35:45.807" v="739" actId="1036"/>
          <ac:spMkLst>
            <pc:docMk/>
            <pc:sldMk cId="3402288132" sldId="371"/>
            <ac:spMk id="36" creationId="{9E3CF270-005E-504D-2775-122A833F4394}"/>
          </ac:spMkLst>
        </pc:spChg>
        <pc:spChg chg="mod">
          <ac:chgData name="Mengmeng Ge" userId="bb5bc401-97cb-4caf-9857-8ff441375414" providerId="ADAL" clId="{15804E98-2735-47D5-BC38-F25866985B33}" dt="2024-04-22T03:35:45.807" v="739" actId="1036"/>
          <ac:spMkLst>
            <pc:docMk/>
            <pc:sldMk cId="3402288132" sldId="371"/>
            <ac:spMk id="37" creationId="{2DFEB3D2-BA7D-0750-68A0-D9E388482FF9}"/>
          </ac:spMkLst>
        </pc:spChg>
        <pc:spChg chg="mod">
          <ac:chgData name="Mengmeng Ge" userId="bb5bc401-97cb-4caf-9857-8ff441375414" providerId="ADAL" clId="{15804E98-2735-47D5-BC38-F25866985B33}" dt="2024-04-22T03:35:45.807" v="739" actId="1036"/>
          <ac:spMkLst>
            <pc:docMk/>
            <pc:sldMk cId="3402288132" sldId="371"/>
            <ac:spMk id="38" creationId="{B02B452B-6F57-28CB-CF26-5296E3ACFAFD}"/>
          </ac:spMkLst>
        </pc:spChg>
        <pc:spChg chg="mod">
          <ac:chgData name="Mengmeng Ge" userId="bb5bc401-97cb-4caf-9857-8ff441375414" providerId="ADAL" clId="{15804E98-2735-47D5-BC38-F25866985B33}" dt="2024-04-22T03:35:45.807" v="739" actId="1036"/>
          <ac:spMkLst>
            <pc:docMk/>
            <pc:sldMk cId="3402288132" sldId="371"/>
            <ac:spMk id="39" creationId="{701A60A0-56D9-94C0-1216-29D3BC42CA95}"/>
          </ac:spMkLst>
        </pc:spChg>
        <pc:spChg chg="mod">
          <ac:chgData name="Mengmeng Ge" userId="bb5bc401-97cb-4caf-9857-8ff441375414" providerId="ADAL" clId="{15804E98-2735-47D5-BC38-F25866985B33}" dt="2024-04-22T03:35:45.807" v="739" actId="1036"/>
          <ac:spMkLst>
            <pc:docMk/>
            <pc:sldMk cId="3402288132" sldId="371"/>
            <ac:spMk id="40" creationId="{98E68C83-A982-F0E0-DACE-4BF23C5C5F42}"/>
          </ac:spMkLst>
        </pc:spChg>
        <pc:spChg chg="mod">
          <ac:chgData name="Mengmeng Ge" userId="bb5bc401-97cb-4caf-9857-8ff441375414" providerId="ADAL" clId="{15804E98-2735-47D5-BC38-F25866985B33}" dt="2024-04-22T03:35:45.807" v="739" actId="1036"/>
          <ac:spMkLst>
            <pc:docMk/>
            <pc:sldMk cId="3402288132" sldId="371"/>
            <ac:spMk id="41" creationId="{BC0A69B4-0E8D-9856-6CB8-780F99BCCD72}"/>
          </ac:spMkLst>
        </pc:spChg>
        <pc:spChg chg="mod">
          <ac:chgData name="Mengmeng Ge" userId="bb5bc401-97cb-4caf-9857-8ff441375414" providerId="ADAL" clId="{15804E98-2735-47D5-BC38-F25866985B33}" dt="2024-04-22T03:35:45.807" v="739" actId="1036"/>
          <ac:spMkLst>
            <pc:docMk/>
            <pc:sldMk cId="3402288132" sldId="371"/>
            <ac:spMk id="42" creationId="{DD2E02D0-3943-DFAB-C736-53C1E5875A23}"/>
          </ac:spMkLst>
        </pc:spChg>
        <pc:spChg chg="mod">
          <ac:chgData name="Mengmeng Ge" userId="bb5bc401-97cb-4caf-9857-8ff441375414" providerId="ADAL" clId="{15804E98-2735-47D5-BC38-F25866985B33}" dt="2024-04-22T03:35:45.807" v="739" actId="1036"/>
          <ac:spMkLst>
            <pc:docMk/>
            <pc:sldMk cId="3402288132" sldId="371"/>
            <ac:spMk id="43" creationId="{3F5F396F-4049-F876-F513-EE1EF67F4BA4}"/>
          </ac:spMkLst>
        </pc:spChg>
        <pc:spChg chg="mod">
          <ac:chgData name="Mengmeng Ge" userId="bb5bc401-97cb-4caf-9857-8ff441375414" providerId="ADAL" clId="{15804E98-2735-47D5-BC38-F25866985B33}" dt="2024-04-22T03:35:45.807" v="739" actId="1036"/>
          <ac:spMkLst>
            <pc:docMk/>
            <pc:sldMk cId="3402288132" sldId="371"/>
            <ac:spMk id="44" creationId="{50B32D7B-79B9-9A5A-E487-E5A90DC528BD}"/>
          </ac:spMkLst>
        </pc:spChg>
        <pc:spChg chg="mod">
          <ac:chgData name="Mengmeng Ge" userId="bb5bc401-97cb-4caf-9857-8ff441375414" providerId="ADAL" clId="{15804E98-2735-47D5-BC38-F25866985B33}" dt="2024-04-22T03:35:45.807" v="739" actId="1036"/>
          <ac:spMkLst>
            <pc:docMk/>
            <pc:sldMk cId="3402288132" sldId="371"/>
            <ac:spMk id="45" creationId="{99DF03E6-760B-253E-4CF7-48231EEDBFB5}"/>
          </ac:spMkLst>
        </pc:spChg>
        <pc:spChg chg="mod">
          <ac:chgData name="Mengmeng Ge" userId="bb5bc401-97cb-4caf-9857-8ff441375414" providerId="ADAL" clId="{15804E98-2735-47D5-BC38-F25866985B33}" dt="2024-04-22T03:35:45.807" v="739" actId="1036"/>
          <ac:spMkLst>
            <pc:docMk/>
            <pc:sldMk cId="3402288132" sldId="371"/>
            <ac:spMk id="46" creationId="{58AA4825-B4F7-D762-9EF6-5767188B1521}"/>
          </ac:spMkLst>
        </pc:spChg>
        <pc:spChg chg="mod">
          <ac:chgData name="Mengmeng Ge" userId="bb5bc401-97cb-4caf-9857-8ff441375414" providerId="ADAL" clId="{15804E98-2735-47D5-BC38-F25866985B33}" dt="2024-04-22T03:35:45.807" v="739" actId="1036"/>
          <ac:spMkLst>
            <pc:docMk/>
            <pc:sldMk cId="3402288132" sldId="371"/>
            <ac:spMk id="47" creationId="{E8EEC110-4E73-5437-6A88-3EED836C8651}"/>
          </ac:spMkLst>
        </pc:spChg>
        <pc:spChg chg="mod">
          <ac:chgData name="Mengmeng Ge" userId="bb5bc401-97cb-4caf-9857-8ff441375414" providerId="ADAL" clId="{15804E98-2735-47D5-BC38-F25866985B33}" dt="2024-04-22T03:35:45.807" v="739" actId="1036"/>
          <ac:spMkLst>
            <pc:docMk/>
            <pc:sldMk cId="3402288132" sldId="371"/>
            <ac:spMk id="48" creationId="{96013C40-9DB8-DC3D-32E8-6B41269BDE47}"/>
          </ac:spMkLst>
        </pc:spChg>
        <pc:spChg chg="mod">
          <ac:chgData name="Mengmeng Ge" userId="bb5bc401-97cb-4caf-9857-8ff441375414" providerId="ADAL" clId="{15804E98-2735-47D5-BC38-F25866985B33}" dt="2024-04-22T03:35:45.807" v="739" actId="1036"/>
          <ac:spMkLst>
            <pc:docMk/>
            <pc:sldMk cId="3402288132" sldId="371"/>
            <ac:spMk id="49" creationId="{8214A65E-E996-26D3-D5B9-0B6AB6F1E920}"/>
          </ac:spMkLst>
        </pc:spChg>
        <pc:spChg chg="mod">
          <ac:chgData name="Mengmeng Ge" userId="bb5bc401-97cb-4caf-9857-8ff441375414" providerId="ADAL" clId="{15804E98-2735-47D5-BC38-F25866985B33}" dt="2024-04-22T03:35:45.807" v="739" actId="1036"/>
          <ac:spMkLst>
            <pc:docMk/>
            <pc:sldMk cId="3402288132" sldId="371"/>
            <ac:spMk id="50" creationId="{7EB4EA71-5C5B-801B-884D-8C414BEE5238}"/>
          </ac:spMkLst>
        </pc:spChg>
        <pc:spChg chg="mod">
          <ac:chgData name="Mengmeng Ge" userId="bb5bc401-97cb-4caf-9857-8ff441375414" providerId="ADAL" clId="{15804E98-2735-47D5-BC38-F25866985B33}" dt="2024-04-22T03:35:45.807" v="739" actId="1036"/>
          <ac:spMkLst>
            <pc:docMk/>
            <pc:sldMk cId="3402288132" sldId="371"/>
            <ac:spMk id="51" creationId="{B06E2309-C282-2102-073E-A08DF8612679}"/>
          </ac:spMkLst>
        </pc:spChg>
        <pc:spChg chg="mod">
          <ac:chgData name="Mengmeng Ge" userId="bb5bc401-97cb-4caf-9857-8ff441375414" providerId="ADAL" clId="{15804E98-2735-47D5-BC38-F25866985B33}" dt="2024-04-22T03:35:45.807" v="739" actId="1036"/>
          <ac:spMkLst>
            <pc:docMk/>
            <pc:sldMk cId="3402288132" sldId="371"/>
            <ac:spMk id="52" creationId="{74F5F3A6-4D8B-F3C7-CE97-0A00265D76D5}"/>
          </ac:spMkLst>
        </pc:spChg>
        <pc:spChg chg="mod">
          <ac:chgData name="Mengmeng Ge" userId="bb5bc401-97cb-4caf-9857-8ff441375414" providerId="ADAL" clId="{15804E98-2735-47D5-BC38-F25866985B33}" dt="2024-04-22T03:35:45.807" v="739" actId="1036"/>
          <ac:spMkLst>
            <pc:docMk/>
            <pc:sldMk cId="3402288132" sldId="371"/>
            <ac:spMk id="57" creationId="{00BC3867-0C20-78D9-63D9-10CBC0B4E2D2}"/>
          </ac:spMkLst>
        </pc:spChg>
        <pc:spChg chg="mod">
          <ac:chgData name="Mengmeng Ge" userId="bb5bc401-97cb-4caf-9857-8ff441375414" providerId="ADAL" clId="{15804E98-2735-47D5-BC38-F25866985B33}" dt="2024-04-22T03:35:45.807" v="739" actId="1036"/>
          <ac:spMkLst>
            <pc:docMk/>
            <pc:sldMk cId="3402288132" sldId="371"/>
            <ac:spMk id="58" creationId="{A95580A7-DA01-1FBB-0825-86897A86891B}"/>
          </ac:spMkLst>
        </pc:spChg>
        <pc:spChg chg="mod">
          <ac:chgData name="Mengmeng Ge" userId="bb5bc401-97cb-4caf-9857-8ff441375414" providerId="ADAL" clId="{15804E98-2735-47D5-BC38-F25866985B33}" dt="2024-04-22T03:35:45.807" v="739" actId="1036"/>
          <ac:spMkLst>
            <pc:docMk/>
            <pc:sldMk cId="3402288132" sldId="371"/>
            <ac:spMk id="59" creationId="{307015DA-27A9-B320-B104-28F82936AB4F}"/>
          </ac:spMkLst>
        </pc:spChg>
        <pc:spChg chg="mod">
          <ac:chgData name="Mengmeng Ge" userId="bb5bc401-97cb-4caf-9857-8ff441375414" providerId="ADAL" clId="{15804E98-2735-47D5-BC38-F25866985B33}" dt="2024-04-22T03:35:45.807" v="739" actId="1036"/>
          <ac:spMkLst>
            <pc:docMk/>
            <pc:sldMk cId="3402288132" sldId="371"/>
            <ac:spMk id="60" creationId="{92C2F66C-49CF-E0BF-A4C9-FC5B372223BC}"/>
          </ac:spMkLst>
        </pc:spChg>
        <pc:spChg chg="mod">
          <ac:chgData name="Mengmeng Ge" userId="bb5bc401-97cb-4caf-9857-8ff441375414" providerId="ADAL" clId="{15804E98-2735-47D5-BC38-F25866985B33}" dt="2024-04-22T03:35:45.807" v="739" actId="1036"/>
          <ac:spMkLst>
            <pc:docMk/>
            <pc:sldMk cId="3402288132" sldId="371"/>
            <ac:spMk id="61" creationId="{40F68EA2-E9EC-D975-6CFF-328EE9701ECC}"/>
          </ac:spMkLst>
        </pc:spChg>
        <pc:spChg chg="mod">
          <ac:chgData name="Mengmeng Ge" userId="bb5bc401-97cb-4caf-9857-8ff441375414" providerId="ADAL" clId="{15804E98-2735-47D5-BC38-F25866985B33}" dt="2024-04-22T03:35:45.807" v="739" actId="1036"/>
          <ac:spMkLst>
            <pc:docMk/>
            <pc:sldMk cId="3402288132" sldId="371"/>
            <ac:spMk id="62" creationId="{05DCEE76-BF15-162D-1886-64F97A5EDF33}"/>
          </ac:spMkLst>
        </pc:spChg>
        <pc:spChg chg="mod">
          <ac:chgData name="Mengmeng Ge" userId="bb5bc401-97cb-4caf-9857-8ff441375414" providerId="ADAL" clId="{15804E98-2735-47D5-BC38-F25866985B33}" dt="2024-04-22T03:35:45.807" v="739" actId="1036"/>
          <ac:spMkLst>
            <pc:docMk/>
            <pc:sldMk cId="3402288132" sldId="371"/>
            <ac:spMk id="63" creationId="{750D71F7-8655-1C9B-0259-562F91C593D6}"/>
          </ac:spMkLst>
        </pc:spChg>
        <pc:spChg chg="mod">
          <ac:chgData name="Mengmeng Ge" userId="bb5bc401-97cb-4caf-9857-8ff441375414" providerId="ADAL" clId="{15804E98-2735-47D5-BC38-F25866985B33}" dt="2024-04-22T03:35:45.807" v="739" actId="1036"/>
          <ac:spMkLst>
            <pc:docMk/>
            <pc:sldMk cId="3402288132" sldId="371"/>
            <ac:spMk id="64" creationId="{26EE15E9-D2D5-FFC8-1192-7D776092A43D}"/>
          </ac:spMkLst>
        </pc:spChg>
        <pc:spChg chg="mod">
          <ac:chgData name="Mengmeng Ge" userId="bb5bc401-97cb-4caf-9857-8ff441375414" providerId="ADAL" clId="{15804E98-2735-47D5-BC38-F25866985B33}" dt="2024-04-22T03:35:45.807" v="739" actId="1036"/>
          <ac:spMkLst>
            <pc:docMk/>
            <pc:sldMk cId="3402288132" sldId="371"/>
            <ac:spMk id="65" creationId="{2B7103B7-C5A0-C583-50F5-B2E1D8175DB5}"/>
          </ac:spMkLst>
        </pc:spChg>
        <pc:spChg chg="mod">
          <ac:chgData name="Mengmeng Ge" userId="bb5bc401-97cb-4caf-9857-8ff441375414" providerId="ADAL" clId="{15804E98-2735-47D5-BC38-F25866985B33}" dt="2024-04-22T03:35:45.807" v="739" actId="1036"/>
          <ac:spMkLst>
            <pc:docMk/>
            <pc:sldMk cId="3402288132" sldId="371"/>
            <ac:spMk id="66" creationId="{B2130B05-5AE5-4CFF-58A4-46ABC01598AB}"/>
          </ac:spMkLst>
        </pc:spChg>
        <pc:spChg chg="mod">
          <ac:chgData name="Mengmeng Ge" userId="bb5bc401-97cb-4caf-9857-8ff441375414" providerId="ADAL" clId="{15804E98-2735-47D5-BC38-F25866985B33}" dt="2024-04-22T03:35:45.807" v="739" actId="1036"/>
          <ac:spMkLst>
            <pc:docMk/>
            <pc:sldMk cId="3402288132" sldId="371"/>
            <ac:spMk id="67" creationId="{D1DD17F8-86EB-C48D-3914-E9B33C4B74C6}"/>
          </ac:spMkLst>
        </pc:spChg>
        <pc:spChg chg="mod">
          <ac:chgData name="Mengmeng Ge" userId="bb5bc401-97cb-4caf-9857-8ff441375414" providerId="ADAL" clId="{15804E98-2735-47D5-BC38-F25866985B33}" dt="2024-04-22T03:35:45.807" v="739" actId="1036"/>
          <ac:spMkLst>
            <pc:docMk/>
            <pc:sldMk cId="3402288132" sldId="371"/>
            <ac:spMk id="68" creationId="{1DDD49A5-7FEF-CEE3-CF9D-5FAF1CDB7498}"/>
          </ac:spMkLst>
        </pc:spChg>
        <pc:spChg chg="mod">
          <ac:chgData name="Mengmeng Ge" userId="bb5bc401-97cb-4caf-9857-8ff441375414" providerId="ADAL" clId="{15804E98-2735-47D5-BC38-F25866985B33}" dt="2024-04-22T03:35:45.807" v="739" actId="1036"/>
          <ac:spMkLst>
            <pc:docMk/>
            <pc:sldMk cId="3402288132" sldId="371"/>
            <ac:spMk id="69" creationId="{4DF17AE2-5DB4-9771-3C80-FA9A67441E67}"/>
          </ac:spMkLst>
        </pc:spChg>
        <pc:spChg chg="mod">
          <ac:chgData name="Mengmeng Ge" userId="bb5bc401-97cb-4caf-9857-8ff441375414" providerId="ADAL" clId="{15804E98-2735-47D5-BC38-F25866985B33}" dt="2024-04-22T03:35:45.807" v="739" actId="1036"/>
          <ac:spMkLst>
            <pc:docMk/>
            <pc:sldMk cId="3402288132" sldId="371"/>
            <ac:spMk id="70" creationId="{295857BA-1D51-774C-879A-75EE5295CEA1}"/>
          </ac:spMkLst>
        </pc:spChg>
        <pc:spChg chg="mod">
          <ac:chgData name="Mengmeng Ge" userId="bb5bc401-97cb-4caf-9857-8ff441375414" providerId="ADAL" clId="{15804E98-2735-47D5-BC38-F25866985B33}" dt="2024-04-22T03:35:45.807" v="739" actId="1036"/>
          <ac:spMkLst>
            <pc:docMk/>
            <pc:sldMk cId="3402288132" sldId="371"/>
            <ac:spMk id="71" creationId="{1AC0453C-3E5D-14DF-371C-DEACC7BAE806}"/>
          </ac:spMkLst>
        </pc:spChg>
        <pc:spChg chg="mod">
          <ac:chgData name="Mengmeng Ge" userId="bb5bc401-97cb-4caf-9857-8ff441375414" providerId="ADAL" clId="{15804E98-2735-47D5-BC38-F25866985B33}" dt="2024-04-22T03:35:45.807" v="739" actId="1036"/>
          <ac:spMkLst>
            <pc:docMk/>
            <pc:sldMk cId="3402288132" sldId="371"/>
            <ac:spMk id="72" creationId="{1BC78298-BC98-9A41-8780-A77D9BA5D4C8}"/>
          </ac:spMkLst>
        </pc:spChg>
        <pc:spChg chg="mod">
          <ac:chgData name="Mengmeng Ge" userId="bb5bc401-97cb-4caf-9857-8ff441375414" providerId="ADAL" clId="{15804E98-2735-47D5-BC38-F25866985B33}" dt="2024-04-22T03:35:45.807" v="739" actId="1036"/>
          <ac:spMkLst>
            <pc:docMk/>
            <pc:sldMk cId="3402288132" sldId="371"/>
            <ac:spMk id="73" creationId="{B6F1140F-323D-6739-9A42-B2F0F4713977}"/>
          </ac:spMkLst>
        </pc:spChg>
        <pc:spChg chg="mod">
          <ac:chgData name="Mengmeng Ge" userId="bb5bc401-97cb-4caf-9857-8ff441375414" providerId="ADAL" clId="{15804E98-2735-47D5-BC38-F25866985B33}" dt="2024-04-22T03:35:45.807" v="739" actId="1036"/>
          <ac:spMkLst>
            <pc:docMk/>
            <pc:sldMk cId="3402288132" sldId="371"/>
            <ac:spMk id="75" creationId="{9F79041B-EBA5-8811-A594-6CE37D52538A}"/>
          </ac:spMkLst>
        </pc:spChg>
        <pc:spChg chg="mod">
          <ac:chgData name="Mengmeng Ge" userId="bb5bc401-97cb-4caf-9857-8ff441375414" providerId="ADAL" clId="{15804E98-2735-47D5-BC38-F25866985B33}" dt="2024-04-22T03:35:45.807" v="739" actId="1036"/>
          <ac:spMkLst>
            <pc:docMk/>
            <pc:sldMk cId="3402288132" sldId="371"/>
            <ac:spMk id="76" creationId="{BD5DE4BF-E1F1-44C5-C813-B1A6C82800D2}"/>
          </ac:spMkLst>
        </pc:spChg>
        <pc:spChg chg="mod">
          <ac:chgData name="Mengmeng Ge" userId="bb5bc401-97cb-4caf-9857-8ff441375414" providerId="ADAL" clId="{15804E98-2735-47D5-BC38-F25866985B33}" dt="2024-04-22T03:35:45.807" v="739" actId="1036"/>
          <ac:spMkLst>
            <pc:docMk/>
            <pc:sldMk cId="3402288132" sldId="371"/>
            <ac:spMk id="77" creationId="{BB9A46E0-9B57-933C-D377-DD711F10F846}"/>
          </ac:spMkLst>
        </pc:spChg>
        <pc:spChg chg="mod">
          <ac:chgData name="Mengmeng Ge" userId="bb5bc401-97cb-4caf-9857-8ff441375414" providerId="ADAL" clId="{15804E98-2735-47D5-BC38-F25866985B33}" dt="2024-04-22T03:35:45.807" v="739" actId="1036"/>
          <ac:spMkLst>
            <pc:docMk/>
            <pc:sldMk cId="3402288132" sldId="371"/>
            <ac:spMk id="78" creationId="{C35B3DC3-6AC9-36A2-65EE-B96B4F92237F}"/>
          </ac:spMkLst>
        </pc:spChg>
        <pc:spChg chg="mod">
          <ac:chgData name="Mengmeng Ge" userId="bb5bc401-97cb-4caf-9857-8ff441375414" providerId="ADAL" clId="{15804E98-2735-47D5-BC38-F25866985B33}" dt="2024-04-22T03:35:45.807" v="739" actId="1036"/>
          <ac:spMkLst>
            <pc:docMk/>
            <pc:sldMk cId="3402288132" sldId="371"/>
            <ac:spMk id="79" creationId="{2B80E86D-5F92-61EC-5751-DD97B2D6D447}"/>
          </ac:spMkLst>
        </pc:spChg>
        <pc:spChg chg="mod">
          <ac:chgData name="Mengmeng Ge" userId="bb5bc401-97cb-4caf-9857-8ff441375414" providerId="ADAL" clId="{15804E98-2735-47D5-BC38-F25866985B33}" dt="2024-04-22T03:35:45.807" v="739" actId="1036"/>
          <ac:spMkLst>
            <pc:docMk/>
            <pc:sldMk cId="3402288132" sldId="371"/>
            <ac:spMk id="80" creationId="{477E883B-7DEC-EFB3-D16C-2665A8F7DE03}"/>
          </ac:spMkLst>
        </pc:spChg>
        <pc:spChg chg="mod">
          <ac:chgData name="Mengmeng Ge" userId="bb5bc401-97cb-4caf-9857-8ff441375414" providerId="ADAL" clId="{15804E98-2735-47D5-BC38-F25866985B33}" dt="2024-04-22T03:35:45.807" v="739" actId="1036"/>
          <ac:spMkLst>
            <pc:docMk/>
            <pc:sldMk cId="3402288132" sldId="371"/>
            <ac:spMk id="81" creationId="{F4A75B90-A504-8BC7-BA57-6CA43585FCE0}"/>
          </ac:spMkLst>
        </pc:spChg>
        <pc:spChg chg="mod">
          <ac:chgData name="Mengmeng Ge" userId="bb5bc401-97cb-4caf-9857-8ff441375414" providerId="ADAL" clId="{15804E98-2735-47D5-BC38-F25866985B33}" dt="2024-04-22T03:35:45.807" v="739" actId="1036"/>
          <ac:spMkLst>
            <pc:docMk/>
            <pc:sldMk cId="3402288132" sldId="371"/>
            <ac:spMk id="83" creationId="{49BC945F-77D0-9C6D-61AA-E8047DF3F8DB}"/>
          </ac:spMkLst>
        </pc:spChg>
        <pc:spChg chg="mod">
          <ac:chgData name="Mengmeng Ge" userId="bb5bc401-97cb-4caf-9857-8ff441375414" providerId="ADAL" clId="{15804E98-2735-47D5-BC38-F25866985B33}" dt="2024-04-22T03:35:45.807" v="739" actId="1036"/>
          <ac:spMkLst>
            <pc:docMk/>
            <pc:sldMk cId="3402288132" sldId="371"/>
            <ac:spMk id="84" creationId="{9682501C-2E2D-4048-FA47-94E97ED6BCDF}"/>
          </ac:spMkLst>
        </pc:spChg>
        <pc:spChg chg="mod">
          <ac:chgData name="Mengmeng Ge" userId="bb5bc401-97cb-4caf-9857-8ff441375414" providerId="ADAL" clId="{15804E98-2735-47D5-BC38-F25866985B33}" dt="2024-04-22T03:35:45.807" v="739" actId="1036"/>
          <ac:spMkLst>
            <pc:docMk/>
            <pc:sldMk cId="3402288132" sldId="371"/>
            <ac:spMk id="85" creationId="{13B62ED1-61E1-31D4-50BC-5C028056CE00}"/>
          </ac:spMkLst>
        </pc:spChg>
        <pc:spChg chg="mod">
          <ac:chgData name="Mengmeng Ge" userId="bb5bc401-97cb-4caf-9857-8ff441375414" providerId="ADAL" clId="{15804E98-2735-47D5-BC38-F25866985B33}" dt="2024-04-22T03:35:45.807" v="739" actId="1036"/>
          <ac:spMkLst>
            <pc:docMk/>
            <pc:sldMk cId="3402288132" sldId="371"/>
            <ac:spMk id="86" creationId="{48BC2867-31F6-F706-CCEC-46CA91C9BA5C}"/>
          </ac:spMkLst>
        </pc:spChg>
        <pc:spChg chg="mod">
          <ac:chgData name="Mengmeng Ge" userId="bb5bc401-97cb-4caf-9857-8ff441375414" providerId="ADAL" clId="{15804E98-2735-47D5-BC38-F25866985B33}" dt="2024-04-22T03:35:45.807" v="739" actId="1036"/>
          <ac:spMkLst>
            <pc:docMk/>
            <pc:sldMk cId="3402288132" sldId="371"/>
            <ac:spMk id="87" creationId="{F6DA8A39-3FD5-5690-FB5E-ABBA9535BAFF}"/>
          </ac:spMkLst>
        </pc:spChg>
        <pc:spChg chg="mod">
          <ac:chgData name="Mengmeng Ge" userId="bb5bc401-97cb-4caf-9857-8ff441375414" providerId="ADAL" clId="{15804E98-2735-47D5-BC38-F25866985B33}" dt="2024-04-22T03:35:45.807" v="739" actId="1036"/>
          <ac:spMkLst>
            <pc:docMk/>
            <pc:sldMk cId="3402288132" sldId="371"/>
            <ac:spMk id="88" creationId="{E90005B0-C29A-E92C-B38E-1B50BC24E2E6}"/>
          </ac:spMkLst>
        </pc:spChg>
        <pc:spChg chg="mod">
          <ac:chgData name="Mengmeng Ge" userId="bb5bc401-97cb-4caf-9857-8ff441375414" providerId="ADAL" clId="{15804E98-2735-47D5-BC38-F25866985B33}" dt="2024-04-22T03:35:45.807" v="739" actId="1036"/>
          <ac:spMkLst>
            <pc:docMk/>
            <pc:sldMk cId="3402288132" sldId="371"/>
            <ac:spMk id="89" creationId="{FCC78F73-3DA7-671B-3888-05BBAE2E0516}"/>
          </ac:spMkLst>
        </pc:spChg>
        <pc:spChg chg="mod">
          <ac:chgData name="Mengmeng Ge" userId="bb5bc401-97cb-4caf-9857-8ff441375414" providerId="ADAL" clId="{15804E98-2735-47D5-BC38-F25866985B33}" dt="2024-04-22T03:35:45.807" v="739" actId="1036"/>
          <ac:spMkLst>
            <pc:docMk/>
            <pc:sldMk cId="3402288132" sldId="371"/>
            <ac:spMk id="90" creationId="{113A51FC-8A72-31F7-E6AD-E55F49E38FAB}"/>
          </ac:spMkLst>
        </pc:spChg>
        <pc:spChg chg="mod">
          <ac:chgData name="Mengmeng Ge" userId="bb5bc401-97cb-4caf-9857-8ff441375414" providerId="ADAL" clId="{15804E98-2735-47D5-BC38-F25866985B33}" dt="2024-04-22T03:35:45.807" v="739" actId="1036"/>
          <ac:spMkLst>
            <pc:docMk/>
            <pc:sldMk cId="3402288132" sldId="371"/>
            <ac:spMk id="91" creationId="{04887437-449A-D60E-5D5C-124A1E33D4BD}"/>
          </ac:spMkLst>
        </pc:spChg>
        <pc:spChg chg="mod">
          <ac:chgData name="Mengmeng Ge" userId="bb5bc401-97cb-4caf-9857-8ff441375414" providerId="ADAL" clId="{15804E98-2735-47D5-BC38-F25866985B33}" dt="2024-04-22T03:35:45.807" v="739" actId="1036"/>
          <ac:spMkLst>
            <pc:docMk/>
            <pc:sldMk cId="3402288132" sldId="371"/>
            <ac:spMk id="92" creationId="{16A0C21B-DA80-1157-8F11-8831C627B721}"/>
          </ac:spMkLst>
        </pc:spChg>
        <pc:spChg chg="mod">
          <ac:chgData name="Mengmeng Ge" userId="bb5bc401-97cb-4caf-9857-8ff441375414" providerId="ADAL" clId="{15804E98-2735-47D5-BC38-F25866985B33}" dt="2024-04-22T03:35:45.807" v="739" actId="1036"/>
          <ac:spMkLst>
            <pc:docMk/>
            <pc:sldMk cId="3402288132" sldId="371"/>
            <ac:spMk id="93" creationId="{DA6AE84F-D6EE-814D-D527-FE0C7D9B35AB}"/>
          </ac:spMkLst>
        </pc:spChg>
        <pc:spChg chg="mod">
          <ac:chgData name="Mengmeng Ge" userId="bb5bc401-97cb-4caf-9857-8ff441375414" providerId="ADAL" clId="{15804E98-2735-47D5-BC38-F25866985B33}" dt="2024-04-22T03:35:45.807" v="739" actId="1036"/>
          <ac:spMkLst>
            <pc:docMk/>
            <pc:sldMk cId="3402288132" sldId="371"/>
            <ac:spMk id="94" creationId="{E1F2BCC3-01B2-5806-6A39-7CA45450AD66}"/>
          </ac:spMkLst>
        </pc:spChg>
        <pc:spChg chg="mod">
          <ac:chgData name="Mengmeng Ge" userId="bb5bc401-97cb-4caf-9857-8ff441375414" providerId="ADAL" clId="{15804E98-2735-47D5-BC38-F25866985B33}" dt="2024-04-22T03:35:45.807" v="739" actId="1036"/>
          <ac:spMkLst>
            <pc:docMk/>
            <pc:sldMk cId="3402288132" sldId="371"/>
            <ac:spMk id="95" creationId="{A5615C51-FF05-FDEA-CF44-2DAD174CEB5B}"/>
          </ac:spMkLst>
        </pc:spChg>
        <pc:spChg chg="mod">
          <ac:chgData name="Mengmeng Ge" userId="bb5bc401-97cb-4caf-9857-8ff441375414" providerId="ADAL" clId="{15804E98-2735-47D5-BC38-F25866985B33}" dt="2024-04-22T03:35:45.807" v="739" actId="1036"/>
          <ac:spMkLst>
            <pc:docMk/>
            <pc:sldMk cId="3402288132" sldId="371"/>
            <ac:spMk id="96" creationId="{4E81A0AD-AE64-9408-BC8A-939AE69A7445}"/>
          </ac:spMkLst>
        </pc:spChg>
        <pc:spChg chg="mod">
          <ac:chgData name="Mengmeng Ge" userId="bb5bc401-97cb-4caf-9857-8ff441375414" providerId="ADAL" clId="{15804E98-2735-47D5-BC38-F25866985B33}" dt="2024-04-22T03:35:45.807" v="739" actId="1036"/>
          <ac:spMkLst>
            <pc:docMk/>
            <pc:sldMk cId="3402288132" sldId="371"/>
            <ac:spMk id="97" creationId="{4291DEC2-1F2E-9393-0377-9B90B07DFE2D}"/>
          </ac:spMkLst>
        </pc:spChg>
        <pc:spChg chg="mod">
          <ac:chgData name="Mengmeng Ge" userId="bb5bc401-97cb-4caf-9857-8ff441375414" providerId="ADAL" clId="{15804E98-2735-47D5-BC38-F25866985B33}" dt="2024-04-22T03:35:45.807" v="739" actId="1036"/>
          <ac:spMkLst>
            <pc:docMk/>
            <pc:sldMk cId="3402288132" sldId="371"/>
            <ac:spMk id="98" creationId="{38B6ADA2-2DD8-C59F-B056-33AE3650E321}"/>
          </ac:spMkLst>
        </pc:spChg>
        <pc:spChg chg="mod">
          <ac:chgData name="Mengmeng Ge" userId="bb5bc401-97cb-4caf-9857-8ff441375414" providerId="ADAL" clId="{15804E98-2735-47D5-BC38-F25866985B33}" dt="2024-04-22T03:35:45.807" v="739" actId="1036"/>
          <ac:spMkLst>
            <pc:docMk/>
            <pc:sldMk cId="3402288132" sldId="371"/>
            <ac:spMk id="99" creationId="{C39150F9-BD72-7C4E-809D-E6303C74AE37}"/>
          </ac:spMkLst>
        </pc:spChg>
        <pc:spChg chg="mod">
          <ac:chgData name="Mengmeng Ge" userId="bb5bc401-97cb-4caf-9857-8ff441375414" providerId="ADAL" clId="{15804E98-2735-47D5-BC38-F25866985B33}" dt="2024-04-22T03:35:45.807" v="739" actId="1036"/>
          <ac:spMkLst>
            <pc:docMk/>
            <pc:sldMk cId="3402288132" sldId="371"/>
            <ac:spMk id="100" creationId="{388F1619-D27B-1D7E-2FE0-30319FD4833F}"/>
          </ac:spMkLst>
        </pc:spChg>
        <pc:spChg chg="mod">
          <ac:chgData name="Mengmeng Ge" userId="bb5bc401-97cb-4caf-9857-8ff441375414" providerId="ADAL" clId="{15804E98-2735-47D5-BC38-F25866985B33}" dt="2024-04-22T03:35:45.807" v="739" actId="1036"/>
          <ac:spMkLst>
            <pc:docMk/>
            <pc:sldMk cId="3402288132" sldId="371"/>
            <ac:spMk id="101" creationId="{FF87061C-4274-D9A9-1B5B-82904EFCB448}"/>
          </ac:spMkLst>
        </pc:spChg>
        <pc:spChg chg="mod">
          <ac:chgData name="Mengmeng Ge" userId="bb5bc401-97cb-4caf-9857-8ff441375414" providerId="ADAL" clId="{15804E98-2735-47D5-BC38-F25866985B33}" dt="2024-04-22T03:35:45.807" v="739" actId="1036"/>
          <ac:spMkLst>
            <pc:docMk/>
            <pc:sldMk cId="3402288132" sldId="371"/>
            <ac:spMk id="102" creationId="{0909C727-E3CA-DFEA-9BB3-C263916D6699}"/>
          </ac:spMkLst>
        </pc:spChg>
        <pc:spChg chg="add mod">
          <ac:chgData name="Mengmeng Ge" userId="bb5bc401-97cb-4caf-9857-8ff441375414" providerId="ADAL" clId="{15804E98-2735-47D5-BC38-F25866985B33}" dt="2024-04-22T04:06:55.457" v="1322" actId="14100"/>
          <ac:spMkLst>
            <pc:docMk/>
            <pc:sldMk cId="3402288132" sldId="371"/>
            <ac:spMk id="106" creationId="{00000000-0000-0000-0000-000000000000}"/>
          </ac:spMkLst>
        </pc:spChg>
        <pc:spChg chg="add del mod">
          <ac:chgData name="Mengmeng Ge" userId="bb5bc401-97cb-4caf-9857-8ff441375414" providerId="ADAL" clId="{15804E98-2735-47D5-BC38-F25866985B33}" dt="2024-04-22T03:51:06.384" v="951" actId="478"/>
          <ac:spMkLst>
            <pc:docMk/>
            <pc:sldMk cId="3402288132" sldId="371"/>
            <ac:spMk id="107" creationId="{BA91A621-63B5-B3A5-8A22-337047BB1B05}"/>
          </ac:spMkLst>
        </pc:spChg>
        <pc:spChg chg="mod ord">
          <ac:chgData name="Mengmeng Ge" userId="bb5bc401-97cb-4caf-9857-8ff441375414" providerId="ADAL" clId="{15804E98-2735-47D5-BC38-F25866985B33}" dt="2024-04-22T03:07:47.969" v="619" actId="700"/>
          <ac:spMkLst>
            <pc:docMk/>
            <pc:sldMk cId="3402288132" sldId="371"/>
            <ac:spMk id="108" creationId="{00000000-0000-0000-0000-000000000000}"/>
          </ac:spMkLst>
        </pc:spChg>
        <pc:spChg chg="mod">
          <ac:chgData name="Mengmeng Ge" userId="bb5bc401-97cb-4caf-9857-8ff441375414" providerId="ADAL" clId="{15804E98-2735-47D5-BC38-F25866985B33}" dt="2024-04-22T03:35:45.807" v="739" actId="1036"/>
          <ac:spMkLst>
            <pc:docMk/>
            <pc:sldMk cId="3402288132" sldId="371"/>
            <ac:spMk id="602112" creationId="{E6DDAB82-538F-2325-C2ED-A9DA8AC18F56}"/>
          </ac:spMkLst>
        </pc:spChg>
        <pc:spChg chg="mod">
          <ac:chgData name="Mengmeng Ge" userId="bb5bc401-97cb-4caf-9857-8ff441375414" providerId="ADAL" clId="{15804E98-2735-47D5-BC38-F25866985B33}" dt="2024-04-22T03:35:45.807" v="739" actId="1036"/>
          <ac:spMkLst>
            <pc:docMk/>
            <pc:sldMk cId="3402288132" sldId="371"/>
            <ac:spMk id="602113" creationId="{A9B5B95F-8E2E-DE7E-4312-CEF8A05B9244}"/>
          </ac:spMkLst>
        </pc:spChg>
        <pc:spChg chg="mod ord">
          <ac:chgData name="Mengmeng Ge" userId="bb5bc401-97cb-4caf-9857-8ff441375414" providerId="ADAL" clId="{15804E98-2735-47D5-BC38-F25866985B33}" dt="2024-04-22T03:07:56.507" v="651" actId="20577"/>
          <ac:spMkLst>
            <pc:docMk/>
            <pc:sldMk cId="3402288132" sldId="371"/>
            <ac:spMk id="602114" creationId="{00000000-0000-0000-0000-000000000000}"/>
          </ac:spMkLst>
        </pc:spChg>
        <pc:spChg chg="mod ord">
          <ac:chgData name="Mengmeng Ge" userId="bb5bc401-97cb-4caf-9857-8ff441375414" providerId="ADAL" clId="{15804E98-2735-47D5-BC38-F25866985B33}" dt="2024-04-22T04:06:48.659" v="1320" actId="14100"/>
          <ac:spMkLst>
            <pc:docMk/>
            <pc:sldMk cId="3402288132" sldId="371"/>
            <ac:spMk id="602115" creationId="{00000000-0000-0000-0000-000000000000}"/>
          </ac:spMkLst>
        </pc:spChg>
        <pc:grpChg chg="add mod">
          <ac:chgData name="Mengmeng Ge" userId="bb5bc401-97cb-4caf-9857-8ff441375414" providerId="ADAL" clId="{15804E98-2735-47D5-BC38-F25866985B33}" dt="2024-04-22T03:35:45.807" v="739" actId="1036"/>
          <ac:grpSpMkLst>
            <pc:docMk/>
            <pc:sldMk cId="3402288132" sldId="371"/>
            <ac:grpSpMk id="2" creationId="{7EC9CCD7-3A20-79FB-3097-BCCF53EB51B1}"/>
          </ac:grpSpMkLst>
        </pc:grpChg>
        <pc:grpChg chg="mod">
          <ac:chgData name="Mengmeng Ge" userId="bb5bc401-97cb-4caf-9857-8ff441375414" providerId="ADAL" clId="{15804E98-2735-47D5-BC38-F25866985B33}" dt="2024-04-22T03:35:45.807" v="739" actId="1036"/>
          <ac:grpSpMkLst>
            <pc:docMk/>
            <pc:sldMk cId="3402288132" sldId="371"/>
            <ac:grpSpMk id="18" creationId="{80DA8FEB-4A04-FF2F-129F-4734758D222B}"/>
          </ac:grpSpMkLst>
        </pc:grpChg>
        <pc:grpChg chg="mod">
          <ac:chgData name="Mengmeng Ge" userId="bb5bc401-97cb-4caf-9857-8ff441375414" providerId="ADAL" clId="{15804E98-2735-47D5-BC38-F25866985B33}" dt="2024-04-22T03:35:45.807" v="739" actId="1036"/>
          <ac:grpSpMkLst>
            <pc:docMk/>
            <pc:sldMk cId="3402288132" sldId="371"/>
            <ac:grpSpMk id="31" creationId="{F88EFF02-6EDE-1A79-7B22-DFA9FC860E0F}"/>
          </ac:grpSpMkLst>
        </pc:grpChg>
        <pc:grpChg chg="mod">
          <ac:chgData name="Mengmeng Ge" userId="bb5bc401-97cb-4caf-9857-8ff441375414" providerId="ADAL" clId="{15804E98-2735-47D5-BC38-F25866985B33}" dt="2024-04-22T03:35:45.807" v="739" actId="1036"/>
          <ac:grpSpMkLst>
            <pc:docMk/>
            <pc:sldMk cId="3402288132" sldId="371"/>
            <ac:grpSpMk id="53" creationId="{650D2AB1-90C2-97F5-F7DD-0A3320D5200B}"/>
          </ac:grpSpMkLst>
        </pc:grpChg>
        <pc:grpChg chg="mod">
          <ac:chgData name="Mengmeng Ge" userId="bb5bc401-97cb-4caf-9857-8ff441375414" providerId="ADAL" clId="{15804E98-2735-47D5-BC38-F25866985B33}" dt="2024-04-22T03:35:45.807" v="739" actId="1036"/>
          <ac:grpSpMkLst>
            <pc:docMk/>
            <pc:sldMk cId="3402288132" sldId="371"/>
            <ac:grpSpMk id="54" creationId="{3342465E-4BB5-A0AC-A970-9027B49E5FF7}"/>
          </ac:grpSpMkLst>
        </pc:grpChg>
        <pc:grpChg chg="mod">
          <ac:chgData name="Mengmeng Ge" userId="bb5bc401-97cb-4caf-9857-8ff441375414" providerId="ADAL" clId="{15804E98-2735-47D5-BC38-F25866985B33}" dt="2024-04-22T03:35:45.807" v="739" actId="1036"/>
          <ac:grpSpMkLst>
            <pc:docMk/>
            <pc:sldMk cId="3402288132" sldId="371"/>
            <ac:grpSpMk id="55" creationId="{8765F31F-1A7A-0888-E7AE-2EDED54C486E}"/>
          </ac:grpSpMkLst>
        </pc:grpChg>
        <pc:grpChg chg="mod">
          <ac:chgData name="Mengmeng Ge" userId="bb5bc401-97cb-4caf-9857-8ff441375414" providerId="ADAL" clId="{15804E98-2735-47D5-BC38-F25866985B33}" dt="2024-04-22T03:35:45.807" v="739" actId="1036"/>
          <ac:grpSpMkLst>
            <pc:docMk/>
            <pc:sldMk cId="3402288132" sldId="371"/>
            <ac:grpSpMk id="56" creationId="{1EEC9B37-56B4-B617-0376-8B9B5C33C62F}"/>
          </ac:grpSpMkLst>
        </pc:grpChg>
        <pc:grpChg chg="mod">
          <ac:chgData name="Mengmeng Ge" userId="bb5bc401-97cb-4caf-9857-8ff441375414" providerId="ADAL" clId="{15804E98-2735-47D5-BC38-F25866985B33}" dt="2024-04-22T03:35:45.807" v="739" actId="1036"/>
          <ac:grpSpMkLst>
            <pc:docMk/>
            <pc:sldMk cId="3402288132" sldId="371"/>
            <ac:grpSpMk id="74" creationId="{A48300EE-0D23-F758-DEF9-B7AE41EA4A5F}"/>
          </ac:grpSpMkLst>
        </pc:grpChg>
        <pc:grpChg chg="mod">
          <ac:chgData name="Mengmeng Ge" userId="bb5bc401-97cb-4caf-9857-8ff441375414" providerId="ADAL" clId="{15804E98-2735-47D5-BC38-F25866985B33}" dt="2024-04-22T03:35:45.807" v="739" actId="1036"/>
          <ac:grpSpMkLst>
            <pc:docMk/>
            <pc:sldMk cId="3402288132" sldId="371"/>
            <ac:grpSpMk id="82" creationId="{0E885C0F-94BB-1C32-D0B4-30E7208E7723}"/>
          </ac:grpSpMkLst>
        </pc:grpChg>
        <pc:grpChg chg="del">
          <ac:chgData name="Mengmeng Ge" userId="bb5bc401-97cb-4caf-9857-8ff441375414" providerId="ADAL" clId="{15804E98-2735-47D5-BC38-F25866985B33}" dt="2024-04-22T03:08:46.783" v="654" actId="478"/>
          <ac:grpSpMkLst>
            <pc:docMk/>
            <pc:sldMk cId="3402288132" sldId="371"/>
            <ac:grpSpMk id="109" creationId="{00000000-0000-0000-0000-000000000000}"/>
          </ac:grpSpMkLst>
        </pc:grpChg>
        <pc:grpChg chg="del">
          <ac:chgData name="Mengmeng Ge" userId="bb5bc401-97cb-4caf-9857-8ff441375414" providerId="ADAL" clId="{15804E98-2735-47D5-BC38-F25866985B33}" dt="2024-04-22T03:08:44.672" v="653" actId="478"/>
          <ac:grpSpMkLst>
            <pc:docMk/>
            <pc:sldMk cId="3402288132" sldId="371"/>
            <ac:grpSpMk id="602116" creationId="{00000000-0000-0000-0000-000000000000}"/>
          </ac:grpSpMkLst>
        </pc:grpChg>
        <pc:cxnChg chg="add mod">
          <ac:chgData name="Mengmeng Ge" userId="bb5bc401-97cb-4caf-9857-8ff441375414" providerId="ADAL" clId="{15804E98-2735-47D5-BC38-F25866985B33}" dt="2024-04-22T03:09:21.735" v="662" actId="14100"/>
          <ac:cxnSpMkLst>
            <pc:docMk/>
            <pc:sldMk cId="3402288132" sldId="371"/>
            <ac:cxnSpMk id="104" creationId="{9FD79218-1166-5EA0-E2A4-F6E601CF6DF9}"/>
          </ac:cxnSpMkLst>
        </pc:cxnChg>
      </pc:sldChg>
      <pc:sldChg chg="delSp modSp del mod delAnim">
        <pc:chgData name="Mengmeng Ge" userId="bb5bc401-97cb-4caf-9857-8ff441375414" providerId="ADAL" clId="{15804E98-2735-47D5-BC38-F25866985B33}" dt="2024-04-22T04:09:45.195" v="1346" actId="47"/>
        <pc:sldMkLst>
          <pc:docMk/>
          <pc:sldMk cId="3778559794" sldId="372"/>
        </pc:sldMkLst>
        <pc:spChg chg="topLvl">
          <ac:chgData name="Mengmeng Ge" userId="bb5bc401-97cb-4caf-9857-8ff441375414" providerId="ADAL" clId="{15804E98-2735-47D5-BC38-F25866985B33}" dt="2024-04-22T03:36:16.187" v="740" actId="21"/>
          <ac:spMkLst>
            <pc:docMk/>
            <pc:sldMk cId="3778559794" sldId="372"/>
            <ac:spMk id="110" creationId="{00000000-0000-0000-0000-000000000000}"/>
          </ac:spMkLst>
        </pc:spChg>
        <pc:spChg chg="del topLvl">
          <ac:chgData name="Mengmeng Ge" userId="bb5bc401-97cb-4caf-9857-8ff441375414" providerId="ADAL" clId="{15804E98-2735-47D5-BC38-F25866985B33}" dt="2024-04-22T03:36:16.187" v="740" actId="21"/>
          <ac:spMkLst>
            <pc:docMk/>
            <pc:sldMk cId="3778559794" sldId="372"/>
            <ac:spMk id="111" creationId="{00000000-0000-0000-0000-000000000000}"/>
          </ac:spMkLst>
        </pc:spChg>
        <pc:spChg chg="mod">
          <ac:chgData name="Mengmeng Ge" userId="bb5bc401-97cb-4caf-9857-8ff441375414" providerId="ADAL" clId="{15804E98-2735-47D5-BC38-F25866985B33}" dt="2024-04-22T04:01:58.573" v="1069" actId="21"/>
          <ac:spMkLst>
            <pc:docMk/>
            <pc:sldMk cId="3778559794" sldId="372"/>
            <ac:spMk id="605187" creationId="{00000000-0000-0000-0000-000000000000}"/>
          </ac:spMkLst>
        </pc:spChg>
        <pc:grpChg chg="del">
          <ac:chgData name="Mengmeng Ge" userId="bb5bc401-97cb-4caf-9857-8ff441375414" providerId="ADAL" clId="{15804E98-2735-47D5-BC38-F25866985B33}" dt="2024-04-22T03:36:16.187" v="740" actId="21"/>
          <ac:grpSpMkLst>
            <pc:docMk/>
            <pc:sldMk cId="3778559794" sldId="372"/>
            <ac:grpSpMk id="109" creationId="{00000000-0000-0000-0000-000000000000}"/>
          </ac:grpSpMkLst>
        </pc:grpChg>
      </pc:sldChg>
      <pc:sldChg chg="del">
        <pc:chgData name="Mengmeng Ge" userId="bb5bc401-97cb-4caf-9857-8ff441375414" providerId="ADAL" clId="{15804E98-2735-47D5-BC38-F25866985B33}" dt="2024-04-22T04:10:53.032" v="1352" actId="47"/>
        <pc:sldMkLst>
          <pc:docMk/>
          <pc:sldMk cId="2745288640" sldId="373"/>
        </pc:sldMkLst>
      </pc:sldChg>
      <pc:sldChg chg="del">
        <pc:chgData name="Mengmeng Ge" userId="bb5bc401-97cb-4caf-9857-8ff441375414" providerId="ADAL" clId="{15804E98-2735-47D5-BC38-F25866985B33}" dt="2024-04-22T04:10:38.080" v="1350" actId="47"/>
        <pc:sldMkLst>
          <pc:docMk/>
          <pc:sldMk cId="2896953777" sldId="374"/>
        </pc:sldMkLst>
      </pc:sldChg>
      <pc:sldChg chg="modSp del">
        <pc:chgData name="Mengmeng Ge" userId="bb5bc401-97cb-4caf-9857-8ff441375414" providerId="ADAL" clId="{15804E98-2735-47D5-BC38-F25866985B33}" dt="2024-04-22T03:26:10.175" v="730" actId="47"/>
        <pc:sldMkLst>
          <pc:docMk/>
          <pc:sldMk cId="327251651" sldId="375"/>
        </pc:sldMkLst>
        <pc:spChg chg="mod">
          <ac:chgData name="Mengmeng Ge" userId="bb5bc401-97cb-4caf-9857-8ff441375414" providerId="ADAL" clId="{15804E98-2735-47D5-BC38-F25866985B33}" dt="2024-04-22T03:26:08.451" v="729" actId="6549"/>
          <ac:spMkLst>
            <pc:docMk/>
            <pc:sldMk cId="327251651" sldId="375"/>
            <ac:spMk id="6" creationId="{00000000-0000-0000-0000-000000000000}"/>
          </ac:spMkLst>
        </pc:spChg>
      </pc:sldChg>
      <pc:sldChg chg="modSp mod chgLayout modNotesTx">
        <pc:chgData name="Mengmeng Ge" userId="bb5bc401-97cb-4caf-9857-8ff441375414" providerId="ADAL" clId="{15804E98-2735-47D5-BC38-F25866985B33}" dt="2024-04-22T04:24:55.819" v="1508" actId="20577"/>
        <pc:sldMkLst>
          <pc:docMk/>
          <pc:sldMk cId="1267817497" sldId="376"/>
        </pc:sldMkLst>
        <pc:spChg chg="mod ord">
          <ac:chgData name="Mengmeng Ge" userId="bb5bc401-97cb-4caf-9857-8ff441375414" providerId="ADAL" clId="{15804E98-2735-47D5-BC38-F25866985B33}" dt="2024-04-22T04:19:40.955" v="1394" actId="700"/>
          <ac:spMkLst>
            <pc:docMk/>
            <pc:sldMk cId="1267817497" sldId="376"/>
            <ac:spMk id="5" creationId="{00000000-0000-0000-0000-000000000000}"/>
          </ac:spMkLst>
        </pc:spChg>
        <pc:spChg chg="mod ord">
          <ac:chgData name="Mengmeng Ge" userId="bb5bc401-97cb-4caf-9857-8ff441375414" providerId="ADAL" clId="{15804E98-2735-47D5-BC38-F25866985B33}" dt="2024-04-22T04:19:40.955" v="1394" actId="700"/>
          <ac:spMkLst>
            <pc:docMk/>
            <pc:sldMk cId="1267817497" sldId="376"/>
            <ac:spMk id="564226" creationId="{00000000-0000-0000-0000-000000000000}"/>
          </ac:spMkLst>
        </pc:spChg>
        <pc:spChg chg="mod ord">
          <ac:chgData name="Mengmeng Ge" userId="bb5bc401-97cb-4caf-9857-8ff441375414" providerId="ADAL" clId="{15804E98-2735-47D5-BC38-F25866985B33}" dt="2024-04-22T04:24:55.819" v="1508" actId="20577"/>
          <ac:spMkLst>
            <pc:docMk/>
            <pc:sldMk cId="1267817497" sldId="376"/>
            <ac:spMk id="564227" creationId="{00000000-0000-0000-0000-000000000000}"/>
          </ac:spMkLst>
        </pc:spChg>
      </pc:sldChg>
      <pc:sldChg chg="del">
        <pc:chgData name="Mengmeng Ge" userId="bb5bc401-97cb-4caf-9857-8ff441375414" providerId="ADAL" clId="{15804E98-2735-47D5-BC38-F25866985B33}" dt="2024-04-22T03:14:45.762" v="702" actId="47"/>
        <pc:sldMkLst>
          <pc:docMk/>
          <pc:sldMk cId="1924029576" sldId="377"/>
        </pc:sldMkLst>
      </pc:sldChg>
      <pc:sldChg chg="del">
        <pc:chgData name="Mengmeng Ge" userId="bb5bc401-97cb-4caf-9857-8ff441375414" providerId="ADAL" clId="{15804E98-2735-47D5-BC38-F25866985B33}" dt="2024-04-22T03:14:44.060" v="701" actId="47"/>
        <pc:sldMkLst>
          <pc:docMk/>
          <pc:sldMk cId="4208229435" sldId="378"/>
        </pc:sldMkLst>
      </pc:sldChg>
      <pc:sldChg chg="del">
        <pc:chgData name="Mengmeng Ge" userId="bb5bc401-97cb-4caf-9857-8ff441375414" providerId="ADAL" clId="{15804E98-2735-47D5-BC38-F25866985B33}" dt="2024-04-22T03:14:41.879" v="700" actId="47"/>
        <pc:sldMkLst>
          <pc:docMk/>
          <pc:sldMk cId="2653544838" sldId="379"/>
        </pc:sldMkLst>
      </pc:sldChg>
      <pc:sldChg chg="addSp delSp modSp mod chgLayout">
        <pc:chgData name="Mengmeng Ge" userId="bb5bc401-97cb-4caf-9857-8ff441375414" providerId="ADAL" clId="{15804E98-2735-47D5-BC38-F25866985B33}" dt="2024-04-22T04:42:34.944" v="1585" actId="20577"/>
        <pc:sldMkLst>
          <pc:docMk/>
          <pc:sldMk cId="3501627605" sldId="381"/>
        </pc:sldMkLst>
        <pc:spChg chg="add mod ord">
          <ac:chgData name="Mengmeng Ge" userId="bb5bc401-97cb-4caf-9857-8ff441375414" providerId="ADAL" clId="{15804E98-2735-47D5-BC38-F25866985B33}" dt="2024-04-22T04:42:34.944" v="1585" actId="20577"/>
          <ac:spMkLst>
            <pc:docMk/>
            <pc:sldMk cId="3501627605" sldId="381"/>
            <ac:spMk id="2" creationId="{694AAA51-9558-8EF0-9779-26F15BB19F3E}"/>
          </ac:spMkLst>
        </pc:spChg>
        <pc:spChg chg="mod ord">
          <ac:chgData name="Mengmeng Ge" userId="bb5bc401-97cb-4caf-9857-8ff441375414" providerId="ADAL" clId="{15804E98-2735-47D5-BC38-F25866985B33}" dt="2024-04-22T04:42:26.945" v="1581" actId="700"/>
          <ac:spMkLst>
            <pc:docMk/>
            <pc:sldMk cId="3501627605" sldId="381"/>
            <ac:spMk id="3" creationId="{00000000-0000-0000-0000-000000000000}"/>
          </ac:spMkLst>
        </pc:spChg>
        <pc:spChg chg="mod ord">
          <ac:chgData name="Mengmeng Ge" userId="bb5bc401-97cb-4caf-9857-8ff441375414" providerId="ADAL" clId="{15804E98-2735-47D5-BC38-F25866985B33}" dt="2024-04-22T04:42:26.945" v="1581" actId="700"/>
          <ac:spMkLst>
            <pc:docMk/>
            <pc:sldMk cId="3501627605" sldId="381"/>
            <ac:spMk id="4" creationId="{00000000-0000-0000-0000-000000000000}"/>
          </ac:spMkLst>
        </pc:spChg>
        <pc:spChg chg="del mod">
          <ac:chgData name="Mengmeng Ge" userId="bb5bc401-97cb-4caf-9857-8ff441375414" providerId="ADAL" clId="{15804E98-2735-47D5-BC38-F25866985B33}" dt="2024-04-22T04:42:31.615" v="1583" actId="478"/>
          <ac:spMkLst>
            <pc:docMk/>
            <pc:sldMk cId="3501627605" sldId="381"/>
            <ac:spMk id="5" creationId="{00000000-0000-0000-0000-000000000000}"/>
          </ac:spMkLst>
        </pc:spChg>
      </pc:sldChg>
      <pc:sldChg chg="modSp del mod modAnim modNotesTx">
        <pc:chgData name="Mengmeng Ge" userId="bb5bc401-97cb-4caf-9857-8ff441375414" providerId="ADAL" clId="{15804E98-2735-47D5-BC38-F25866985B33}" dt="2024-04-23T10:06:18.079" v="3157" actId="47"/>
        <pc:sldMkLst>
          <pc:docMk/>
          <pc:sldMk cId="1674254514" sldId="382"/>
        </pc:sldMkLst>
        <pc:spChg chg="mod">
          <ac:chgData name="Mengmeng Ge" userId="bb5bc401-97cb-4caf-9857-8ff441375414" providerId="ADAL" clId="{15804E98-2735-47D5-BC38-F25866985B33}" dt="2024-04-23T09:52:42.504" v="3012" actId="20577"/>
          <ac:spMkLst>
            <pc:docMk/>
            <pc:sldMk cId="1674254514" sldId="382"/>
            <ac:spMk id="245841" creationId="{00000000-0000-0000-0000-000000000000}"/>
          </ac:spMkLst>
        </pc:spChg>
        <pc:spChg chg="mod">
          <ac:chgData name="Mengmeng Ge" userId="bb5bc401-97cb-4caf-9857-8ff441375414" providerId="ADAL" clId="{15804E98-2735-47D5-BC38-F25866985B33}" dt="2024-04-23T09:56:46.216" v="3062" actId="20577"/>
          <ac:spMkLst>
            <pc:docMk/>
            <pc:sldMk cId="1674254514" sldId="382"/>
            <ac:spMk id="245850" creationId="{00000000-0000-0000-0000-000000000000}"/>
          </ac:spMkLst>
        </pc:spChg>
        <pc:spChg chg="mod">
          <ac:chgData name="Mengmeng Ge" userId="bb5bc401-97cb-4caf-9857-8ff441375414" providerId="ADAL" clId="{15804E98-2735-47D5-BC38-F25866985B33}" dt="2024-04-23T09:57:27.925" v="3066" actId="20577"/>
          <ac:spMkLst>
            <pc:docMk/>
            <pc:sldMk cId="1674254514" sldId="382"/>
            <ac:spMk id="245852" creationId="{00000000-0000-0000-0000-000000000000}"/>
          </ac:spMkLst>
        </pc:spChg>
      </pc:sldChg>
      <pc:sldChg chg="delSp del mod delAnim">
        <pc:chgData name="Mengmeng Ge" userId="bb5bc401-97cb-4caf-9857-8ff441375414" providerId="ADAL" clId="{15804E98-2735-47D5-BC38-F25866985B33}" dt="2024-04-23T09:58:24.895" v="3072" actId="47"/>
        <pc:sldMkLst>
          <pc:docMk/>
          <pc:sldMk cId="315714008" sldId="383"/>
        </pc:sldMkLst>
        <pc:spChg chg="del">
          <ac:chgData name="Mengmeng Ge" userId="bb5bc401-97cb-4caf-9857-8ff441375414" providerId="ADAL" clId="{15804E98-2735-47D5-BC38-F25866985B33}" dt="2024-04-23T09:58:00.895" v="3070" actId="21"/>
          <ac:spMkLst>
            <pc:docMk/>
            <pc:sldMk cId="315714008" sldId="383"/>
            <ac:spMk id="26" creationId="{00000000-0000-0000-0000-000000000000}"/>
          </ac:spMkLst>
        </pc:spChg>
      </pc:sldChg>
      <pc:sldChg chg="addSp delSp modSp mod modClrScheme delAnim modAnim chgLayout">
        <pc:chgData name="Mengmeng Ge" userId="bb5bc401-97cb-4caf-9857-8ff441375414" providerId="ADAL" clId="{15804E98-2735-47D5-BC38-F25866985B33}" dt="2024-04-23T10:15:57.885" v="3249" actId="1076"/>
        <pc:sldMkLst>
          <pc:docMk/>
          <pc:sldMk cId="2967180200" sldId="384"/>
        </pc:sldMkLst>
        <pc:spChg chg="add del mod">
          <ac:chgData name="Mengmeng Ge" userId="bb5bc401-97cb-4caf-9857-8ff441375414" providerId="ADAL" clId="{15804E98-2735-47D5-BC38-F25866985B33}" dt="2024-04-23T10:06:58.647" v="3172" actId="21"/>
          <ac:spMkLst>
            <pc:docMk/>
            <pc:sldMk cId="2967180200" sldId="384"/>
            <ac:spMk id="26" creationId="{00000000-0000-0000-0000-000000000000}"/>
          </ac:spMkLst>
        </pc:spChg>
        <pc:spChg chg="mod ord">
          <ac:chgData name="Mengmeng Ge" userId="bb5bc401-97cb-4caf-9857-8ff441375414" providerId="ADAL" clId="{15804E98-2735-47D5-BC38-F25866985B33}" dt="2024-04-23T10:13:27.593" v="3232" actId="700"/>
          <ac:spMkLst>
            <pc:docMk/>
            <pc:sldMk cId="2967180200" sldId="384"/>
            <ac:spMk id="114" creationId="{00000000-0000-0000-0000-000000000000}"/>
          </ac:spMkLst>
        </pc:spChg>
        <pc:spChg chg="mod ord">
          <ac:chgData name="Mengmeng Ge" userId="bb5bc401-97cb-4caf-9857-8ff441375414" providerId="ADAL" clId="{15804E98-2735-47D5-BC38-F25866985B33}" dt="2024-04-23T10:13:34.556" v="3233" actId="255"/>
          <ac:spMkLst>
            <pc:docMk/>
            <pc:sldMk cId="2967180200" sldId="384"/>
            <ac:spMk id="233474" creationId="{00000000-0000-0000-0000-000000000000}"/>
          </ac:spMkLst>
        </pc:spChg>
        <pc:spChg chg="mod">
          <ac:chgData name="Mengmeng Ge" userId="bb5bc401-97cb-4caf-9857-8ff441375414" providerId="ADAL" clId="{15804E98-2735-47D5-BC38-F25866985B33}" dt="2024-04-23T10:15:47.923" v="3242" actId="1076"/>
          <ac:spMkLst>
            <pc:docMk/>
            <pc:sldMk cId="2967180200" sldId="384"/>
            <ac:spMk id="233539" creationId="{00000000-0000-0000-0000-000000000000}"/>
          </ac:spMkLst>
        </pc:spChg>
        <pc:grpChg chg="del">
          <ac:chgData name="Mengmeng Ge" userId="bb5bc401-97cb-4caf-9857-8ff441375414" providerId="ADAL" clId="{15804E98-2735-47D5-BC38-F25866985B33}" dt="2024-04-23T10:15:33.997" v="3237" actId="478"/>
          <ac:grpSpMkLst>
            <pc:docMk/>
            <pc:sldMk cId="2967180200" sldId="384"/>
            <ac:grpSpMk id="233482" creationId="{00000000-0000-0000-0000-000000000000}"/>
          </ac:grpSpMkLst>
        </pc:grpChg>
        <pc:graphicFrameChg chg="mod ord">
          <ac:chgData name="Mengmeng Ge" userId="bb5bc401-97cb-4caf-9857-8ff441375414" providerId="ADAL" clId="{15804E98-2735-47D5-BC38-F25866985B33}" dt="2024-04-23T10:13:27.593" v="3232" actId="700"/>
          <ac:graphicFrameMkLst>
            <pc:docMk/>
            <pc:sldMk cId="2967180200" sldId="384"/>
            <ac:graphicFrameMk id="233499" creationId="{00000000-0000-0000-0000-000000000000}"/>
          </ac:graphicFrameMkLst>
        </pc:graphicFrameChg>
        <pc:picChg chg="add mod">
          <ac:chgData name="Mengmeng Ge" userId="bb5bc401-97cb-4caf-9857-8ff441375414" providerId="ADAL" clId="{15804E98-2735-47D5-BC38-F25866985B33}" dt="2024-04-23T10:15:57.885" v="3249" actId="1076"/>
          <ac:picMkLst>
            <pc:docMk/>
            <pc:sldMk cId="2967180200" sldId="384"/>
            <ac:picMk id="3" creationId="{27B0082B-8E4F-0BEF-CDE1-3576ABDB6879}"/>
          </ac:picMkLst>
        </pc:picChg>
        <pc:picChg chg="add del">
          <ac:chgData name="Mengmeng Ge" userId="bb5bc401-97cb-4caf-9857-8ff441375414" providerId="ADAL" clId="{15804E98-2735-47D5-BC38-F25866985B33}" dt="2024-04-23T10:09:24.090" v="3193" actId="478"/>
          <ac:picMkLst>
            <pc:docMk/>
            <pc:sldMk cId="2967180200" sldId="384"/>
            <ac:picMk id="2050" creationId="{C75CC5CE-8BAE-9073-C1CA-75062E102061}"/>
          </ac:picMkLst>
        </pc:picChg>
      </pc:sldChg>
      <pc:sldChg chg="del">
        <pc:chgData name="Mengmeng Ge" userId="bb5bc401-97cb-4caf-9857-8ff441375414" providerId="ADAL" clId="{15804E98-2735-47D5-BC38-F25866985B33}" dt="2024-04-20T08:11:48.779" v="138" actId="47"/>
        <pc:sldMkLst>
          <pc:docMk/>
          <pc:sldMk cId="1286287156" sldId="400"/>
        </pc:sldMkLst>
      </pc:sldChg>
      <pc:sldChg chg="del">
        <pc:chgData name="Mengmeng Ge" userId="bb5bc401-97cb-4caf-9857-8ff441375414" providerId="ADAL" clId="{15804E98-2735-47D5-BC38-F25866985B33}" dt="2024-04-21T23:07:33.583" v="167" actId="47"/>
        <pc:sldMkLst>
          <pc:docMk/>
          <pc:sldMk cId="3400218650" sldId="401"/>
        </pc:sldMkLst>
      </pc:sldChg>
      <pc:sldChg chg="del">
        <pc:chgData name="Mengmeng Ge" userId="bb5bc401-97cb-4caf-9857-8ff441375414" providerId="ADAL" clId="{15804E98-2735-47D5-BC38-F25866985B33}" dt="2024-04-22T03:06:38.507" v="577" actId="47"/>
        <pc:sldMkLst>
          <pc:docMk/>
          <pc:sldMk cId="3455230612" sldId="402"/>
        </pc:sldMkLst>
      </pc:sldChg>
      <pc:sldChg chg="del">
        <pc:chgData name="Mengmeng Ge" userId="bb5bc401-97cb-4caf-9857-8ff441375414" providerId="ADAL" clId="{15804E98-2735-47D5-BC38-F25866985B33}" dt="2024-04-22T04:39:04.972" v="1552" actId="47"/>
        <pc:sldMkLst>
          <pc:docMk/>
          <pc:sldMk cId="437226286" sldId="403"/>
        </pc:sldMkLst>
      </pc:sldChg>
      <pc:sldChg chg="del">
        <pc:chgData name="Mengmeng Ge" userId="bb5bc401-97cb-4caf-9857-8ff441375414" providerId="ADAL" clId="{15804E98-2735-47D5-BC38-F25866985B33}" dt="2024-04-22T04:39:21.526" v="1555" actId="47"/>
        <pc:sldMkLst>
          <pc:docMk/>
          <pc:sldMk cId="3775334270" sldId="404"/>
        </pc:sldMkLst>
      </pc:sldChg>
      <pc:sldChg chg="del">
        <pc:chgData name="Mengmeng Ge" userId="bb5bc401-97cb-4caf-9857-8ff441375414" providerId="ADAL" clId="{15804E98-2735-47D5-BC38-F25866985B33}" dt="2024-04-22T04:42:48.085" v="1586" actId="47"/>
        <pc:sldMkLst>
          <pc:docMk/>
          <pc:sldMk cId="2979635655" sldId="405"/>
        </pc:sldMkLst>
      </pc:sldChg>
      <pc:sldChg chg="del">
        <pc:chgData name="Mengmeng Ge" userId="bb5bc401-97cb-4caf-9857-8ff441375414" providerId="ADAL" clId="{15804E98-2735-47D5-BC38-F25866985B33}" dt="2024-04-18T09:59:11.911" v="105" actId="47"/>
        <pc:sldMkLst>
          <pc:docMk/>
          <pc:sldMk cId="469544438" sldId="407"/>
        </pc:sldMkLst>
      </pc:sldChg>
      <pc:sldChg chg="modSp del mod modNotesTx">
        <pc:chgData name="Mengmeng Ge" userId="bb5bc401-97cb-4caf-9857-8ff441375414" providerId="ADAL" clId="{15804E98-2735-47D5-BC38-F25866985B33}" dt="2024-04-22T07:23:55.091" v="2804" actId="47"/>
        <pc:sldMkLst>
          <pc:docMk/>
          <pc:sldMk cId="262464940" sldId="408"/>
        </pc:sldMkLst>
        <pc:spChg chg="mod">
          <ac:chgData name="Mengmeng Ge" userId="bb5bc401-97cb-4caf-9857-8ff441375414" providerId="ADAL" clId="{15804E98-2735-47D5-BC38-F25866985B33}" dt="2024-04-22T07:22:25.393" v="2784" actId="21"/>
          <ac:spMkLst>
            <pc:docMk/>
            <pc:sldMk cId="262464940" sldId="408"/>
            <ac:spMk id="58" creationId="{00000000-0000-0000-0000-000000000000}"/>
          </ac:spMkLst>
        </pc:spChg>
      </pc:sldChg>
      <pc:sldChg chg="modSp mod">
        <pc:chgData name="Mengmeng Ge" userId="bb5bc401-97cb-4caf-9857-8ff441375414" providerId="ADAL" clId="{15804E98-2735-47D5-BC38-F25866985B33}" dt="2024-04-18T09:58:09.879" v="104" actId="20577"/>
        <pc:sldMkLst>
          <pc:docMk/>
          <pc:sldMk cId="0" sldId="409"/>
        </pc:sldMkLst>
        <pc:spChg chg="mod">
          <ac:chgData name="Mengmeng Ge" userId="bb5bc401-97cb-4caf-9857-8ff441375414" providerId="ADAL" clId="{15804E98-2735-47D5-BC38-F25866985B33}" dt="2024-04-18T09:58:09.879" v="104" actId="20577"/>
          <ac:spMkLst>
            <pc:docMk/>
            <pc:sldMk cId="0" sldId="409"/>
            <ac:spMk id="5" creationId="{00000000-0000-0000-0000-000000000000}"/>
          </ac:spMkLst>
        </pc:spChg>
      </pc:sldChg>
      <pc:sldChg chg="modSp mod">
        <pc:chgData name="Mengmeng Ge" userId="bb5bc401-97cb-4caf-9857-8ff441375414" providerId="ADAL" clId="{15804E98-2735-47D5-BC38-F25866985B33}" dt="2024-04-22T03:52:36.920" v="970" actId="20577"/>
        <pc:sldMkLst>
          <pc:docMk/>
          <pc:sldMk cId="2852110861" sldId="457"/>
        </pc:sldMkLst>
        <pc:spChg chg="mod">
          <ac:chgData name="Mengmeng Ge" userId="bb5bc401-97cb-4caf-9857-8ff441375414" providerId="ADAL" clId="{15804E98-2735-47D5-BC38-F25866985B33}" dt="2024-04-22T03:52:36.920" v="970" actId="20577"/>
          <ac:spMkLst>
            <pc:docMk/>
            <pc:sldMk cId="2852110861" sldId="457"/>
            <ac:spMk id="3" creationId="{00000000-0000-0000-0000-000000000000}"/>
          </ac:spMkLst>
        </pc:spChg>
      </pc:sldChg>
      <pc:sldChg chg="modSp mod">
        <pc:chgData name="Mengmeng Ge" userId="bb5bc401-97cb-4caf-9857-8ff441375414" providerId="ADAL" clId="{15804E98-2735-47D5-BC38-F25866985B33}" dt="2024-04-22T07:29:57.867" v="2852" actId="20577"/>
        <pc:sldMkLst>
          <pc:docMk/>
          <pc:sldMk cId="606395498" sldId="632"/>
        </pc:sldMkLst>
        <pc:spChg chg="mod">
          <ac:chgData name="Mengmeng Ge" userId="bb5bc401-97cb-4caf-9857-8ff441375414" providerId="ADAL" clId="{15804E98-2735-47D5-BC38-F25866985B33}" dt="2024-04-22T07:29:57.867" v="2852" actId="20577"/>
          <ac:spMkLst>
            <pc:docMk/>
            <pc:sldMk cId="606395498" sldId="632"/>
            <ac:spMk id="3" creationId="{00000000-0000-0000-0000-000000000000}"/>
          </ac:spMkLst>
        </pc:spChg>
      </pc:sldChg>
      <pc:sldChg chg="del">
        <pc:chgData name="Mengmeng Ge" userId="bb5bc401-97cb-4caf-9857-8ff441375414" providerId="ADAL" clId="{15804E98-2735-47D5-BC38-F25866985B33}" dt="2024-04-22T06:56:59.826" v="2573" actId="47"/>
        <pc:sldMkLst>
          <pc:docMk/>
          <pc:sldMk cId="470616159" sldId="648"/>
        </pc:sldMkLst>
      </pc:sldChg>
      <pc:sldChg chg="addSp delSp modSp new mod modClrScheme chgLayout">
        <pc:chgData name="Mengmeng Ge" userId="bb5bc401-97cb-4caf-9857-8ff441375414" providerId="ADAL" clId="{15804E98-2735-47D5-BC38-F25866985B33}" dt="2024-04-21T23:33:40.755" v="243" actId="20577"/>
        <pc:sldMkLst>
          <pc:docMk/>
          <pc:sldMk cId="2301732330" sldId="649"/>
        </pc:sldMkLst>
        <pc:spChg chg="del mod ord">
          <ac:chgData name="Mengmeng Ge" userId="bb5bc401-97cb-4caf-9857-8ff441375414" providerId="ADAL" clId="{15804E98-2735-47D5-BC38-F25866985B33}" dt="2024-04-21T23:32:50.014" v="194" actId="700"/>
          <ac:spMkLst>
            <pc:docMk/>
            <pc:sldMk cId="2301732330" sldId="649"/>
            <ac:spMk id="2" creationId="{62445C0A-BC4D-0056-EFD3-B3C384450D70}"/>
          </ac:spMkLst>
        </pc:spChg>
        <pc:spChg chg="del mod ord">
          <ac:chgData name="Mengmeng Ge" userId="bb5bc401-97cb-4caf-9857-8ff441375414" providerId="ADAL" clId="{15804E98-2735-47D5-BC38-F25866985B33}" dt="2024-04-21T23:32:50.014" v="194" actId="700"/>
          <ac:spMkLst>
            <pc:docMk/>
            <pc:sldMk cId="2301732330" sldId="649"/>
            <ac:spMk id="3" creationId="{7EBF8A84-51A9-8DEF-8A1E-11E8407336E2}"/>
          </ac:spMkLst>
        </pc:spChg>
        <pc:spChg chg="mod ord">
          <ac:chgData name="Mengmeng Ge" userId="bb5bc401-97cb-4caf-9857-8ff441375414" providerId="ADAL" clId="{15804E98-2735-47D5-BC38-F25866985B33}" dt="2024-04-21T23:32:50.014" v="194" actId="700"/>
          <ac:spMkLst>
            <pc:docMk/>
            <pc:sldMk cId="2301732330" sldId="649"/>
            <ac:spMk id="4" creationId="{20664B4B-1C8E-C2D5-987D-5B74699C5E10}"/>
          </ac:spMkLst>
        </pc:spChg>
        <pc:spChg chg="add mod ord">
          <ac:chgData name="Mengmeng Ge" userId="bb5bc401-97cb-4caf-9857-8ff441375414" providerId="ADAL" clId="{15804E98-2735-47D5-BC38-F25866985B33}" dt="2024-04-21T23:33:40.755" v="243" actId="20577"/>
          <ac:spMkLst>
            <pc:docMk/>
            <pc:sldMk cId="2301732330" sldId="649"/>
            <ac:spMk id="5" creationId="{A7F87EC5-3623-228F-1683-BDF156994B96}"/>
          </ac:spMkLst>
        </pc:spChg>
        <pc:spChg chg="add mod ord">
          <ac:chgData name="Mengmeng Ge" userId="bb5bc401-97cb-4caf-9857-8ff441375414" providerId="ADAL" clId="{15804E98-2735-47D5-BC38-F25866985B33}" dt="2024-04-21T23:32:50.014" v="194" actId="700"/>
          <ac:spMkLst>
            <pc:docMk/>
            <pc:sldMk cId="2301732330" sldId="649"/>
            <ac:spMk id="6" creationId="{D4DF4EF0-89F4-2D3D-AFB9-0F5D2F482D7F}"/>
          </ac:spMkLst>
        </pc:spChg>
      </pc:sldChg>
      <pc:sldChg chg="addSp modSp new mod ord modNotesTx">
        <pc:chgData name="Mengmeng Ge" userId="bb5bc401-97cb-4caf-9857-8ff441375414" providerId="ADAL" clId="{15804E98-2735-47D5-BC38-F25866985B33}" dt="2024-04-22T03:35:39.658" v="738" actId="1036"/>
        <pc:sldMkLst>
          <pc:docMk/>
          <pc:sldMk cId="2602930637" sldId="650"/>
        </pc:sldMkLst>
        <pc:spChg chg="mod">
          <ac:chgData name="Mengmeng Ge" userId="bb5bc401-97cb-4caf-9857-8ff441375414" providerId="ADAL" clId="{15804E98-2735-47D5-BC38-F25866985B33}" dt="2024-04-22T02:49:29.293" v="545" actId="20577"/>
          <ac:spMkLst>
            <pc:docMk/>
            <pc:sldMk cId="2602930637" sldId="650"/>
            <ac:spMk id="2" creationId="{12719259-4297-5F2E-8A5A-D15F6361F0EC}"/>
          </ac:spMkLst>
        </pc:spChg>
        <pc:spChg chg="mod">
          <ac:chgData name="Mengmeng Ge" userId="bb5bc401-97cb-4caf-9857-8ff441375414" providerId="ADAL" clId="{15804E98-2735-47D5-BC38-F25866985B33}" dt="2024-04-22T02:49:11.974" v="536" actId="14100"/>
          <ac:spMkLst>
            <pc:docMk/>
            <pc:sldMk cId="2602930637" sldId="650"/>
            <ac:spMk id="3" creationId="{D78C7C1C-E3AF-4925-D592-D29BF20936C1}"/>
          </ac:spMkLst>
        </pc:spChg>
        <pc:spChg chg="mod">
          <ac:chgData name="Mengmeng Ge" userId="bb5bc401-97cb-4caf-9857-8ff441375414" providerId="ADAL" clId="{15804E98-2735-47D5-BC38-F25866985B33}" dt="2024-04-22T03:35:39.658" v="738" actId="1036"/>
          <ac:spMkLst>
            <pc:docMk/>
            <pc:sldMk cId="2602930637" sldId="650"/>
            <ac:spMk id="6" creationId="{FC655180-E93A-6C92-16CF-C7237C3D26BC}"/>
          </ac:spMkLst>
        </pc:spChg>
        <pc:spChg chg="mod">
          <ac:chgData name="Mengmeng Ge" userId="bb5bc401-97cb-4caf-9857-8ff441375414" providerId="ADAL" clId="{15804E98-2735-47D5-BC38-F25866985B33}" dt="2024-04-22T03:35:39.658" v="738" actId="1036"/>
          <ac:spMkLst>
            <pc:docMk/>
            <pc:sldMk cId="2602930637" sldId="650"/>
            <ac:spMk id="7" creationId="{A9735DF4-B941-AFD9-E10E-0B40391A1947}"/>
          </ac:spMkLst>
        </pc:spChg>
        <pc:spChg chg="mod">
          <ac:chgData name="Mengmeng Ge" userId="bb5bc401-97cb-4caf-9857-8ff441375414" providerId="ADAL" clId="{15804E98-2735-47D5-BC38-F25866985B33}" dt="2024-04-22T03:35:39.658" v="738" actId="1036"/>
          <ac:spMkLst>
            <pc:docMk/>
            <pc:sldMk cId="2602930637" sldId="650"/>
            <ac:spMk id="8" creationId="{8EC85A26-3905-4105-D4E2-A27401230575}"/>
          </ac:spMkLst>
        </pc:spChg>
        <pc:spChg chg="mod">
          <ac:chgData name="Mengmeng Ge" userId="bb5bc401-97cb-4caf-9857-8ff441375414" providerId="ADAL" clId="{15804E98-2735-47D5-BC38-F25866985B33}" dt="2024-04-22T03:35:39.658" v="738" actId="1036"/>
          <ac:spMkLst>
            <pc:docMk/>
            <pc:sldMk cId="2602930637" sldId="650"/>
            <ac:spMk id="9" creationId="{35A7B438-EBCE-EB3C-D52F-783530C352C6}"/>
          </ac:spMkLst>
        </pc:spChg>
        <pc:spChg chg="mod">
          <ac:chgData name="Mengmeng Ge" userId="bb5bc401-97cb-4caf-9857-8ff441375414" providerId="ADAL" clId="{15804E98-2735-47D5-BC38-F25866985B33}" dt="2024-04-22T03:35:39.658" v="738" actId="1036"/>
          <ac:spMkLst>
            <pc:docMk/>
            <pc:sldMk cId="2602930637" sldId="650"/>
            <ac:spMk id="10" creationId="{167C25C6-6EE7-2367-3620-C8A12CC655F5}"/>
          </ac:spMkLst>
        </pc:spChg>
        <pc:spChg chg="mod">
          <ac:chgData name="Mengmeng Ge" userId="bb5bc401-97cb-4caf-9857-8ff441375414" providerId="ADAL" clId="{15804E98-2735-47D5-BC38-F25866985B33}" dt="2024-04-22T03:35:39.658" v="738" actId="1036"/>
          <ac:spMkLst>
            <pc:docMk/>
            <pc:sldMk cId="2602930637" sldId="650"/>
            <ac:spMk id="11" creationId="{BA9F7872-A33A-8AA3-00D5-5A549D4D506F}"/>
          </ac:spMkLst>
        </pc:spChg>
        <pc:spChg chg="mod">
          <ac:chgData name="Mengmeng Ge" userId="bb5bc401-97cb-4caf-9857-8ff441375414" providerId="ADAL" clId="{15804E98-2735-47D5-BC38-F25866985B33}" dt="2024-04-22T03:35:39.658" v="738" actId="1036"/>
          <ac:spMkLst>
            <pc:docMk/>
            <pc:sldMk cId="2602930637" sldId="650"/>
            <ac:spMk id="12" creationId="{F738F948-9281-2522-7FC9-B494ACC082A8}"/>
          </ac:spMkLst>
        </pc:spChg>
        <pc:spChg chg="mod">
          <ac:chgData name="Mengmeng Ge" userId="bb5bc401-97cb-4caf-9857-8ff441375414" providerId="ADAL" clId="{15804E98-2735-47D5-BC38-F25866985B33}" dt="2024-04-22T03:35:39.658" v="738" actId="1036"/>
          <ac:spMkLst>
            <pc:docMk/>
            <pc:sldMk cId="2602930637" sldId="650"/>
            <ac:spMk id="13" creationId="{3E0977D6-8365-F211-8566-CFFB08CF43F2}"/>
          </ac:spMkLst>
        </pc:spChg>
        <pc:spChg chg="mod">
          <ac:chgData name="Mengmeng Ge" userId="bb5bc401-97cb-4caf-9857-8ff441375414" providerId="ADAL" clId="{15804E98-2735-47D5-BC38-F25866985B33}" dt="2024-04-22T03:35:39.658" v="738" actId="1036"/>
          <ac:spMkLst>
            <pc:docMk/>
            <pc:sldMk cId="2602930637" sldId="650"/>
            <ac:spMk id="14" creationId="{3DDD725C-4D20-E656-467C-7525BB7255B0}"/>
          </ac:spMkLst>
        </pc:spChg>
        <pc:spChg chg="mod">
          <ac:chgData name="Mengmeng Ge" userId="bb5bc401-97cb-4caf-9857-8ff441375414" providerId="ADAL" clId="{15804E98-2735-47D5-BC38-F25866985B33}" dt="2024-04-22T03:35:39.658" v="738" actId="1036"/>
          <ac:spMkLst>
            <pc:docMk/>
            <pc:sldMk cId="2602930637" sldId="650"/>
            <ac:spMk id="15" creationId="{872F780A-BFE0-3BE2-2A71-BDCE07722480}"/>
          </ac:spMkLst>
        </pc:spChg>
        <pc:spChg chg="mod">
          <ac:chgData name="Mengmeng Ge" userId="bb5bc401-97cb-4caf-9857-8ff441375414" providerId="ADAL" clId="{15804E98-2735-47D5-BC38-F25866985B33}" dt="2024-04-22T03:35:39.658" v="738" actId="1036"/>
          <ac:spMkLst>
            <pc:docMk/>
            <pc:sldMk cId="2602930637" sldId="650"/>
            <ac:spMk id="16" creationId="{A10FA305-742B-D78C-7D83-1289B0C38BF4}"/>
          </ac:spMkLst>
        </pc:spChg>
        <pc:spChg chg="mod">
          <ac:chgData name="Mengmeng Ge" userId="bb5bc401-97cb-4caf-9857-8ff441375414" providerId="ADAL" clId="{15804E98-2735-47D5-BC38-F25866985B33}" dt="2024-04-22T03:35:39.658" v="738" actId="1036"/>
          <ac:spMkLst>
            <pc:docMk/>
            <pc:sldMk cId="2602930637" sldId="650"/>
            <ac:spMk id="17" creationId="{04C08DAE-FDB7-35A2-4F59-D25213B8CC94}"/>
          </ac:spMkLst>
        </pc:spChg>
        <pc:spChg chg="mod">
          <ac:chgData name="Mengmeng Ge" userId="bb5bc401-97cb-4caf-9857-8ff441375414" providerId="ADAL" clId="{15804E98-2735-47D5-BC38-F25866985B33}" dt="2024-04-22T03:35:39.658" v="738" actId="1036"/>
          <ac:spMkLst>
            <pc:docMk/>
            <pc:sldMk cId="2602930637" sldId="650"/>
            <ac:spMk id="18" creationId="{E4E0E1B5-C9D0-EC6D-FEF5-407992765FF5}"/>
          </ac:spMkLst>
        </pc:spChg>
        <pc:spChg chg="mod">
          <ac:chgData name="Mengmeng Ge" userId="bb5bc401-97cb-4caf-9857-8ff441375414" providerId="ADAL" clId="{15804E98-2735-47D5-BC38-F25866985B33}" dt="2024-04-22T03:35:39.658" v="738" actId="1036"/>
          <ac:spMkLst>
            <pc:docMk/>
            <pc:sldMk cId="2602930637" sldId="650"/>
            <ac:spMk id="19" creationId="{9FEFDEB2-A883-6F69-E1B3-B229A704A695}"/>
          </ac:spMkLst>
        </pc:spChg>
        <pc:spChg chg="mod">
          <ac:chgData name="Mengmeng Ge" userId="bb5bc401-97cb-4caf-9857-8ff441375414" providerId="ADAL" clId="{15804E98-2735-47D5-BC38-F25866985B33}" dt="2024-04-22T03:35:39.658" v="738" actId="1036"/>
          <ac:spMkLst>
            <pc:docMk/>
            <pc:sldMk cId="2602930637" sldId="650"/>
            <ac:spMk id="20" creationId="{109E085D-5E08-30F0-F31D-08DE5420D46E}"/>
          </ac:spMkLst>
        </pc:spChg>
        <pc:spChg chg="mod">
          <ac:chgData name="Mengmeng Ge" userId="bb5bc401-97cb-4caf-9857-8ff441375414" providerId="ADAL" clId="{15804E98-2735-47D5-BC38-F25866985B33}" dt="2024-04-22T03:35:39.658" v="738" actId="1036"/>
          <ac:spMkLst>
            <pc:docMk/>
            <pc:sldMk cId="2602930637" sldId="650"/>
            <ac:spMk id="22" creationId="{B69C51D8-6F15-99D8-DF1E-1C4E2F43A659}"/>
          </ac:spMkLst>
        </pc:spChg>
        <pc:spChg chg="mod">
          <ac:chgData name="Mengmeng Ge" userId="bb5bc401-97cb-4caf-9857-8ff441375414" providerId="ADAL" clId="{15804E98-2735-47D5-BC38-F25866985B33}" dt="2024-04-22T03:35:39.658" v="738" actId="1036"/>
          <ac:spMkLst>
            <pc:docMk/>
            <pc:sldMk cId="2602930637" sldId="650"/>
            <ac:spMk id="23" creationId="{7A29F533-5804-836C-423F-AE1B6D531302}"/>
          </ac:spMkLst>
        </pc:spChg>
        <pc:spChg chg="mod">
          <ac:chgData name="Mengmeng Ge" userId="bb5bc401-97cb-4caf-9857-8ff441375414" providerId="ADAL" clId="{15804E98-2735-47D5-BC38-F25866985B33}" dt="2024-04-22T03:35:39.658" v="738" actId="1036"/>
          <ac:spMkLst>
            <pc:docMk/>
            <pc:sldMk cId="2602930637" sldId="650"/>
            <ac:spMk id="24" creationId="{635B5636-E5A6-F935-63D6-C2F67E440E4C}"/>
          </ac:spMkLst>
        </pc:spChg>
        <pc:spChg chg="mod">
          <ac:chgData name="Mengmeng Ge" userId="bb5bc401-97cb-4caf-9857-8ff441375414" providerId="ADAL" clId="{15804E98-2735-47D5-BC38-F25866985B33}" dt="2024-04-22T03:35:39.658" v="738" actId="1036"/>
          <ac:spMkLst>
            <pc:docMk/>
            <pc:sldMk cId="2602930637" sldId="650"/>
            <ac:spMk id="25" creationId="{FE7ED876-D507-A0EE-B05F-DE85D036D14D}"/>
          </ac:spMkLst>
        </pc:spChg>
        <pc:spChg chg="mod">
          <ac:chgData name="Mengmeng Ge" userId="bb5bc401-97cb-4caf-9857-8ff441375414" providerId="ADAL" clId="{15804E98-2735-47D5-BC38-F25866985B33}" dt="2024-04-22T03:35:39.658" v="738" actId="1036"/>
          <ac:spMkLst>
            <pc:docMk/>
            <pc:sldMk cId="2602930637" sldId="650"/>
            <ac:spMk id="26" creationId="{8B3BFB9B-9B32-B336-FAC9-910061B4654D}"/>
          </ac:spMkLst>
        </pc:spChg>
        <pc:spChg chg="mod">
          <ac:chgData name="Mengmeng Ge" userId="bb5bc401-97cb-4caf-9857-8ff441375414" providerId="ADAL" clId="{15804E98-2735-47D5-BC38-F25866985B33}" dt="2024-04-22T03:35:39.658" v="738" actId="1036"/>
          <ac:spMkLst>
            <pc:docMk/>
            <pc:sldMk cId="2602930637" sldId="650"/>
            <ac:spMk id="27" creationId="{8BD0670D-1FDF-3F84-4306-7B5CF8491B9E}"/>
          </ac:spMkLst>
        </pc:spChg>
        <pc:spChg chg="mod">
          <ac:chgData name="Mengmeng Ge" userId="bb5bc401-97cb-4caf-9857-8ff441375414" providerId="ADAL" clId="{15804E98-2735-47D5-BC38-F25866985B33}" dt="2024-04-22T03:35:39.658" v="738" actId="1036"/>
          <ac:spMkLst>
            <pc:docMk/>
            <pc:sldMk cId="2602930637" sldId="650"/>
            <ac:spMk id="28" creationId="{9EAFEAB1-EBEA-4095-9A1D-E9CD4379FC55}"/>
          </ac:spMkLst>
        </pc:spChg>
        <pc:spChg chg="mod">
          <ac:chgData name="Mengmeng Ge" userId="bb5bc401-97cb-4caf-9857-8ff441375414" providerId="ADAL" clId="{15804E98-2735-47D5-BC38-F25866985B33}" dt="2024-04-22T03:35:39.658" v="738" actId="1036"/>
          <ac:spMkLst>
            <pc:docMk/>
            <pc:sldMk cId="2602930637" sldId="650"/>
            <ac:spMk id="29" creationId="{A69B3614-30DB-BB84-46FD-32AA9D96188A}"/>
          </ac:spMkLst>
        </pc:spChg>
        <pc:spChg chg="mod">
          <ac:chgData name="Mengmeng Ge" userId="bb5bc401-97cb-4caf-9857-8ff441375414" providerId="ADAL" clId="{15804E98-2735-47D5-BC38-F25866985B33}" dt="2024-04-22T03:35:39.658" v="738" actId="1036"/>
          <ac:spMkLst>
            <pc:docMk/>
            <pc:sldMk cId="2602930637" sldId="650"/>
            <ac:spMk id="30" creationId="{AE4D8E68-1B15-96AA-DC26-E55BDF1E3C4B}"/>
          </ac:spMkLst>
        </pc:spChg>
        <pc:spChg chg="mod">
          <ac:chgData name="Mengmeng Ge" userId="bb5bc401-97cb-4caf-9857-8ff441375414" providerId="ADAL" clId="{15804E98-2735-47D5-BC38-F25866985B33}" dt="2024-04-22T03:35:39.658" v="738" actId="1036"/>
          <ac:spMkLst>
            <pc:docMk/>
            <pc:sldMk cId="2602930637" sldId="650"/>
            <ac:spMk id="31" creationId="{334E1950-5367-5F47-DB67-82F0FE6BB315}"/>
          </ac:spMkLst>
        </pc:spChg>
        <pc:spChg chg="mod">
          <ac:chgData name="Mengmeng Ge" userId="bb5bc401-97cb-4caf-9857-8ff441375414" providerId="ADAL" clId="{15804E98-2735-47D5-BC38-F25866985B33}" dt="2024-04-22T03:35:39.658" v="738" actId="1036"/>
          <ac:spMkLst>
            <pc:docMk/>
            <pc:sldMk cId="2602930637" sldId="650"/>
            <ac:spMk id="32" creationId="{BDD5EECE-6D14-0BE6-514A-6B1CD4E3C04D}"/>
          </ac:spMkLst>
        </pc:spChg>
        <pc:spChg chg="mod">
          <ac:chgData name="Mengmeng Ge" userId="bb5bc401-97cb-4caf-9857-8ff441375414" providerId="ADAL" clId="{15804E98-2735-47D5-BC38-F25866985B33}" dt="2024-04-22T03:35:39.658" v="738" actId="1036"/>
          <ac:spMkLst>
            <pc:docMk/>
            <pc:sldMk cId="2602930637" sldId="650"/>
            <ac:spMk id="33" creationId="{3E8CA575-4041-7CA5-BFC5-9E7798BF780B}"/>
          </ac:spMkLst>
        </pc:spChg>
        <pc:spChg chg="mod">
          <ac:chgData name="Mengmeng Ge" userId="bb5bc401-97cb-4caf-9857-8ff441375414" providerId="ADAL" clId="{15804E98-2735-47D5-BC38-F25866985B33}" dt="2024-04-22T03:35:39.658" v="738" actId="1036"/>
          <ac:spMkLst>
            <pc:docMk/>
            <pc:sldMk cId="2602930637" sldId="650"/>
            <ac:spMk id="35" creationId="{E753C9E5-9BC5-8FD9-70FC-F9862B34D901}"/>
          </ac:spMkLst>
        </pc:spChg>
        <pc:spChg chg="mod">
          <ac:chgData name="Mengmeng Ge" userId="bb5bc401-97cb-4caf-9857-8ff441375414" providerId="ADAL" clId="{15804E98-2735-47D5-BC38-F25866985B33}" dt="2024-04-22T03:35:39.658" v="738" actId="1036"/>
          <ac:spMkLst>
            <pc:docMk/>
            <pc:sldMk cId="2602930637" sldId="650"/>
            <ac:spMk id="36" creationId="{67FD3139-5BEA-5DD8-8651-EC4BC492AD15}"/>
          </ac:spMkLst>
        </pc:spChg>
        <pc:spChg chg="mod">
          <ac:chgData name="Mengmeng Ge" userId="bb5bc401-97cb-4caf-9857-8ff441375414" providerId="ADAL" clId="{15804E98-2735-47D5-BC38-F25866985B33}" dt="2024-04-22T03:35:39.658" v="738" actId="1036"/>
          <ac:spMkLst>
            <pc:docMk/>
            <pc:sldMk cId="2602930637" sldId="650"/>
            <ac:spMk id="37" creationId="{42CBCB25-03B8-A899-9FBA-89A1A5F0618B}"/>
          </ac:spMkLst>
        </pc:spChg>
        <pc:spChg chg="mod">
          <ac:chgData name="Mengmeng Ge" userId="bb5bc401-97cb-4caf-9857-8ff441375414" providerId="ADAL" clId="{15804E98-2735-47D5-BC38-F25866985B33}" dt="2024-04-22T03:35:39.658" v="738" actId="1036"/>
          <ac:spMkLst>
            <pc:docMk/>
            <pc:sldMk cId="2602930637" sldId="650"/>
            <ac:spMk id="38" creationId="{0B6F2E39-E420-D0F2-E0E4-370998AD569B}"/>
          </ac:spMkLst>
        </pc:spChg>
        <pc:spChg chg="mod">
          <ac:chgData name="Mengmeng Ge" userId="bb5bc401-97cb-4caf-9857-8ff441375414" providerId="ADAL" clId="{15804E98-2735-47D5-BC38-F25866985B33}" dt="2024-04-22T03:35:39.658" v="738" actId="1036"/>
          <ac:spMkLst>
            <pc:docMk/>
            <pc:sldMk cId="2602930637" sldId="650"/>
            <ac:spMk id="39" creationId="{B6D5B091-EAA3-CBD5-4A9C-ABEECE308393}"/>
          </ac:spMkLst>
        </pc:spChg>
        <pc:spChg chg="mod">
          <ac:chgData name="Mengmeng Ge" userId="bb5bc401-97cb-4caf-9857-8ff441375414" providerId="ADAL" clId="{15804E98-2735-47D5-BC38-F25866985B33}" dt="2024-04-22T03:35:39.658" v="738" actId="1036"/>
          <ac:spMkLst>
            <pc:docMk/>
            <pc:sldMk cId="2602930637" sldId="650"/>
            <ac:spMk id="40" creationId="{55679BDD-9ED7-25EF-90C9-CFC4F167764F}"/>
          </ac:spMkLst>
        </pc:spChg>
        <pc:spChg chg="mod">
          <ac:chgData name="Mengmeng Ge" userId="bb5bc401-97cb-4caf-9857-8ff441375414" providerId="ADAL" clId="{15804E98-2735-47D5-BC38-F25866985B33}" dt="2024-04-22T03:35:39.658" v="738" actId="1036"/>
          <ac:spMkLst>
            <pc:docMk/>
            <pc:sldMk cId="2602930637" sldId="650"/>
            <ac:spMk id="41" creationId="{33E054DA-29D5-D392-E504-C987883BB890}"/>
          </ac:spMkLst>
        </pc:spChg>
        <pc:spChg chg="mod">
          <ac:chgData name="Mengmeng Ge" userId="bb5bc401-97cb-4caf-9857-8ff441375414" providerId="ADAL" clId="{15804E98-2735-47D5-BC38-F25866985B33}" dt="2024-04-22T03:35:39.658" v="738" actId="1036"/>
          <ac:spMkLst>
            <pc:docMk/>
            <pc:sldMk cId="2602930637" sldId="650"/>
            <ac:spMk id="42" creationId="{F678660C-32C3-F6F6-14CE-401D36E8CBD1}"/>
          </ac:spMkLst>
        </pc:spChg>
        <pc:spChg chg="mod">
          <ac:chgData name="Mengmeng Ge" userId="bb5bc401-97cb-4caf-9857-8ff441375414" providerId="ADAL" clId="{15804E98-2735-47D5-BC38-F25866985B33}" dt="2024-04-22T03:35:39.658" v="738" actId="1036"/>
          <ac:spMkLst>
            <pc:docMk/>
            <pc:sldMk cId="2602930637" sldId="650"/>
            <ac:spMk id="43" creationId="{1D69A754-CB18-96FD-E8A5-8C8744E6581B}"/>
          </ac:spMkLst>
        </pc:spChg>
        <pc:spChg chg="mod">
          <ac:chgData name="Mengmeng Ge" userId="bb5bc401-97cb-4caf-9857-8ff441375414" providerId="ADAL" clId="{15804E98-2735-47D5-BC38-F25866985B33}" dt="2024-04-22T03:35:39.658" v="738" actId="1036"/>
          <ac:spMkLst>
            <pc:docMk/>
            <pc:sldMk cId="2602930637" sldId="650"/>
            <ac:spMk id="44" creationId="{369F1C4B-46A2-4A0C-C700-DB1B8F9EB4FB}"/>
          </ac:spMkLst>
        </pc:spChg>
        <pc:spChg chg="mod">
          <ac:chgData name="Mengmeng Ge" userId="bb5bc401-97cb-4caf-9857-8ff441375414" providerId="ADAL" clId="{15804E98-2735-47D5-BC38-F25866985B33}" dt="2024-04-22T03:35:39.658" v="738" actId="1036"/>
          <ac:spMkLst>
            <pc:docMk/>
            <pc:sldMk cId="2602930637" sldId="650"/>
            <ac:spMk id="45" creationId="{043A7384-5C37-2A5E-D7CB-27F91ECE2487}"/>
          </ac:spMkLst>
        </pc:spChg>
        <pc:spChg chg="mod">
          <ac:chgData name="Mengmeng Ge" userId="bb5bc401-97cb-4caf-9857-8ff441375414" providerId="ADAL" clId="{15804E98-2735-47D5-BC38-F25866985B33}" dt="2024-04-22T03:35:39.658" v="738" actId="1036"/>
          <ac:spMkLst>
            <pc:docMk/>
            <pc:sldMk cId="2602930637" sldId="650"/>
            <ac:spMk id="46" creationId="{0882DB40-56EA-8F56-E4D1-A59162618A91}"/>
          </ac:spMkLst>
        </pc:spChg>
        <pc:spChg chg="mod">
          <ac:chgData name="Mengmeng Ge" userId="bb5bc401-97cb-4caf-9857-8ff441375414" providerId="ADAL" clId="{15804E98-2735-47D5-BC38-F25866985B33}" dt="2024-04-22T03:35:39.658" v="738" actId="1036"/>
          <ac:spMkLst>
            <pc:docMk/>
            <pc:sldMk cId="2602930637" sldId="650"/>
            <ac:spMk id="47" creationId="{33932394-DECF-9471-391E-922D23D2129C}"/>
          </ac:spMkLst>
        </pc:spChg>
        <pc:spChg chg="mod">
          <ac:chgData name="Mengmeng Ge" userId="bb5bc401-97cb-4caf-9857-8ff441375414" providerId="ADAL" clId="{15804E98-2735-47D5-BC38-F25866985B33}" dt="2024-04-22T03:35:39.658" v="738" actId="1036"/>
          <ac:spMkLst>
            <pc:docMk/>
            <pc:sldMk cId="2602930637" sldId="650"/>
            <ac:spMk id="48" creationId="{BD9E506E-6BE3-A6FC-B82D-51A695691961}"/>
          </ac:spMkLst>
        </pc:spChg>
        <pc:spChg chg="mod">
          <ac:chgData name="Mengmeng Ge" userId="bb5bc401-97cb-4caf-9857-8ff441375414" providerId="ADAL" clId="{15804E98-2735-47D5-BC38-F25866985B33}" dt="2024-04-22T03:35:39.658" v="738" actId="1036"/>
          <ac:spMkLst>
            <pc:docMk/>
            <pc:sldMk cId="2602930637" sldId="650"/>
            <ac:spMk id="49" creationId="{78D11FAA-2100-CEF9-185A-6DD5867AE182}"/>
          </ac:spMkLst>
        </pc:spChg>
        <pc:spChg chg="mod">
          <ac:chgData name="Mengmeng Ge" userId="bb5bc401-97cb-4caf-9857-8ff441375414" providerId="ADAL" clId="{15804E98-2735-47D5-BC38-F25866985B33}" dt="2024-04-22T03:35:39.658" v="738" actId="1036"/>
          <ac:spMkLst>
            <pc:docMk/>
            <pc:sldMk cId="2602930637" sldId="650"/>
            <ac:spMk id="50" creationId="{602D3B23-BF60-983E-6BDF-CDE042A190BB}"/>
          </ac:spMkLst>
        </pc:spChg>
        <pc:spChg chg="mod">
          <ac:chgData name="Mengmeng Ge" userId="bb5bc401-97cb-4caf-9857-8ff441375414" providerId="ADAL" clId="{15804E98-2735-47D5-BC38-F25866985B33}" dt="2024-04-22T03:35:39.658" v="738" actId="1036"/>
          <ac:spMkLst>
            <pc:docMk/>
            <pc:sldMk cId="2602930637" sldId="650"/>
            <ac:spMk id="51" creationId="{8C6347FE-4FBD-D272-F15E-EDDD2A8533D3}"/>
          </ac:spMkLst>
        </pc:spChg>
        <pc:spChg chg="mod">
          <ac:chgData name="Mengmeng Ge" userId="bb5bc401-97cb-4caf-9857-8ff441375414" providerId="ADAL" clId="{15804E98-2735-47D5-BC38-F25866985B33}" dt="2024-04-22T03:35:39.658" v="738" actId="1036"/>
          <ac:spMkLst>
            <pc:docMk/>
            <pc:sldMk cId="2602930637" sldId="650"/>
            <ac:spMk id="52" creationId="{89F2254B-B6D3-07A7-5EFE-C4D88A11C3D9}"/>
          </ac:spMkLst>
        </pc:spChg>
        <pc:spChg chg="mod">
          <ac:chgData name="Mengmeng Ge" userId="bb5bc401-97cb-4caf-9857-8ff441375414" providerId="ADAL" clId="{15804E98-2735-47D5-BC38-F25866985B33}" dt="2024-04-22T03:35:39.658" v="738" actId="1036"/>
          <ac:spMkLst>
            <pc:docMk/>
            <pc:sldMk cId="2602930637" sldId="650"/>
            <ac:spMk id="53" creationId="{01B8D05F-3358-0F70-40F8-DAE475DDE85B}"/>
          </ac:spMkLst>
        </pc:spChg>
        <pc:spChg chg="mod">
          <ac:chgData name="Mengmeng Ge" userId="bb5bc401-97cb-4caf-9857-8ff441375414" providerId="ADAL" clId="{15804E98-2735-47D5-BC38-F25866985B33}" dt="2024-04-22T03:35:39.658" v="738" actId="1036"/>
          <ac:spMkLst>
            <pc:docMk/>
            <pc:sldMk cId="2602930637" sldId="650"/>
            <ac:spMk id="54" creationId="{46EB3C99-398B-7908-A259-27C69FC84FFA}"/>
          </ac:spMkLst>
        </pc:spChg>
        <pc:spChg chg="mod">
          <ac:chgData name="Mengmeng Ge" userId="bb5bc401-97cb-4caf-9857-8ff441375414" providerId="ADAL" clId="{15804E98-2735-47D5-BC38-F25866985B33}" dt="2024-04-22T03:35:39.658" v="738" actId="1036"/>
          <ac:spMkLst>
            <pc:docMk/>
            <pc:sldMk cId="2602930637" sldId="650"/>
            <ac:spMk id="55" creationId="{BAC3DF52-7D2F-44FC-454A-C6E3F4F653F1}"/>
          </ac:spMkLst>
        </pc:spChg>
        <pc:spChg chg="mod">
          <ac:chgData name="Mengmeng Ge" userId="bb5bc401-97cb-4caf-9857-8ff441375414" providerId="ADAL" clId="{15804E98-2735-47D5-BC38-F25866985B33}" dt="2024-04-22T03:35:39.658" v="738" actId="1036"/>
          <ac:spMkLst>
            <pc:docMk/>
            <pc:sldMk cId="2602930637" sldId="650"/>
            <ac:spMk id="60" creationId="{903288C0-BBFF-7142-A3BF-24C30827BC0B}"/>
          </ac:spMkLst>
        </pc:spChg>
        <pc:spChg chg="mod">
          <ac:chgData name="Mengmeng Ge" userId="bb5bc401-97cb-4caf-9857-8ff441375414" providerId="ADAL" clId="{15804E98-2735-47D5-BC38-F25866985B33}" dt="2024-04-22T03:35:39.658" v="738" actId="1036"/>
          <ac:spMkLst>
            <pc:docMk/>
            <pc:sldMk cId="2602930637" sldId="650"/>
            <ac:spMk id="61" creationId="{D14E9478-CDA4-50B7-E948-A83B579D71BA}"/>
          </ac:spMkLst>
        </pc:spChg>
        <pc:spChg chg="mod">
          <ac:chgData name="Mengmeng Ge" userId="bb5bc401-97cb-4caf-9857-8ff441375414" providerId="ADAL" clId="{15804E98-2735-47D5-BC38-F25866985B33}" dt="2024-04-22T03:35:39.658" v="738" actId="1036"/>
          <ac:spMkLst>
            <pc:docMk/>
            <pc:sldMk cId="2602930637" sldId="650"/>
            <ac:spMk id="62" creationId="{1A2F692A-579C-1022-D3AB-3B74987DE798}"/>
          </ac:spMkLst>
        </pc:spChg>
        <pc:spChg chg="mod">
          <ac:chgData name="Mengmeng Ge" userId="bb5bc401-97cb-4caf-9857-8ff441375414" providerId="ADAL" clId="{15804E98-2735-47D5-BC38-F25866985B33}" dt="2024-04-22T03:35:39.658" v="738" actId="1036"/>
          <ac:spMkLst>
            <pc:docMk/>
            <pc:sldMk cId="2602930637" sldId="650"/>
            <ac:spMk id="63" creationId="{38DC0E37-DE3E-763A-8CCC-18242FAFDD35}"/>
          </ac:spMkLst>
        </pc:spChg>
        <pc:spChg chg="mod">
          <ac:chgData name="Mengmeng Ge" userId="bb5bc401-97cb-4caf-9857-8ff441375414" providerId="ADAL" clId="{15804E98-2735-47D5-BC38-F25866985B33}" dt="2024-04-22T03:35:39.658" v="738" actId="1036"/>
          <ac:spMkLst>
            <pc:docMk/>
            <pc:sldMk cId="2602930637" sldId="650"/>
            <ac:spMk id="64" creationId="{C957BF8F-F6CC-016D-611B-08F14C816979}"/>
          </ac:spMkLst>
        </pc:spChg>
        <pc:spChg chg="mod">
          <ac:chgData name="Mengmeng Ge" userId="bb5bc401-97cb-4caf-9857-8ff441375414" providerId="ADAL" clId="{15804E98-2735-47D5-BC38-F25866985B33}" dt="2024-04-22T03:35:39.658" v="738" actId="1036"/>
          <ac:spMkLst>
            <pc:docMk/>
            <pc:sldMk cId="2602930637" sldId="650"/>
            <ac:spMk id="65" creationId="{20F3394D-9604-16C2-1CF9-7976C6CD33C2}"/>
          </ac:spMkLst>
        </pc:spChg>
        <pc:spChg chg="mod">
          <ac:chgData name="Mengmeng Ge" userId="bb5bc401-97cb-4caf-9857-8ff441375414" providerId="ADAL" clId="{15804E98-2735-47D5-BC38-F25866985B33}" dt="2024-04-22T03:35:39.658" v="738" actId="1036"/>
          <ac:spMkLst>
            <pc:docMk/>
            <pc:sldMk cId="2602930637" sldId="650"/>
            <ac:spMk id="66" creationId="{0CF0F0F6-8AD8-1020-40FE-9FA6C402BA46}"/>
          </ac:spMkLst>
        </pc:spChg>
        <pc:spChg chg="mod">
          <ac:chgData name="Mengmeng Ge" userId="bb5bc401-97cb-4caf-9857-8ff441375414" providerId="ADAL" clId="{15804E98-2735-47D5-BC38-F25866985B33}" dt="2024-04-22T03:35:39.658" v="738" actId="1036"/>
          <ac:spMkLst>
            <pc:docMk/>
            <pc:sldMk cId="2602930637" sldId="650"/>
            <ac:spMk id="67" creationId="{60DD4334-BC7F-9F80-0AAC-DB9D8522F717}"/>
          </ac:spMkLst>
        </pc:spChg>
        <pc:spChg chg="mod">
          <ac:chgData name="Mengmeng Ge" userId="bb5bc401-97cb-4caf-9857-8ff441375414" providerId="ADAL" clId="{15804E98-2735-47D5-BC38-F25866985B33}" dt="2024-04-22T03:35:39.658" v="738" actId="1036"/>
          <ac:spMkLst>
            <pc:docMk/>
            <pc:sldMk cId="2602930637" sldId="650"/>
            <ac:spMk id="68" creationId="{578EE81B-615B-6A0E-D266-36FA41F837BE}"/>
          </ac:spMkLst>
        </pc:spChg>
        <pc:spChg chg="mod">
          <ac:chgData name="Mengmeng Ge" userId="bb5bc401-97cb-4caf-9857-8ff441375414" providerId="ADAL" clId="{15804E98-2735-47D5-BC38-F25866985B33}" dt="2024-04-22T03:35:39.658" v="738" actId="1036"/>
          <ac:spMkLst>
            <pc:docMk/>
            <pc:sldMk cId="2602930637" sldId="650"/>
            <ac:spMk id="69" creationId="{D940C9F6-4AED-A167-D96A-289068FED882}"/>
          </ac:spMkLst>
        </pc:spChg>
        <pc:spChg chg="mod">
          <ac:chgData name="Mengmeng Ge" userId="bb5bc401-97cb-4caf-9857-8ff441375414" providerId="ADAL" clId="{15804E98-2735-47D5-BC38-F25866985B33}" dt="2024-04-22T03:35:39.658" v="738" actId="1036"/>
          <ac:spMkLst>
            <pc:docMk/>
            <pc:sldMk cId="2602930637" sldId="650"/>
            <ac:spMk id="70" creationId="{6DD5B013-575B-CCE6-406D-3BA06FC74227}"/>
          </ac:spMkLst>
        </pc:spChg>
        <pc:spChg chg="mod">
          <ac:chgData name="Mengmeng Ge" userId="bb5bc401-97cb-4caf-9857-8ff441375414" providerId="ADAL" clId="{15804E98-2735-47D5-BC38-F25866985B33}" dt="2024-04-22T03:35:39.658" v="738" actId="1036"/>
          <ac:spMkLst>
            <pc:docMk/>
            <pc:sldMk cId="2602930637" sldId="650"/>
            <ac:spMk id="71" creationId="{FA927918-AA17-17D7-E6F4-330E42F8DA53}"/>
          </ac:spMkLst>
        </pc:spChg>
        <pc:spChg chg="mod">
          <ac:chgData name="Mengmeng Ge" userId="bb5bc401-97cb-4caf-9857-8ff441375414" providerId="ADAL" clId="{15804E98-2735-47D5-BC38-F25866985B33}" dt="2024-04-22T03:35:39.658" v="738" actId="1036"/>
          <ac:spMkLst>
            <pc:docMk/>
            <pc:sldMk cId="2602930637" sldId="650"/>
            <ac:spMk id="72" creationId="{DA43E237-EE18-C281-189F-B9C3C2D1C453}"/>
          </ac:spMkLst>
        </pc:spChg>
        <pc:spChg chg="mod">
          <ac:chgData name="Mengmeng Ge" userId="bb5bc401-97cb-4caf-9857-8ff441375414" providerId="ADAL" clId="{15804E98-2735-47D5-BC38-F25866985B33}" dt="2024-04-22T03:35:39.658" v="738" actId="1036"/>
          <ac:spMkLst>
            <pc:docMk/>
            <pc:sldMk cId="2602930637" sldId="650"/>
            <ac:spMk id="73" creationId="{667B692E-62AD-36F7-43A6-8779E06B78DC}"/>
          </ac:spMkLst>
        </pc:spChg>
        <pc:spChg chg="mod">
          <ac:chgData name="Mengmeng Ge" userId="bb5bc401-97cb-4caf-9857-8ff441375414" providerId="ADAL" clId="{15804E98-2735-47D5-BC38-F25866985B33}" dt="2024-04-22T03:35:39.658" v="738" actId="1036"/>
          <ac:spMkLst>
            <pc:docMk/>
            <pc:sldMk cId="2602930637" sldId="650"/>
            <ac:spMk id="74" creationId="{60067576-3A43-7B55-D683-2A1AC3978495}"/>
          </ac:spMkLst>
        </pc:spChg>
        <pc:spChg chg="mod">
          <ac:chgData name="Mengmeng Ge" userId="bb5bc401-97cb-4caf-9857-8ff441375414" providerId="ADAL" clId="{15804E98-2735-47D5-BC38-F25866985B33}" dt="2024-04-22T03:35:39.658" v="738" actId="1036"/>
          <ac:spMkLst>
            <pc:docMk/>
            <pc:sldMk cId="2602930637" sldId="650"/>
            <ac:spMk id="75" creationId="{13BB6D5F-2F16-E2CB-B69E-8C197594C225}"/>
          </ac:spMkLst>
        </pc:spChg>
        <pc:spChg chg="mod">
          <ac:chgData name="Mengmeng Ge" userId="bb5bc401-97cb-4caf-9857-8ff441375414" providerId="ADAL" clId="{15804E98-2735-47D5-BC38-F25866985B33}" dt="2024-04-22T03:35:39.658" v="738" actId="1036"/>
          <ac:spMkLst>
            <pc:docMk/>
            <pc:sldMk cId="2602930637" sldId="650"/>
            <ac:spMk id="76" creationId="{9C9A4D91-37F2-2CDF-B4D9-2007E128079B}"/>
          </ac:spMkLst>
        </pc:spChg>
        <pc:spChg chg="mod">
          <ac:chgData name="Mengmeng Ge" userId="bb5bc401-97cb-4caf-9857-8ff441375414" providerId="ADAL" clId="{15804E98-2735-47D5-BC38-F25866985B33}" dt="2024-04-22T03:35:39.658" v="738" actId="1036"/>
          <ac:spMkLst>
            <pc:docMk/>
            <pc:sldMk cId="2602930637" sldId="650"/>
            <ac:spMk id="77" creationId="{3F18DD91-C87F-C053-7ED2-B7ECA8AC72C9}"/>
          </ac:spMkLst>
        </pc:spChg>
        <pc:spChg chg="mod">
          <ac:chgData name="Mengmeng Ge" userId="bb5bc401-97cb-4caf-9857-8ff441375414" providerId="ADAL" clId="{15804E98-2735-47D5-BC38-F25866985B33}" dt="2024-04-22T03:35:39.658" v="738" actId="1036"/>
          <ac:spMkLst>
            <pc:docMk/>
            <pc:sldMk cId="2602930637" sldId="650"/>
            <ac:spMk id="78" creationId="{4176539E-95FF-FD6C-07D2-6F197538E5AA}"/>
          </ac:spMkLst>
        </pc:spChg>
        <pc:spChg chg="mod">
          <ac:chgData name="Mengmeng Ge" userId="bb5bc401-97cb-4caf-9857-8ff441375414" providerId="ADAL" clId="{15804E98-2735-47D5-BC38-F25866985B33}" dt="2024-04-22T03:35:39.658" v="738" actId="1036"/>
          <ac:spMkLst>
            <pc:docMk/>
            <pc:sldMk cId="2602930637" sldId="650"/>
            <ac:spMk id="80" creationId="{B72FFED4-2A1C-65F6-ECFD-C66E1D639068}"/>
          </ac:spMkLst>
        </pc:spChg>
        <pc:spChg chg="mod">
          <ac:chgData name="Mengmeng Ge" userId="bb5bc401-97cb-4caf-9857-8ff441375414" providerId="ADAL" clId="{15804E98-2735-47D5-BC38-F25866985B33}" dt="2024-04-22T03:35:39.658" v="738" actId="1036"/>
          <ac:spMkLst>
            <pc:docMk/>
            <pc:sldMk cId="2602930637" sldId="650"/>
            <ac:spMk id="81" creationId="{16456EA6-DFB1-F43D-4EF9-C138481F0F33}"/>
          </ac:spMkLst>
        </pc:spChg>
        <pc:spChg chg="mod">
          <ac:chgData name="Mengmeng Ge" userId="bb5bc401-97cb-4caf-9857-8ff441375414" providerId="ADAL" clId="{15804E98-2735-47D5-BC38-F25866985B33}" dt="2024-04-22T03:35:39.658" v="738" actId="1036"/>
          <ac:spMkLst>
            <pc:docMk/>
            <pc:sldMk cId="2602930637" sldId="650"/>
            <ac:spMk id="82" creationId="{E7843739-16E9-2ABC-1C39-7C09A0CA2C83}"/>
          </ac:spMkLst>
        </pc:spChg>
        <pc:spChg chg="mod">
          <ac:chgData name="Mengmeng Ge" userId="bb5bc401-97cb-4caf-9857-8ff441375414" providerId="ADAL" clId="{15804E98-2735-47D5-BC38-F25866985B33}" dt="2024-04-22T03:35:39.658" v="738" actId="1036"/>
          <ac:spMkLst>
            <pc:docMk/>
            <pc:sldMk cId="2602930637" sldId="650"/>
            <ac:spMk id="83" creationId="{D1BC1C6E-5B2F-956C-F4BE-3BC2629170FE}"/>
          </ac:spMkLst>
        </pc:spChg>
        <pc:spChg chg="mod">
          <ac:chgData name="Mengmeng Ge" userId="bb5bc401-97cb-4caf-9857-8ff441375414" providerId="ADAL" clId="{15804E98-2735-47D5-BC38-F25866985B33}" dt="2024-04-22T03:35:39.658" v="738" actId="1036"/>
          <ac:spMkLst>
            <pc:docMk/>
            <pc:sldMk cId="2602930637" sldId="650"/>
            <ac:spMk id="84" creationId="{C67C5018-9D78-2949-D6FE-A0C72628259C}"/>
          </ac:spMkLst>
        </pc:spChg>
        <pc:spChg chg="mod">
          <ac:chgData name="Mengmeng Ge" userId="bb5bc401-97cb-4caf-9857-8ff441375414" providerId="ADAL" clId="{15804E98-2735-47D5-BC38-F25866985B33}" dt="2024-04-22T03:35:39.658" v="738" actId="1036"/>
          <ac:spMkLst>
            <pc:docMk/>
            <pc:sldMk cId="2602930637" sldId="650"/>
            <ac:spMk id="85" creationId="{27C04BB0-AE05-E17C-28B1-CEE8FB6906FD}"/>
          </ac:spMkLst>
        </pc:spChg>
        <pc:spChg chg="mod">
          <ac:chgData name="Mengmeng Ge" userId="bb5bc401-97cb-4caf-9857-8ff441375414" providerId="ADAL" clId="{15804E98-2735-47D5-BC38-F25866985B33}" dt="2024-04-22T03:35:39.658" v="738" actId="1036"/>
          <ac:spMkLst>
            <pc:docMk/>
            <pc:sldMk cId="2602930637" sldId="650"/>
            <ac:spMk id="86" creationId="{286D94BB-5AF5-0BF2-EEEA-EF189AFCFAB3}"/>
          </ac:spMkLst>
        </pc:spChg>
        <pc:spChg chg="mod">
          <ac:chgData name="Mengmeng Ge" userId="bb5bc401-97cb-4caf-9857-8ff441375414" providerId="ADAL" clId="{15804E98-2735-47D5-BC38-F25866985B33}" dt="2024-04-22T03:35:39.658" v="738" actId="1036"/>
          <ac:spMkLst>
            <pc:docMk/>
            <pc:sldMk cId="2602930637" sldId="650"/>
            <ac:spMk id="88" creationId="{E38BDD70-138E-BE6B-C384-05808680CC0A}"/>
          </ac:spMkLst>
        </pc:spChg>
        <pc:spChg chg="mod">
          <ac:chgData name="Mengmeng Ge" userId="bb5bc401-97cb-4caf-9857-8ff441375414" providerId="ADAL" clId="{15804E98-2735-47D5-BC38-F25866985B33}" dt="2024-04-22T03:35:39.658" v="738" actId="1036"/>
          <ac:spMkLst>
            <pc:docMk/>
            <pc:sldMk cId="2602930637" sldId="650"/>
            <ac:spMk id="89" creationId="{0690465A-B909-D626-30D5-EDC78201F045}"/>
          </ac:spMkLst>
        </pc:spChg>
        <pc:spChg chg="mod">
          <ac:chgData name="Mengmeng Ge" userId="bb5bc401-97cb-4caf-9857-8ff441375414" providerId="ADAL" clId="{15804E98-2735-47D5-BC38-F25866985B33}" dt="2024-04-22T03:35:39.658" v="738" actId="1036"/>
          <ac:spMkLst>
            <pc:docMk/>
            <pc:sldMk cId="2602930637" sldId="650"/>
            <ac:spMk id="90" creationId="{B30951E9-1DDB-76CF-8F2E-2739EB3A51B8}"/>
          </ac:spMkLst>
        </pc:spChg>
        <pc:spChg chg="mod">
          <ac:chgData name="Mengmeng Ge" userId="bb5bc401-97cb-4caf-9857-8ff441375414" providerId="ADAL" clId="{15804E98-2735-47D5-BC38-F25866985B33}" dt="2024-04-22T03:35:39.658" v="738" actId="1036"/>
          <ac:spMkLst>
            <pc:docMk/>
            <pc:sldMk cId="2602930637" sldId="650"/>
            <ac:spMk id="91" creationId="{B7423EF8-EA9D-443D-B54D-0CE5A1242418}"/>
          </ac:spMkLst>
        </pc:spChg>
        <pc:spChg chg="mod">
          <ac:chgData name="Mengmeng Ge" userId="bb5bc401-97cb-4caf-9857-8ff441375414" providerId="ADAL" clId="{15804E98-2735-47D5-BC38-F25866985B33}" dt="2024-04-22T03:35:39.658" v="738" actId="1036"/>
          <ac:spMkLst>
            <pc:docMk/>
            <pc:sldMk cId="2602930637" sldId="650"/>
            <ac:spMk id="92" creationId="{DE56F960-A12C-4B62-6475-0E45448534FA}"/>
          </ac:spMkLst>
        </pc:spChg>
        <pc:spChg chg="mod">
          <ac:chgData name="Mengmeng Ge" userId="bb5bc401-97cb-4caf-9857-8ff441375414" providerId="ADAL" clId="{15804E98-2735-47D5-BC38-F25866985B33}" dt="2024-04-22T03:35:39.658" v="738" actId="1036"/>
          <ac:spMkLst>
            <pc:docMk/>
            <pc:sldMk cId="2602930637" sldId="650"/>
            <ac:spMk id="93" creationId="{31C8FBE3-63C2-30A5-DEE8-760DA86A6A7C}"/>
          </ac:spMkLst>
        </pc:spChg>
        <pc:spChg chg="mod">
          <ac:chgData name="Mengmeng Ge" userId="bb5bc401-97cb-4caf-9857-8ff441375414" providerId="ADAL" clId="{15804E98-2735-47D5-BC38-F25866985B33}" dt="2024-04-22T03:35:39.658" v="738" actId="1036"/>
          <ac:spMkLst>
            <pc:docMk/>
            <pc:sldMk cId="2602930637" sldId="650"/>
            <ac:spMk id="94" creationId="{20E22A19-B1FF-424B-AD30-80750FDFCBC3}"/>
          </ac:spMkLst>
        </pc:spChg>
        <pc:spChg chg="mod">
          <ac:chgData name="Mengmeng Ge" userId="bb5bc401-97cb-4caf-9857-8ff441375414" providerId="ADAL" clId="{15804E98-2735-47D5-BC38-F25866985B33}" dt="2024-04-22T03:35:39.658" v="738" actId="1036"/>
          <ac:spMkLst>
            <pc:docMk/>
            <pc:sldMk cId="2602930637" sldId="650"/>
            <ac:spMk id="95" creationId="{37575998-D666-B000-24CD-783AC47ACCCD}"/>
          </ac:spMkLst>
        </pc:spChg>
        <pc:spChg chg="mod">
          <ac:chgData name="Mengmeng Ge" userId="bb5bc401-97cb-4caf-9857-8ff441375414" providerId="ADAL" clId="{15804E98-2735-47D5-BC38-F25866985B33}" dt="2024-04-22T03:35:39.658" v="738" actId="1036"/>
          <ac:spMkLst>
            <pc:docMk/>
            <pc:sldMk cId="2602930637" sldId="650"/>
            <ac:spMk id="96" creationId="{7104906C-6371-20B2-40C3-12C2683C031F}"/>
          </ac:spMkLst>
        </pc:spChg>
        <pc:spChg chg="mod">
          <ac:chgData name="Mengmeng Ge" userId="bb5bc401-97cb-4caf-9857-8ff441375414" providerId="ADAL" clId="{15804E98-2735-47D5-BC38-F25866985B33}" dt="2024-04-22T03:35:39.658" v="738" actId="1036"/>
          <ac:spMkLst>
            <pc:docMk/>
            <pc:sldMk cId="2602930637" sldId="650"/>
            <ac:spMk id="97" creationId="{4F5F97F1-C4E2-D172-4C53-0E81CFEB53F5}"/>
          </ac:spMkLst>
        </pc:spChg>
        <pc:spChg chg="mod">
          <ac:chgData name="Mengmeng Ge" userId="bb5bc401-97cb-4caf-9857-8ff441375414" providerId="ADAL" clId="{15804E98-2735-47D5-BC38-F25866985B33}" dt="2024-04-22T03:35:39.658" v="738" actId="1036"/>
          <ac:spMkLst>
            <pc:docMk/>
            <pc:sldMk cId="2602930637" sldId="650"/>
            <ac:spMk id="98" creationId="{86A8ADD7-8EAD-BF41-13C8-3A1D2DC8077C}"/>
          </ac:spMkLst>
        </pc:spChg>
        <pc:spChg chg="mod">
          <ac:chgData name="Mengmeng Ge" userId="bb5bc401-97cb-4caf-9857-8ff441375414" providerId="ADAL" clId="{15804E98-2735-47D5-BC38-F25866985B33}" dt="2024-04-22T03:35:39.658" v="738" actId="1036"/>
          <ac:spMkLst>
            <pc:docMk/>
            <pc:sldMk cId="2602930637" sldId="650"/>
            <ac:spMk id="99" creationId="{5FC2F46A-25E4-B524-1D73-1EB297CFFBA0}"/>
          </ac:spMkLst>
        </pc:spChg>
        <pc:spChg chg="mod">
          <ac:chgData name="Mengmeng Ge" userId="bb5bc401-97cb-4caf-9857-8ff441375414" providerId="ADAL" clId="{15804E98-2735-47D5-BC38-F25866985B33}" dt="2024-04-22T03:35:39.658" v="738" actId="1036"/>
          <ac:spMkLst>
            <pc:docMk/>
            <pc:sldMk cId="2602930637" sldId="650"/>
            <ac:spMk id="100" creationId="{54AE34A8-15D6-59F5-E599-717CAEE7827B}"/>
          </ac:spMkLst>
        </pc:spChg>
        <pc:spChg chg="mod">
          <ac:chgData name="Mengmeng Ge" userId="bb5bc401-97cb-4caf-9857-8ff441375414" providerId="ADAL" clId="{15804E98-2735-47D5-BC38-F25866985B33}" dt="2024-04-22T03:35:39.658" v="738" actId="1036"/>
          <ac:spMkLst>
            <pc:docMk/>
            <pc:sldMk cId="2602930637" sldId="650"/>
            <ac:spMk id="101" creationId="{9235BE12-5B29-AAD1-3D3F-E1D8C39A9611}"/>
          </ac:spMkLst>
        </pc:spChg>
        <pc:spChg chg="mod">
          <ac:chgData name="Mengmeng Ge" userId="bb5bc401-97cb-4caf-9857-8ff441375414" providerId="ADAL" clId="{15804E98-2735-47D5-BC38-F25866985B33}" dt="2024-04-22T03:35:39.658" v="738" actId="1036"/>
          <ac:spMkLst>
            <pc:docMk/>
            <pc:sldMk cId="2602930637" sldId="650"/>
            <ac:spMk id="102" creationId="{31FD9868-43E9-42C9-88A9-6F5201BBFA10}"/>
          </ac:spMkLst>
        </pc:spChg>
        <pc:spChg chg="mod">
          <ac:chgData name="Mengmeng Ge" userId="bb5bc401-97cb-4caf-9857-8ff441375414" providerId="ADAL" clId="{15804E98-2735-47D5-BC38-F25866985B33}" dt="2024-04-22T03:35:39.658" v="738" actId="1036"/>
          <ac:spMkLst>
            <pc:docMk/>
            <pc:sldMk cId="2602930637" sldId="650"/>
            <ac:spMk id="103" creationId="{4E8B726E-9F33-D38F-5424-303C3B637A5B}"/>
          </ac:spMkLst>
        </pc:spChg>
        <pc:spChg chg="mod">
          <ac:chgData name="Mengmeng Ge" userId="bb5bc401-97cb-4caf-9857-8ff441375414" providerId="ADAL" clId="{15804E98-2735-47D5-BC38-F25866985B33}" dt="2024-04-22T03:35:39.658" v="738" actId="1036"/>
          <ac:spMkLst>
            <pc:docMk/>
            <pc:sldMk cId="2602930637" sldId="650"/>
            <ac:spMk id="104" creationId="{59FE3665-4E2E-EDA1-D7BA-7C77B30CDA29}"/>
          </ac:spMkLst>
        </pc:spChg>
        <pc:spChg chg="mod">
          <ac:chgData name="Mengmeng Ge" userId="bb5bc401-97cb-4caf-9857-8ff441375414" providerId="ADAL" clId="{15804E98-2735-47D5-BC38-F25866985B33}" dt="2024-04-22T03:35:39.658" v="738" actId="1036"/>
          <ac:spMkLst>
            <pc:docMk/>
            <pc:sldMk cId="2602930637" sldId="650"/>
            <ac:spMk id="105" creationId="{36301854-C06B-BC6A-8C2F-6300B3022BC6}"/>
          </ac:spMkLst>
        </pc:spChg>
        <pc:spChg chg="mod">
          <ac:chgData name="Mengmeng Ge" userId="bb5bc401-97cb-4caf-9857-8ff441375414" providerId="ADAL" clId="{15804E98-2735-47D5-BC38-F25866985B33}" dt="2024-04-22T03:35:39.658" v="738" actId="1036"/>
          <ac:spMkLst>
            <pc:docMk/>
            <pc:sldMk cId="2602930637" sldId="650"/>
            <ac:spMk id="106" creationId="{0218C7EA-DE2F-C231-4DEA-8BBFFE58D173}"/>
          </ac:spMkLst>
        </pc:spChg>
        <pc:spChg chg="mod">
          <ac:chgData name="Mengmeng Ge" userId="bb5bc401-97cb-4caf-9857-8ff441375414" providerId="ADAL" clId="{15804E98-2735-47D5-BC38-F25866985B33}" dt="2024-04-22T03:35:39.658" v="738" actId="1036"/>
          <ac:spMkLst>
            <pc:docMk/>
            <pc:sldMk cId="2602930637" sldId="650"/>
            <ac:spMk id="107" creationId="{E1557D1F-691B-EEE2-891A-0C55D76E3C6C}"/>
          </ac:spMkLst>
        </pc:spChg>
        <pc:spChg chg="add mod">
          <ac:chgData name="Mengmeng Ge" userId="bb5bc401-97cb-4caf-9857-8ff441375414" providerId="ADAL" clId="{15804E98-2735-47D5-BC38-F25866985B33}" dt="2024-04-22T02:49:20.692" v="537"/>
          <ac:spMkLst>
            <pc:docMk/>
            <pc:sldMk cId="2602930637" sldId="650"/>
            <ac:spMk id="108" creationId="{B6ED65B6-9452-F25F-D60E-18C60160DC7A}"/>
          </ac:spMkLst>
        </pc:spChg>
        <pc:spChg chg="add mod">
          <ac:chgData name="Mengmeng Ge" userId="bb5bc401-97cb-4caf-9857-8ff441375414" providerId="ADAL" clId="{15804E98-2735-47D5-BC38-F25866985B33}" dt="2024-04-22T02:49:20.692" v="537"/>
          <ac:spMkLst>
            <pc:docMk/>
            <pc:sldMk cId="2602930637" sldId="650"/>
            <ac:spMk id="109" creationId="{ADCDADA7-F1CF-9CF2-9DCE-31B275EABB79}"/>
          </ac:spMkLst>
        </pc:spChg>
        <pc:spChg chg="add mod">
          <ac:chgData name="Mengmeng Ge" userId="bb5bc401-97cb-4caf-9857-8ff441375414" providerId="ADAL" clId="{15804E98-2735-47D5-BC38-F25866985B33}" dt="2024-04-22T02:50:39.031" v="571" actId="14100"/>
          <ac:spMkLst>
            <pc:docMk/>
            <pc:sldMk cId="2602930637" sldId="650"/>
            <ac:spMk id="110" creationId="{7DB3331C-8773-C711-292B-5C959A90BFCC}"/>
          </ac:spMkLst>
        </pc:spChg>
        <pc:grpChg chg="add mod">
          <ac:chgData name="Mengmeng Ge" userId="bb5bc401-97cb-4caf-9857-8ff441375414" providerId="ADAL" clId="{15804E98-2735-47D5-BC38-F25866985B33}" dt="2024-04-22T03:35:39.658" v="738" actId="1036"/>
          <ac:grpSpMkLst>
            <pc:docMk/>
            <pc:sldMk cId="2602930637" sldId="650"/>
            <ac:grpSpMk id="5" creationId="{477496CC-8542-4C7B-A7D8-8BD414BB50E1}"/>
          </ac:grpSpMkLst>
        </pc:grpChg>
        <pc:grpChg chg="mod">
          <ac:chgData name="Mengmeng Ge" userId="bb5bc401-97cb-4caf-9857-8ff441375414" providerId="ADAL" clId="{15804E98-2735-47D5-BC38-F25866985B33}" dt="2024-04-22T03:35:39.658" v="738" actId="1036"/>
          <ac:grpSpMkLst>
            <pc:docMk/>
            <pc:sldMk cId="2602930637" sldId="650"/>
            <ac:grpSpMk id="21" creationId="{4DD43105-C4D2-083D-E1E3-A127014475B2}"/>
          </ac:grpSpMkLst>
        </pc:grpChg>
        <pc:grpChg chg="mod">
          <ac:chgData name="Mengmeng Ge" userId="bb5bc401-97cb-4caf-9857-8ff441375414" providerId="ADAL" clId="{15804E98-2735-47D5-BC38-F25866985B33}" dt="2024-04-22T03:35:39.658" v="738" actId="1036"/>
          <ac:grpSpMkLst>
            <pc:docMk/>
            <pc:sldMk cId="2602930637" sldId="650"/>
            <ac:grpSpMk id="34" creationId="{A5497B90-9E94-3A53-3CA2-56CFE7684036}"/>
          </ac:grpSpMkLst>
        </pc:grpChg>
        <pc:grpChg chg="mod">
          <ac:chgData name="Mengmeng Ge" userId="bb5bc401-97cb-4caf-9857-8ff441375414" providerId="ADAL" clId="{15804E98-2735-47D5-BC38-F25866985B33}" dt="2024-04-22T03:35:39.658" v="738" actId="1036"/>
          <ac:grpSpMkLst>
            <pc:docMk/>
            <pc:sldMk cId="2602930637" sldId="650"/>
            <ac:grpSpMk id="56" creationId="{B65E2153-4A13-F5A6-8EC8-6065B3E5274A}"/>
          </ac:grpSpMkLst>
        </pc:grpChg>
        <pc:grpChg chg="mod">
          <ac:chgData name="Mengmeng Ge" userId="bb5bc401-97cb-4caf-9857-8ff441375414" providerId="ADAL" clId="{15804E98-2735-47D5-BC38-F25866985B33}" dt="2024-04-22T03:35:39.658" v="738" actId="1036"/>
          <ac:grpSpMkLst>
            <pc:docMk/>
            <pc:sldMk cId="2602930637" sldId="650"/>
            <ac:grpSpMk id="57" creationId="{23C806D8-C3BB-27DF-E9B6-17B785C31A30}"/>
          </ac:grpSpMkLst>
        </pc:grpChg>
        <pc:grpChg chg="mod">
          <ac:chgData name="Mengmeng Ge" userId="bb5bc401-97cb-4caf-9857-8ff441375414" providerId="ADAL" clId="{15804E98-2735-47D5-BC38-F25866985B33}" dt="2024-04-22T03:35:39.658" v="738" actId="1036"/>
          <ac:grpSpMkLst>
            <pc:docMk/>
            <pc:sldMk cId="2602930637" sldId="650"/>
            <ac:grpSpMk id="58" creationId="{1F4C21EF-3FF0-8AC0-835D-1477FE1688C5}"/>
          </ac:grpSpMkLst>
        </pc:grpChg>
        <pc:grpChg chg="mod">
          <ac:chgData name="Mengmeng Ge" userId="bb5bc401-97cb-4caf-9857-8ff441375414" providerId="ADAL" clId="{15804E98-2735-47D5-BC38-F25866985B33}" dt="2024-04-22T03:35:39.658" v="738" actId="1036"/>
          <ac:grpSpMkLst>
            <pc:docMk/>
            <pc:sldMk cId="2602930637" sldId="650"/>
            <ac:grpSpMk id="59" creationId="{7F35B3D9-69A2-8504-2B71-AE846D922B6A}"/>
          </ac:grpSpMkLst>
        </pc:grpChg>
        <pc:grpChg chg="mod">
          <ac:chgData name="Mengmeng Ge" userId="bb5bc401-97cb-4caf-9857-8ff441375414" providerId="ADAL" clId="{15804E98-2735-47D5-BC38-F25866985B33}" dt="2024-04-22T03:35:39.658" v="738" actId="1036"/>
          <ac:grpSpMkLst>
            <pc:docMk/>
            <pc:sldMk cId="2602930637" sldId="650"/>
            <ac:grpSpMk id="79" creationId="{D1869A51-718A-6401-E740-C0A382837213}"/>
          </ac:grpSpMkLst>
        </pc:grpChg>
        <pc:grpChg chg="mod">
          <ac:chgData name="Mengmeng Ge" userId="bb5bc401-97cb-4caf-9857-8ff441375414" providerId="ADAL" clId="{15804E98-2735-47D5-BC38-F25866985B33}" dt="2024-04-22T03:35:39.658" v="738" actId="1036"/>
          <ac:grpSpMkLst>
            <pc:docMk/>
            <pc:sldMk cId="2602930637" sldId="650"/>
            <ac:grpSpMk id="87" creationId="{D1C45EBE-0406-580C-0A6A-F4311C5AF6A7}"/>
          </ac:grpSpMkLst>
        </pc:grpChg>
      </pc:sldChg>
      <pc:sldChg chg="addSp delSp modSp add mod modNotesTx">
        <pc:chgData name="Mengmeng Ge" userId="bb5bc401-97cb-4caf-9857-8ff441375414" providerId="ADAL" clId="{15804E98-2735-47D5-BC38-F25866985B33}" dt="2024-04-22T03:35:29.442" v="736" actId="1036"/>
        <pc:sldMkLst>
          <pc:docMk/>
          <pc:sldMk cId="31554601" sldId="651"/>
        </pc:sldMkLst>
        <pc:spChg chg="mod">
          <ac:chgData name="Mengmeng Ge" userId="bb5bc401-97cb-4caf-9857-8ff441375414" providerId="ADAL" clId="{15804E98-2735-47D5-BC38-F25866985B33}" dt="2024-04-22T02:41:52.741" v="425" actId="255"/>
          <ac:spMkLst>
            <pc:docMk/>
            <pc:sldMk cId="31554601" sldId="651"/>
            <ac:spMk id="3" creationId="{D78C7C1C-E3AF-4925-D592-D29BF20936C1}"/>
          </ac:spMkLst>
        </pc:spChg>
        <pc:spChg chg="mod">
          <ac:chgData name="Mengmeng Ge" userId="bb5bc401-97cb-4caf-9857-8ff441375414" providerId="ADAL" clId="{15804E98-2735-47D5-BC38-F25866985B33}" dt="2024-04-22T03:35:29.442" v="736" actId="1036"/>
          <ac:spMkLst>
            <pc:docMk/>
            <pc:sldMk cId="31554601" sldId="651"/>
            <ac:spMk id="6" creationId="{5681DC2E-E309-E278-3759-4E75E40808BA}"/>
          </ac:spMkLst>
        </pc:spChg>
        <pc:spChg chg="mod">
          <ac:chgData name="Mengmeng Ge" userId="bb5bc401-97cb-4caf-9857-8ff441375414" providerId="ADAL" clId="{15804E98-2735-47D5-BC38-F25866985B33}" dt="2024-04-22T03:35:29.442" v="736" actId="1036"/>
          <ac:spMkLst>
            <pc:docMk/>
            <pc:sldMk cId="31554601" sldId="651"/>
            <ac:spMk id="7" creationId="{1B2957E2-A64C-4BC3-AFEA-2F2C4397897F}"/>
          </ac:spMkLst>
        </pc:spChg>
        <pc:spChg chg="mod">
          <ac:chgData name="Mengmeng Ge" userId="bb5bc401-97cb-4caf-9857-8ff441375414" providerId="ADAL" clId="{15804E98-2735-47D5-BC38-F25866985B33}" dt="2024-04-22T03:35:29.442" v="736" actId="1036"/>
          <ac:spMkLst>
            <pc:docMk/>
            <pc:sldMk cId="31554601" sldId="651"/>
            <ac:spMk id="8" creationId="{BC35342E-18B2-9D3A-A14B-2F40EE449B81}"/>
          </ac:spMkLst>
        </pc:spChg>
        <pc:spChg chg="mod">
          <ac:chgData name="Mengmeng Ge" userId="bb5bc401-97cb-4caf-9857-8ff441375414" providerId="ADAL" clId="{15804E98-2735-47D5-BC38-F25866985B33}" dt="2024-04-22T03:35:29.442" v="736" actId="1036"/>
          <ac:spMkLst>
            <pc:docMk/>
            <pc:sldMk cId="31554601" sldId="651"/>
            <ac:spMk id="9" creationId="{49F3C89F-5873-E6F3-3844-CE7D2DECC281}"/>
          </ac:spMkLst>
        </pc:spChg>
        <pc:spChg chg="mod">
          <ac:chgData name="Mengmeng Ge" userId="bb5bc401-97cb-4caf-9857-8ff441375414" providerId="ADAL" clId="{15804E98-2735-47D5-BC38-F25866985B33}" dt="2024-04-22T03:35:29.442" v="736" actId="1036"/>
          <ac:spMkLst>
            <pc:docMk/>
            <pc:sldMk cId="31554601" sldId="651"/>
            <ac:spMk id="10" creationId="{22EDA255-DE2D-8144-B3D8-A70888359A6E}"/>
          </ac:spMkLst>
        </pc:spChg>
        <pc:spChg chg="mod">
          <ac:chgData name="Mengmeng Ge" userId="bb5bc401-97cb-4caf-9857-8ff441375414" providerId="ADAL" clId="{15804E98-2735-47D5-BC38-F25866985B33}" dt="2024-04-22T03:35:29.442" v="736" actId="1036"/>
          <ac:spMkLst>
            <pc:docMk/>
            <pc:sldMk cId="31554601" sldId="651"/>
            <ac:spMk id="11" creationId="{3391F7FE-B5A0-1432-8B16-A13E382180BD}"/>
          </ac:spMkLst>
        </pc:spChg>
        <pc:spChg chg="mod">
          <ac:chgData name="Mengmeng Ge" userId="bb5bc401-97cb-4caf-9857-8ff441375414" providerId="ADAL" clId="{15804E98-2735-47D5-BC38-F25866985B33}" dt="2024-04-22T03:35:29.442" v="736" actId="1036"/>
          <ac:spMkLst>
            <pc:docMk/>
            <pc:sldMk cId="31554601" sldId="651"/>
            <ac:spMk id="12" creationId="{7CFDC21A-3309-8755-4DB3-E077ADB9002C}"/>
          </ac:spMkLst>
        </pc:spChg>
        <pc:spChg chg="mod">
          <ac:chgData name="Mengmeng Ge" userId="bb5bc401-97cb-4caf-9857-8ff441375414" providerId="ADAL" clId="{15804E98-2735-47D5-BC38-F25866985B33}" dt="2024-04-22T03:35:29.442" v="736" actId="1036"/>
          <ac:spMkLst>
            <pc:docMk/>
            <pc:sldMk cId="31554601" sldId="651"/>
            <ac:spMk id="13" creationId="{2F79AF98-0325-8601-7BDF-0B50562756BA}"/>
          </ac:spMkLst>
        </pc:spChg>
        <pc:spChg chg="mod">
          <ac:chgData name="Mengmeng Ge" userId="bb5bc401-97cb-4caf-9857-8ff441375414" providerId="ADAL" clId="{15804E98-2735-47D5-BC38-F25866985B33}" dt="2024-04-22T03:35:29.442" v="736" actId="1036"/>
          <ac:spMkLst>
            <pc:docMk/>
            <pc:sldMk cId="31554601" sldId="651"/>
            <ac:spMk id="14" creationId="{6C348B24-5E40-3AA5-0F81-FABFE01CD9B3}"/>
          </ac:spMkLst>
        </pc:spChg>
        <pc:spChg chg="mod">
          <ac:chgData name="Mengmeng Ge" userId="bb5bc401-97cb-4caf-9857-8ff441375414" providerId="ADAL" clId="{15804E98-2735-47D5-BC38-F25866985B33}" dt="2024-04-22T03:35:29.442" v="736" actId="1036"/>
          <ac:spMkLst>
            <pc:docMk/>
            <pc:sldMk cId="31554601" sldId="651"/>
            <ac:spMk id="15" creationId="{7D2A05DB-E222-DAB5-FF21-B66FD9B42A60}"/>
          </ac:spMkLst>
        </pc:spChg>
        <pc:spChg chg="mod">
          <ac:chgData name="Mengmeng Ge" userId="bb5bc401-97cb-4caf-9857-8ff441375414" providerId="ADAL" clId="{15804E98-2735-47D5-BC38-F25866985B33}" dt="2024-04-22T03:35:29.442" v="736" actId="1036"/>
          <ac:spMkLst>
            <pc:docMk/>
            <pc:sldMk cId="31554601" sldId="651"/>
            <ac:spMk id="16" creationId="{A3B9BE01-E6BB-6874-11F2-DF1596C3A96B}"/>
          </ac:spMkLst>
        </pc:spChg>
        <pc:spChg chg="mod">
          <ac:chgData name="Mengmeng Ge" userId="bb5bc401-97cb-4caf-9857-8ff441375414" providerId="ADAL" clId="{15804E98-2735-47D5-BC38-F25866985B33}" dt="2024-04-22T03:35:29.442" v="736" actId="1036"/>
          <ac:spMkLst>
            <pc:docMk/>
            <pc:sldMk cId="31554601" sldId="651"/>
            <ac:spMk id="17" creationId="{267F6358-DF43-EE95-E5AF-934848BF74A5}"/>
          </ac:spMkLst>
        </pc:spChg>
        <pc:spChg chg="mod">
          <ac:chgData name="Mengmeng Ge" userId="bb5bc401-97cb-4caf-9857-8ff441375414" providerId="ADAL" clId="{15804E98-2735-47D5-BC38-F25866985B33}" dt="2024-04-22T03:35:29.442" v="736" actId="1036"/>
          <ac:spMkLst>
            <pc:docMk/>
            <pc:sldMk cId="31554601" sldId="651"/>
            <ac:spMk id="18" creationId="{43982CAE-D259-E912-F780-3138B6338866}"/>
          </ac:spMkLst>
        </pc:spChg>
        <pc:spChg chg="mod">
          <ac:chgData name="Mengmeng Ge" userId="bb5bc401-97cb-4caf-9857-8ff441375414" providerId="ADAL" clId="{15804E98-2735-47D5-BC38-F25866985B33}" dt="2024-04-22T03:35:29.442" v="736" actId="1036"/>
          <ac:spMkLst>
            <pc:docMk/>
            <pc:sldMk cId="31554601" sldId="651"/>
            <ac:spMk id="19" creationId="{E2873909-9049-CF49-8165-8D5A3765E9C9}"/>
          </ac:spMkLst>
        </pc:spChg>
        <pc:spChg chg="mod">
          <ac:chgData name="Mengmeng Ge" userId="bb5bc401-97cb-4caf-9857-8ff441375414" providerId="ADAL" clId="{15804E98-2735-47D5-BC38-F25866985B33}" dt="2024-04-22T03:35:29.442" v="736" actId="1036"/>
          <ac:spMkLst>
            <pc:docMk/>
            <pc:sldMk cId="31554601" sldId="651"/>
            <ac:spMk id="20" creationId="{DFD811CF-4FB2-4F20-714C-5160F2458F90}"/>
          </ac:spMkLst>
        </pc:spChg>
        <pc:spChg chg="mod">
          <ac:chgData name="Mengmeng Ge" userId="bb5bc401-97cb-4caf-9857-8ff441375414" providerId="ADAL" clId="{15804E98-2735-47D5-BC38-F25866985B33}" dt="2024-04-22T03:35:29.442" v="736" actId="1036"/>
          <ac:spMkLst>
            <pc:docMk/>
            <pc:sldMk cId="31554601" sldId="651"/>
            <ac:spMk id="22" creationId="{9689A009-929E-DC0D-9612-ABC19DD43A18}"/>
          </ac:spMkLst>
        </pc:spChg>
        <pc:spChg chg="mod">
          <ac:chgData name="Mengmeng Ge" userId="bb5bc401-97cb-4caf-9857-8ff441375414" providerId="ADAL" clId="{15804E98-2735-47D5-BC38-F25866985B33}" dt="2024-04-22T03:35:29.442" v="736" actId="1036"/>
          <ac:spMkLst>
            <pc:docMk/>
            <pc:sldMk cId="31554601" sldId="651"/>
            <ac:spMk id="23" creationId="{7FF78F8D-F023-EC65-309D-4BFADB9C746B}"/>
          </ac:spMkLst>
        </pc:spChg>
        <pc:spChg chg="mod">
          <ac:chgData name="Mengmeng Ge" userId="bb5bc401-97cb-4caf-9857-8ff441375414" providerId="ADAL" clId="{15804E98-2735-47D5-BC38-F25866985B33}" dt="2024-04-22T03:35:29.442" v="736" actId="1036"/>
          <ac:spMkLst>
            <pc:docMk/>
            <pc:sldMk cId="31554601" sldId="651"/>
            <ac:spMk id="24" creationId="{534F1BCE-A049-5A6C-C99F-D3932EEC1016}"/>
          </ac:spMkLst>
        </pc:spChg>
        <pc:spChg chg="mod">
          <ac:chgData name="Mengmeng Ge" userId="bb5bc401-97cb-4caf-9857-8ff441375414" providerId="ADAL" clId="{15804E98-2735-47D5-BC38-F25866985B33}" dt="2024-04-22T03:35:29.442" v="736" actId="1036"/>
          <ac:spMkLst>
            <pc:docMk/>
            <pc:sldMk cId="31554601" sldId="651"/>
            <ac:spMk id="25" creationId="{BCACC30E-BC33-3C6C-B6D5-70F5FB20B9AF}"/>
          </ac:spMkLst>
        </pc:spChg>
        <pc:spChg chg="mod">
          <ac:chgData name="Mengmeng Ge" userId="bb5bc401-97cb-4caf-9857-8ff441375414" providerId="ADAL" clId="{15804E98-2735-47D5-BC38-F25866985B33}" dt="2024-04-22T03:35:29.442" v="736" actId="1036"/>
          <ac:spMkLst>
            <pc:docMk/>
            <pc:sldMk cId="31554601" sldId="651"/>
            <ac:spMk id="26" creationId="{90F0B239-9721-2B1D-D7A2-AD80998CE6A2}"/>
          </ac:spMkLst>
        </pc:spChg>
        <pc:spChg chg="mod">
          <ac:chgData name="Mengmeng Ge" userId="bb5bc401-97cb-4caf-9857-8ff441375414" providerId="ADAL" clId="{15804E98-2735-47D5-BC38-F25866985B33}" dt="2024-04-22T03:35:29.442" v="736" actId="1036"/>
          <ac:spMkLst>
            <pc:docMk/>
            <pc:sldMk cId="31554601" sldId="651"/>
            <ac:spMk id="27" creationId="{7C16A054-99D9-41DF-768E-800D2A02FCE9}"/>
          </ac:spMkLst>
        </pc:spChg>
        <pc:spChg chg="mod">
          <ac:chgData name="Mengmeng Ge" userId="bb5bc401-97cb-4caf-9857-8ff441375414" providerId="ADAL" clId="{15804E98-2735-47D5-BC38-F25866985B33}" dt="2024-04-22T03:35:29.442" v="736" actId="1036"/>
          <ac:spMkLst>
            <pc:docMk/>
            <pc:sldMk cId="31554601" sldId="651"/>
            <ac:spMk id="28" creationId="{C4F1BA7F-F3F9-8497-71F0-BFA30FF0BC85}"/>
          </ac:spMkLst>
        </pc:spChg>
        <pc:spChg chg="mod">
          <ac:chgData name="Mengmeng Ge" userId="bb5bc401-97cb-4caf-9857-8ff441375414" providerId="ADAL" clId="{15804E98-2735-47D5-BC38-F25866985B33}" dt="2024-04-22T03:35:29.442" v="736" actId="1036"/>
          <ac:spMkLst>
            <pc:docMk/>
            <pc:sldMk cId="31554601" sldId="651"/>
            <ac:spMk id="29" creationId="{AF7F81E8-7A94-8CF1-8077-48D83EA71825}"/>
          </ac:spMkLst>
        </pc:spChg>
        <pc:spChg chg="mod">
          <ac:chgData name="Mengmeng Ge" userId="bb5bc401-97cb-4caf-9857-8ff441375414" providerId="ADAL" clId="{15804E98-2735-47D5-BC38-F25866985B33}" dt="2024-04-22T03:35:29.442" v="736" actId="1036"/>
          <ac:spMkLst>
            <pc:docMk/>
            <pc:sldMk cId="31554601" sldId="651"/>
            <ac:spMk id="30" creationId="{62B2F2E6-9AA3-66A7-2127-263903D32CB9}"/>
          </ac:spMkLst>
        </pc:spChg>
        <pc:spChg chg="mod">
          <ac:chgData name="Mengmeng Ge" userId="bb5bc401-97cb-4caf-9857-8ff441375414" providerId="ADAL" clId="{15804E98-2735-47D5-BC38-F25866985B33}" dt="2024-04-22T03:35:29.442" v="736" actId="1036"/>
          <ac:spMkLst>
            <pc:docMk/>
            <pc:sldMk cId="31554601" sldId="651"/>
            <ac:spMk id="31" creationId="{6FB89B52-F8B9-3CB1-9FC5-E02FCE3D9E31}"/>
          </ac:spMkLst>
        </pc:spChg>
        <pc:spChg chg="mod">
          <ac:chgData name="Mengmeng Ge" userId="bb5bc401-97cb-4caf-9857-8ff441375414" providerId="ADAL" clId="{15804E98-2735-47D5-BC38-F25866985B33}" dt="2024-04-22T03:35:29.442" v="736" actId="1036"/>
          <ac:spMkLst>
            <pc:docMk/>
            <pc:sldMk cId="31554601" sldId="651"/>
            <ac:spMk id="32" creationId="{18C5A50A-FEF4-6482-9EF9-B6C5C73EAB4A}"/>
          </ac:spMkLst>
        </pc:spChg>
        <pc:spChg chg="mod">
          <ac:chgData name="Mengmeng Ge" userId="bb5bc401-97cb-4caf-9857-8ff441375414" providerId="ADAL" clId="{15804E98-2735-47D5-BC38-F25866985B33}" dt="2024-04-22T03:35:29.442" v="736" actId="1036"/>
          <ac:spMkLst>
            <pc:docMk/>
            <pc:sldMk cId="31554601" sldId="651"/>
            <ac:spMk id="33" creationId="{1E206DDE-D47F-5BDB-3AFA-F1498B0B210C}"/>
          </ac:spMkLst>
        </pc:spChg>
        <pc:spChg chg="mod">
          <ac:chgData name="Mengmeng Ge" userId="bb5bc401-97cb-4caf-9857-8ff441375414" providerId="ADAL" clId="{15804E98-2735-47D5-BC38-F25866985B33}" dt="2024-04-22T03:35:29.442" v="736" actId="1036"/>
          <ac:spMkLst>
            <pc:docMk/>
            <pc:sldMk cId="31554601" sldId="651"/>
            <ac:spMk id="35" creationId="{1D8642F9-1FA7-2559-7240-213901C5473D}"/>
          </ac:spMkLst>
        </pc:spChg>
        <pc:spChg chg="mod">
          <ac:chgData name="Mengmeng Ge" userId="bb5bc401-97cb-4caf-9857-8ff441375414" providerId="ADAL" clId="{15804E98-2735-47D5-BC38-F25866985B33}" dt="2024-04-22T03:35:29.442" v="736" actId="1036"/>
          <ac:spMkLst>
            <pc:docMk/>
            <pc:sldMk cId="31554601" sldId="651"/>
            <ac:spMk id="36" creationId="{1D34DB72-B5C6-4B24-1A33-459F785BC19D}"/>
          </ac:spMkLst>
        </pc:spChg>
        <pc:spChg chg="mod">
          <ac:chgData name="Mengmeng Ge" userId="bb5bc401-97cb-4caf-9857-8ff441375414" providerId="ADAL" clId="{15804E98-2735-47D5-BC38-F25866985B33}" dt="2024-04-22T03:35:29.442" v="736" actId="1036"/>
          <ac:spMkLst>
            <pc:docMk/>
            <pc:sldMk cId="31554601" sldId="651"/>
            <ac:spMk id="37" creationId="{72BE9900-490F-4701-554D-0F3175348E71}"/>
          </ac:spMkLst>
        </pc:spChg>
        <pc:spChg chg="mod">
          <ac:chgData name="Mengmeng Ge" userId="bb5bc401-97cb-4caf-9857-8ff441375414" providerId="ADAL" clId="{15804E98-2735-47D5-BC38-F25866985B33}" dt="2024-04-22T03:35:29.442" v="736" actId="1036"/>
          <ac:spMkLst>
            <pc:docMk/>
            <pc:sldMk cId="31554601" sldId="651"/>
            <ac:spMk id="38" creationId="{C0039867-7957-25CB-EF7D-CC38909B5A8B}"/>
          </ac:spMkLst>
        </pc:spChg>
        <pc:spChg chg="mod">
          <ac:chgData name="Mengmeng Ge" userId="bb5bc401-97cb-4caf-9857-8ff441375414" providerId="ADAL" clId="{15804E98-2735-47D5-BC38-F25866985B33}" dt="2024-04-22T03:35:29.442" v="736" actId="1036"/>
          <ac:spMkLst>
            <pc:docMk/>
            <pc:sldMk cId="31554601" sldId="651"/>
            <ac:spMk id="39" creationId="{BEAA625F-1BFA-3039-6592-384797EFB418}"/>
          </ac:spMkLst>
        </pc:spChg>
        <pc:spChg chg="mod">
          <ac:chgData name="Mengmeng Ge" userId="bb5bc401-97cb-4caf-9857-8ff441375414" providerId="ADAL" clId="{15804E98-2735-47D5-BC38-F25866985B33}" dt="2024-04-22T03:35:29.442" v="736" actId="1036"/>
          <ac:spMkLst>
            <pc:docMk/>
            <pc:sldMk cId="31554601" sldId="651"/>
            <ac:spMk id="40" creationId="{A0544885-94D2-F663-37AC-AD11161CD88F}"/>
          </ac:spMkLst>
        </pc:spChg>
        <pc:spChg chg="mod">
          <ac:chgData name="Mengmeng Ge" userId="bb5bc401-97cb-4caf-9857-8ff441375414" providerId="ADAL" clId="{15804E98-2735-47D5-BC38-F25866985B33}" dt="2024-04-22T03:35:29.442" v="736" actId="1036"/>
          <ac:spMkLst>
            <pc:docMk/>
            <pc:sldMk cId="31554601" sldId="651"/>
            <ac:spMk id="41" creationId="{49ED09C5-C6F3-36AA-F5F2-4EEC3E25EFA7}"/>
          </ac:spMkLst>
        </pc:spChg>
        <pc:spChg chg="mod">
          <ac:chgData name="Mengmeng Ge" userId="bb5bc401-97cb-4caf-9857-8ff441375414" providerId="ADAL" clId="{15804E98-2735-47D5-BC38-F25866985B33}" dt="2024-04-22T03:35:29.442" v="736" actId="1036"/>
          <ac:spMkLst>
            <pc:docMk/>
            <pc:sldMk cId="31554601" sldId="651"/>
            <ac:spMk id="42" creationId="{CEF50425-6915-64DF-6E42-643ECAFAA18E}"/>
          </ac:spMkLst>
        </pc:spChg>
        <pc:spChg chg="mod">
          <ac:chgData name="Mengmeng Ge" userId="bb5bc401-97cb-4caf-9857-8ff441375414" providerId="ADAL" clId="{15804E98-2735-47D5-BC38-F25866985B33}" dt="2024-04-22T03:35:29.442" v="736" actId="1036"/>
          <ac:spMkLst>
            <pc:docMk/>
            <pc:sldMk cId="31554601" sldId="651"/>
            <ac:spMk id="43" creationId="{692ACF1B-932E-C9E5-42E9-6820132DAD7D}"/>
          </ac:spMkLst>
        </pc:spChg>
        <pc:spChg chg="mod">
          <ac:chgData name="Mengmeng Ge" userId="bb5bc401-97cb-4caf-9857-8ff441375414" providerId="ADAL" clId="{15804E98-2735-47D5-BC38-F25866985B33}" dt="2024-04-22T03:35:29.442" v="736" actId="1036"/>
          <ac:spMkLst>
            <pc:docMk/>
            <pc:sldMk cId="31554601" sldId="651"/>
            <ac:spMk id="44" creationId="{CCA19A25-9CB1-1967-AEBA-F47982CB420B}"/>
          </ac:spMkLst>
        </pc:spChg>
        <pc:spChg chg="mod">
          <ac:chgData name="Mengmeng Ge" userId="bb5bc401-97cb-4caf-9857-8ff441375414" providerId="ADAL" clId="{15804E98-2735-47D5-BC38-F25866985B33}" dt="2024-04-22T03:35:29.442" v="736" actId="1036"/>
          <ac:spMkLst>
            <pc:docMk/>
            <pc:sldMk cId="31554601" sldId="651"/>
            <ac:spMk id="45" creationId="{7291B4EC-2F20-0449-D944-5F713C93400E}"/>
          </ac:spMkLst>
        </pc:spChg>
        <pc:spChg chg="mod">
          <ac:chgData name="Mengmeng Ge" userId="bb5bc401-97cb-4caf-9857-8ff441375414" providerId="ADAL" clId="{15804E98-2735-47D5-BC38-F25866985B33}" dt="2024-04-22T03:35:29.442" v="736" actId="1036"/>
          <ac:spMkLst>
            <pc:docMk/>
            <pc:sldMk cId="31554601" sldId="651"/>
            <ac:spMk id="46" creationId="{11DA0352-2F4F-5326-5C85-71841385CAAA}"/>
          </ac:spMkLst>
        </pc:spChg>
        <pc:spChg chg="mod">
          <ac:chgData name="Mengmeng Ge" userId="bb5bc401-97cb-4caf-9857-8ff441375414" providerId="ADAL" clId="{15804E98-2735-47D5-BC38-F25866985B33}" dt="2024-04-22T03:35:29.442" v="736" actId="1036"/>
          <ac:spMkLst>
            <pc:docMk/>
            <pc:sldMk cId="31554601" sldId="651"/>
            <ac:spMk id="47" creationId="{8DDCDB70-F1C8-2140-9207-19961AC54754}"/>
          </ac:spMkLst>
        </pc:spChg>
        <pc:spChg chg="mod">
          <ac:chgData name="Mengmeng Ge" userId="bb5bc401-97cb-4caf-9857-8ff441375414" providerId="ADAL" clId="{15804E98-2735-47D5-BC38-F25866985B33}" dt="2024-04-22T03:35:29.442" v="736" actId="1036"/>
          <ac:spMkLst>
            <pc:docMk/>
            <pc:sldMk cId="31554601" sldId="651"/>
            <ac:spMk id="48" creationId="{AAD37C0D-8FDA-1E1E-AABD-E56F51E22BCB}"/>
          </ac:spMkLst>
        </pc:spChg>
        <pc:spChg chg="mod">
          <ac:chgData name="Mengmeng Ge" userId="bb5bc401-97cb-4caf-9857-8ff441375414" providerId="ADAL" clId="{15804E98-2735-47D5-BC38-F25866985B33}" dt="2024-04-22T03:35:29.442" v="736" actId="1036"/>
          <ac:spMkLst>
            <pc:docMk/>
            <pc:sldMk cId="31554601" sldId="651"/>
            <ac:spMk id="49" creationId="{E9300520-3F61-B0CA-AF8F-00F2673FC49C}"/>
          </ac:spMkLst>
        </pc:spChg>
        <pc:spChg chg="mod">
          <ac:chgData name="Mengmeng Ge" userId="bb5bc401-97cb-4caf-9857-8ff441375414" providerId="ADAL" clId="{15804E98-2735-47D5-BC38-F25866985B33}" dt="2024-04-22T03:35:29.442" v="736" actId="1036"/>
          <ac:spMkLst>
            <pc:docMk/>
            <pc:sldMk cId="31554601" sldId="651"/>
            <ac:spMk id="50" creationId="{85D62BE6-4C26-BEB4-E172-7FCC0C80CEBB}"/>
          </ac:spMkLst>
        </pc:spChg>
        <pc:spChg chg="mod">
          <ac:chgData name="Mengmeng Ge" userId="bb5bc401-97cb-4caf-9857-8ff441375414" providerId="ADAL" clId="{15804E98-2735-47D5-BC38-F25866985B33}" dt="2024-04-22T03:35:29.442" v="736" actId="1036"/>
          <ac:spMkLst>
            <pc:docMk/>
            <pc:sldMk cId="31554601" sldId="651"/>
            <ac:spMk id="51" creationId="{C420DEBF-7125-DEB1-4C0C-D3D1ACEFC864}"/>
          </ac:spMkLst>
        </pc:spChg>
        <pc:spChg chg="mod">
          <ac:chgData name="Mengmeng Ge" userId="bb5bc401-97cb-4caf-9857-8ff441375414" providerId="ADAL" clId="{15804E98-2735-47D5-BC38-F25866985B33}" dt="2024-04-22T03:35:29.442" v="736" actId="1036"/>
          <ac:spMkLst>
            <pc:docMk/>
            <pc:sldMk cId="31554601" sldId="651"/>
            <ac:spMk id="52" creationId="{98E196E2-D13A-DD57-25F2-D85A4FD1CC18}"/>
          </ac:spMkLst>
        </pc:spChg>
        <pc:spChg chg="mod">
          <ac:chgData name="Mengmeng Ge" userId="bb5bc401-97cb-4caf-9857-8ff441375414" providerId="ADAL" clId="{15804E98-2735-47D5-BC38-F25866985B33}" dt="2024-04-22T03:35:29.442" v="736" actId="1036"/>
          <ac:spMkLst>
            <pc:docMk/>
            <pc:sldMk cId="31554601" sldId="651"/>
            <ac:spMk id="53" creationId="{396AA80B-6630-8305-3F32-08BC90465661}"/>
          </ac:spMkLst>
        </pc:spChg>
        <pc:spChg chg="mod">
          <ac:chgData name="Mengmeng Ge" userId="bb5bc401-97cb-4caf-9857-8ff441375414" providerId="ADAL" clId="{15804E98-2735-47D5-BC38-F25866985B33}" dt="2024-04-22T03:35:29.442" v="736" actId="1036"/>
          <ac:spMkLst>
            <pc:docMk/>
            <pc:sldMk cId="31554601" sldId="651"/>
            <ac:spMk id="54" creationId="{3A3D0356-D6B0-7ECD-DD2F-8ADAA5FBC1EC}"/>
          </ac:spMkLst>
        </pc:spChg>
        <pc:spChg chg="mod">
          <ac:chgData name="Mengmeng Ge" userId="bb5bc401-97cb-4caf-9857-8ff441375414" providerId="ADAL" clId="{15804E98-2735-47D5-BC38-F25866985B33}" dt="2024-04-22T03:35:29.442" v="736" actId="1036"/>
          <ac:spMkLst>
            <pc:docMk/>
            <pc:sldMk cId="31554601" sldId="651"/>
            <ac:spMk id="55" creationId="{3FE07413-6A3C-BACB-E740-34AF79A96984}"/>
          </ac:spMkLst>
        </pc:spChg>
        <pc:spChg chg="mod">
          <ac:chgData name="Mengmeng Ge" userId="bb5bc401-97cb-4caf-9857-8ff441375414" providerId="ADAL" clId="{15804E98-2735-47D5-BC38-F25866985B33}" dt="2024-04-22T03:35:29.442" v="736" actId="1036"/>
          <ac:spMkLst>
            <pc:docMk/>
            <pc:sldMk cId="31554601" sldId="651"/>
            <ac:spMk id="60" creationId="{ACD5007F-8B6E-F6F6-616E-0F7E0651FCE6}"/>
          </ac:spMkLst>
        </pc:spChg>
        <pc:spChg chg="mod">
          <ac:chgData name="Mengmeng Ge" userId="bb5bc401-97cb-4caf-9857-8ff441375414" providerId="ADAL" clId="{15804E98-2735-47D5-BC38-F25866985B33}" dt="2024-04-22T03:35:29.442" v="736" actId="1036"/>
          <ac:spMkLst>
            <pc:docMk/>
            <pc:sldMk cId="31554601" sldId="651"/>
            <ac:spMk id="61" creationId="{DD50CE94-D161-6C39-CFE5-7FF3905A82CC}"/>
          </ac:spMkLst>
        </pc:spChg>
        <pc:spChg chg="mod">
          <ac:chgData name="Mengmeng Ge" userId="bb5bc401-97cb-4caf-9857-8ff441375414" providerId="ADAL" clId="{15804E98-2735-47D5-BC38-F25866985B33}" dt="2024-04-22T03:35:29.442" v="736" actId="1036"/>
          <ac:spMkLst>
            <pc:docMk/>
            <pc:sldMk cId="31554601" sldId="651"/>
            <ac:spMk id="62" creationId="{F887EDD3-AB60-4319-3DB7-C712D904498D}"/>
          </ac:spMkLst>
        </pc:spChg>
        <pc:spChg chg="mod">
          <ac:chgData name="Mengmeng Ge" userId="bb5bc401-97cb-4caf-9857-8ff441375414" providerId="ADAL" clId="{15804E98-2735-47D5-BC38-F25866985B33}" dt="2024-04-22T03:35:29.442" v="736" actId="1036"/>
          <ac:spMkLst>
            <pc:docMk/>
            <pc:sldMk cId="31554601" sldId="651"/>
            <ac:spMk id="63" creationId="{EA83B37A-6C5A-07E7-FBFF-8A0F687D9B66}"/>
          </ac:spMkLst>
        </pc:spChg>
        <pc:spChg chg="mod">
          <ac:chgData name="Mengmeng Ge" userId="bb5bc401-97cb-4caf-9857-8ff441375414" providerId="ADAL" clId="{15804E98-2735-47D5-BC38-F25866985B33}" dt="2024-04-22T03:35:29.442" v="736" actId="1036"/>
          <ac:spMkLst>
            <pc:docMk/>
            <pc:sldMk cId="31554601" sldId="651"/>
            <ac:spMk id="64" creationId="{9F19E944-37B5-197A-DC1E-CA0352020A9F}"/>
          </ac:spMkLst>
        </pc:spChg>
        <pc:spChg chg="mod">
          <ac:chgData name="Mengmeng Ge" userId="bb5bc401-97cb-4caf-9857-8ff441375414" providerId="ADAL" clId="{15804E98-2735-47D5-BC38-F25866985B33}" dt="2024-04-22T03:35:29.442" v="736" actId="1036"/>
          <ac:spMkLst>
            <pc:docMk/>
            <pc:sldMk cId="31554601" sldId="651"/>
            <ac:spMk id="65" creationId="{61E9B53B-02A8-6728-E597-CC62E0C464A1}"/>
          </ac:spMkLst>
        </pc:spChg>
        <pc:spChg chg="mod">
          <ac:chgData name="Mengmeng Ge" userId="bb5bc401-97cb-4caf-9857-8ff441375414" providerId="ADAL" clId="{15804E98-2735-47D5-BC38-F25866985B33}" dt="2024-04-22T03:35:29.442" v="736" actId="1036"/>
          <ac:spMkLst>
            <pc:docMk/>
            <pc:sldMk cId="31554601" sldId="651"/>
            <ac:spMk id="66" creationId="{1288EAF8-1BC5-2D8E-9367-95334C7A8381}"/>
          </ac:spMkLst>
        </pc:spChg>
        <pc:spChg chg="mod">
          <ac:chgData name="Mengmeng Ge" userId="bb5bc401-97cb-4caf-9857-8ff441375414" providerId="ADAL" clId="{15804E98-2735-47D5-BC38-F25866985B33}" dt="2024-04-22T03:35:29.442" v="736" actId="1036"/>
          <ac:spMkLst>
            <pc:docMk/>
            <pc:sldMk cId="31554601" sldId="651"/>
            <ac:spMk id="67" creationId="{B4452195-4D83-0715-B6AD-66B72514856E}"/>
          </ac:spMkLst>
        </pc:spChg>
        <pc:spChg chg="mod">
          <ac:chgData name="Mengmeng Ge" userId="bb5bc401-97cb-4caf-9857-8ff441375414" providerId="ADAL" clId="{15804E98-2735-47D5-BC38-F25866985B33}" dt="2024-04-22T03:35:29.442" v="736" actId="1036"/>
          <ac:spMkLst>
            <pc:docMk/>
            <pc:sldMk cId="31554601" sldId="651"/>
            <ac:spMk id="68" creationId="{7FE3BC47-6B97-087B-1F40-DC0179DD9E69}"/>
          </ac:spMkLst>
        </pc:spChg>
        <pc:spChg chg="mod">
          <ac:chgData name="Mengmeng Ge" userId="bb5bc401-97cb-4caf-9857-8ff441375414" providerId="ADAL" clId="{15804E98-2735-47D5-BC38-F25866985B33}" dt="2024-04-22T03:35:29.442" v="736" actId="1036"/>
          <ac:spMkLst>
            <pc:docMk/>
            <pc:sldMk cId="31554601" sldId="651"/>
            <ac:spMk id="69" creationId="{8C6BECC0-E8D8-CA2E-95C5-6D26DBBF0B12}"/>
          </ac:spMkLst>
        </pc:spChg>
        <pc:spChg chg="mod">
          <ac:chgData name="Mengmeng Ge" userId="bb5bc401-97cb-4caf-9857-8ff441375414" providerId="ADAL" clId="{15804E98-2735-47D5-BC38-F25866985B33}" dt="2024-04-22T03:35:29.442" v="736" actId="1036"/>
          <ac:spMkLst>
            <pc:docMk/>
            <pc:sldMk cId="31554601" sldId="651"/>
            <ac:spMk id="70" creationId="{D07A7871-94CB-68F1-5356-9E918BD7980B}"/>
          </ac:spMkLst>
        </pc:spChg>
        <pc:spChg chg="mod">
          <ac:chgData name="Mengmeng Ge" userId="bb5bc401-97cb-4caf-9857-8ff441375414" providerId="ADAL" clId="{15804E98-2735-47D5-BC38-F25866985B33}" dt="2024-04-22T03:35:29.442" v="736" actId="1036"/>
          <ac:spMkLst>
            <pc:docMk/>
            <pc:sldMk cId="31554601" sldId="651"/>
            <ac:spMk id="71" creationId="{C98A5453-FCC1-89A4-A0CD-0A21B8C01508}"/>
          </ac:spMkLst>
        </pc:spChg>
        <pc:spChg chg="mod">
          <ac:chgData name="Mengmeng Ge" userId="bb5bc401-97cb-4caf-9857-8ff441375414" providerId="ADAL" clId="{15804E98-2735-47D5-BC38-F25866985B33}" dt="2024-04-22T03:35:29.442" v="736" actId="1036"/>
          <ac:spMkLst>
            <pc:docMk/>
            <pc:sldMk cId="31554601" sldId="651"/>
            <ac:spMk id="72" creationId="{2C356832-2265-DD71-ADF0-33B635F00AA6}"/>
          </ac:spMkLst>
        </pc:spChg>
        <pc:spChg chg="mod">
          <ac:chgData name="Mengmeng Ge" userId="bb5bc401-97cb-4caf-9857-8ff441375414" providerId="ADAL" clId="{15804E98-2735-47D5-BC38-F25866985B33}" dt="2024-04-22T03:35:29.442" v="736" actId="1036"/>
          <ac:spMkLst>
            <pc:docMk/>
            <pc:sldMk cId="31554601" sldId="651"/>
            <ac:spMk id="73" creationId="{BC90D6EE-9914-3306-22EE-3CA795BE9BBD}"/>
          </ac:spMkLst>
        </pc:spChg>
        <pc:spChg chg="mod">
          <ac:chgData name="Mengmeng Ge" userId="bb5bc401-97cb-4caf-9857-8ff441375414" providerId="ADAL" clId="{15804E98-2735-47D5-BC38-F25866985B33}" dt="2024-04-22T03:35:29.442" v="736" actId="1036"/>
          <ac:spMkLst>
            <pc:docMk/>
            <pc:sldMk cId="31554601" sldId="651"/>
            <ac:spMk id="74" creationId="{155F29F2-04FE-FB14-EC3C-D46EA7C0F750}"/>
          </ac:spMkLst>
        </pc:spChg>
        <pc:spChg chg="mod">
          <ac:chgData name="Mengmeng Ge" userId="bb5bc401-97cb-4caf-9857-8ff441375414" providerId="ADAL" clId="{15804E98-2735-47D5-BC38-F25866985B33}" dt="2024-04-22T03:35:29.442" v="736" actId="1036"/>
          <ac:spMkLst>
            <pc:docMk/>
            <pc:sldMk cId="31554601" sldId="651"/>
            <ac:spMk id="75" creationId="{12BFF896-D190-4548-E533-917E5EE00E66}"/>
          </ac:spMkLst>
        </pc:spChg>
        <pc:spChg chg="mod">
          <ac:chgData name="Mengmeng Ge" userId="bb5bc401-97cb-4caf-9857-8ff441375414" providerId="ADAL" clId="{15804E98-2735-47D5-BC38-F25866985B33}" dt="2024-04-22T03:35:29.442" v="736" actId="1036"/>
          <ac:spMkLst>
            <pc:docMk/>
            <pc:sldMk cId="31554601" sldId="651"/>
            <ac:spMk id="76" creationId="{C398B6ED-3E57-2777-FB98-97365C99BCD9}"/>
          </ac:spMkLst>
        </pc:spChg>
        <pc:spChg chg="mod">
          <ac:chgData name="Mengmeng Ge" userId="bb5bc401-97cb-4caf-9857-8ff441375414" providerId="ADAL" clId="{15804E98-2735-47D5-BC38-F25866985B33}" dt="2024-04-22T03:35:29.442" v="736" actId="1036"/>
          <ac:spMkLst>
            <pc:docMk/>
            <pc:sldMk cId="31554601" sldId="651"/>
            <ac:spMk id="77" creationId="{225749D3-FC56-8CDD-41A4-1FF75B47D3CD}"/>
          </ac:spMkLst>
        </pc:spChg>
        <pc:spChg chg="mod">
          <ac:chgData name="Mengmeng Ge" userId="bb5bc401-97cb-4caf-9857-8ff441375414" providerId="ADAL" clId="{15804E98-2735-47D5-BC38-F25866985B33}" dt="2024-04-22T03:35:29.442" v="736" actId="1036"/>
          <ac:spMkLst>
            <pc:docMk/>
            <pc:sldMk cId="31554601" sldId="651"/>
            <ac:spMk id="78" creationId="{B133C13B-55E3-C3E9-BC1E-AE692B6A541C}"/>
          </ac:spMkLst>
        </pc:spChg>
        <pc:spChg chg="mod">
          <ac:chgData name="Mengmeng Ge" userId="bb5bc401-97cb-4caf-9857-8ff441375414" providerId="ADAL" clId="{15804E98-2735-47D5-BC38-F25866985B33}" dt="2024-04-22T03:35:29.442" v="736" actId="1036"/>
          <ac:spMkLst>
            <pc:docMk/>
            <pc:sldMk cId="31554601" sldId="651"/>
            <ac:spMk id="80" creationId="{B7EBB6F0-72E5-1F03-C992-D92817612C27}"/>
          </ac:spMkLst>
        </pc:spChg>
        <pc:spChg chg="mod">
          <ac:chgData name="Mengmeng Ge" userId="bb5bc401-97cb-4caf-9857-8ff441375414" providerId="ADAL" clId="{15804E98-2735-47D5-BC38-F25866985B33}" dt="2024-04-22T03:35:29.442" v="736" actId="1036"/>
          <ac:spMkLst>
            <pc:docMk/>
            <pc:sldMk cId="31554601" sldId="651"/>
            <ac:spMk id="81" creationId="{E07C98C7-4486-13CB-B038-532BA0CCCA98}"/>
          </ac:spMkLst>
        </pc:spChg>
        <pc:spChg chg="mod">
          <ac:chgData name="Mengmeng Ge" userId="bb5bc401-97cb-4caf-9857-8ff441375414" providerId="ADAL" clId="{15804E98-2735-47D5-BC38-F25866985B33}" dt="2024-04-22T03:35:29.442" v="736" actId="1036"/>
          <ac:spMkLst>
            <pc:docMk/>
            <pc:sldMk cId="31554601" sldId="651"/>
            <ac:spMk id="82" creationId="{32C4FE10-9636-9840-C6B4-DB986B665B21}"/>
          </ac:spMkLst>
        </pc:spChg>
        <pc:spChg chg="mod">
          <ac:chgData name="Mengmeng Ge" userId="bb5bc401-97cb-4caf-9857-8ff441375414" providerId="ADAL" clId="{15804E98-2735-47D5-BC38-F25866985B33}" dt="2024-04-22T03:35:29.442" v="736" actId="1036"/>
          <ac:spMkLst>
            <pc:docMk/>
            <pc:sldMk cId="31554601" sldId="651"/>
            <ac:spMk id="83" creationId="{0AE167F5-BCF9-7861-A04F-C7D08EA1A532}"/>
          </ac:spMkLst>
        </pc:spChg>
        <pc:spChg chg="mod">
          <ac:chgData name="Mengmeng Ge" userId="bb5bc401-97cb-4caf-9857-8ff441375414" providerId="ADAL" clId="{15804E98-2735-47D5-BC38-F25866985B33}" dt="2024-04-22T03:35:29.442" v="736" actId="1036"/>
          <ac:spMkLst>
            <pc:docMk/>
            <pc:sldMk cId="31554601" sldId="651"/>
            <ac:spMk id="84" creationId="{EE5A6A81-2C6F-409B-95EE-6514C59D6F9C}"/>
          </ac:spMkLst>
        </pc:spChg>
        <pc:spChg chg="mod">
          <ac:chgData name="Mengmeng Ge" userId="bb5bc401-97cb-4caf-9857-8ff441375414" providerId="ADAL" clId="{15804E98-2735-47D5-BC38-F25866985B33}" dt="2024-04-22T03:35:29.442" v="736" actId="1036"/>
          <ac:spMkLst>
            <pc:docMk/>
            <pc:sldMk cId="31554601" sldId="651"/>
            <ac:spMk id="85" creationId="{38161FA3-C21F-A1A8-DA03-7A6554F75D81}"/>
          </ac:spMkLst>
        </pc:spChg>
        <pc:spChg chg="mod">
          <ac:chgData name="Mengmeng Ge" userId="bb5bc401-97cb-4caf-9857-8ff441375414" providerId="ADAL" clId="{15804E98-2735-47D5-BC38-F25866985B33}" dt="2024-04-22T03:35:29.442" v="736" actId="1036"/>
          <ac:spMkLst>
            <pc:docMk/>
            <pc:sldMk cId="31554601" sldId="651"/>
            <ac:spMk id="86" creationId="{31A22D7A-FEBD-0116-BDA9-A9066F7C8BDE}"/>
          </ac:spMkLst>
        </pc:spChg>
        <pc:spChg chg="mod">
          <ac:chgData name="Mengmeng Ge" userId="bb5bc401-97cb-4caf-9857-8ff441375414" providerId="ADAL" clId="{15804E98-2735-47D5-BC38-F25866985B33}" dt="2024-04-22T03:35:29.442" v="736" actId="1036"/>
          <ac:spMkLst>
            <pc:docMk/>
            <pc:sldMk cId="31554601" sldId="651"/>
            <ac:spMk id="88" creationId="{49D9F07C-5D97-E44F-DB8B-0269710F1809}"/>
          </ac:spMkLst>
        </pc:spChg>
        <pc:spChg chg="mod">
          <ac:chgData name="Mengmeng Ge" userId="bb5bc401-97cb-4caf-9857-8ff441375414" providerId="ADAL" clId="{15804E98-2735-47D5-BC38-F25866985B33}" dt="2024-04-22T03:35:29.442" v="736" actId="1036"/>
          <ac:spMkLst>
            <pc:docMk/>
            <pc:sldMk cId="31554601" sldId="651"/>
            <ac:spMk id="89" creationId="{97B0CE6D-6FF7-38CE-0C0E-FDBD52838AE2}"/>
          </ac:spMkLst>
        </pc:spChg>
        <pc:spChg chg="mod">
          <ac:chgData name="Mengmeng Ge" userId="bb5bc401-97cb-4caf-9857-8ff441375414" providerId="ADAL" clId="{15804E98-2735-47D5-BC38-F25866985B33}" dt="2024-04-22T03:35:29.442" v="736" actId="1036"/>
          <ac:spMkLst>
            <pc:docMk/>
            <pc:sldMk cId="31554601" sldId="651"/>
            <ac:spMk id="90" creationId="{EC777AB9-EC74-ED39-A503-70CF043C47A5}"/>
          </ac:spMkLst>
        </pc:spChg>
        <pc:spChg chg="mod">
          <ac:chgData name="Mengmeng Ge" userId="bb5bc401-97cb-4caf-9857-8ff441375414" providerId="ADAL" clId="{15804E98-2735-47D5-BC38-F25866985B33}" dt="2024-04-22T03:35:29.442" v="736" actId="1036"/>
          <ac:spMkLst>
            <pc:docMk/>
            <pc:sldMk cId="31554601" sldId="651"/>
            <ac:spMk id="91" creationId="{F2FAF8E6-D280-C9BD-41AD-EAD3C81B3566}"/>
          </ac:spMkLst>
        </pc:spChg>
        <pc:spChg chg="mod">
          <ac:chgData name="Mengmeng Ge" userId="bb5bc401-97cb-4caf-9857-8ff441375414" providerId="ADAL" clId="{15804E98-2735-47D5-BC38-F25866985B33}" dt="2024-04-22T03:35:29.442" v="736" actId="1036"/>
          <ac:spMkLst>
            <pc:docMk/>
            <pc:sldMk cId="31554601" sldId="651"/>
            <ac:spMk id="92" creationId="{44556DEA-9006-050E-AD8D-E09F4D4E98A0}"/>
          </ac:spMkLst>
        </pc:spChg>
        <pc:spChg chg="mod">
          <ac:chgData name="Mengmeng Ge" userId="bb5bc401-97cb-4caf-9857-8ff441375414" providerId="ADAL" clId="{15804E98-2735-47D5-BC38-F25866985B33}" dt="2024-04-22T03:35:29.442" v="736" actId="1036"/>
          <ac:spMkLst>
            <pc:docMk/>
            <pc:sldMk cId="31554601" sldId="651"/>
            <ac:spMk id="93" creationId="{19D919B8-6E0C-B184-094D-DC68084C69A3}"/>
          </ac:spMkLst>
        </pc:spChg>
        <pc:spChg chg="mod">
          <ac:chgData name="Mengmeng Ge" userId="bb5bc401-97cb-4caf-9857-8ff441375414" providerId="ADAL" clId="{15804E98-2735-47D5-BC38-F25866985B33}" dt="2024-04-22T03:35:29.442" v="736" actId="1036"/>
          <ac:spMkLst>
            <pc:docMk/>
            <pc:sldMk cId="31554601" sldId="651"/>
            <ac:spMk id="94" creationId="{E11C2FFB-ADC9-AD10-1C98-46714CD80AC5}"/>
          </ac:spMkLst>
        </pc:spChg>
        <pc:spChg chg="mod">
          <ac:chgData name="Mengmeng Ge" userId="bb5bc401-97cb-4caf-9857-8ff441375414" providerId="ADAL" clId="{15804E98-2735-47D5-BC38-F25866985B33}" dt="2024-04-22T03:35:29.442" v="736" actId="1036"/>
          <ac:spMkLst>
            <pc:docMk/>
            <pc:sldMk cId="31554601" sldId="651"/>
            <ac:spMk id="95" creationId="{82B1C648-52EF-5D52-EC9B-487977B366CB}"/>
          </ac:spMkLst>
        </pc:spChg>
        <pc:spChg chg="mod">
          <ac:chgData name="Mengmeng Ge" userId="bb5bc401-97cb-4caf-9857-8ff441375414" providerId="ADAL" clId="{15804E98-2735-47D5-BC38-F25866985B33}" dt="2024-04-22T03:35:29.442" v="736" actId="1036"/>
          <ac:spMkLst>
            <pc:docMk/>
            <pc:sldMk cId="31554601" sldId="651"/>
            <ac:spMk id="96" creationId="{1E56202B-8B83-D879-2C92-A32F9ADCBA42}"/>
          </ac:spMkLst>
        </pc:spChg>
        <pc:spChg chg="mod">
          <ac:chgData name="Mengmeng Ge" userId="bb5bc401-97cb-4caf-9857-8ff441375414" providerId="ADAL" clId="{15804E98-2735-47D5-BC38-F25866985B33}" dt="2024-04-22T03:35:29.442" v="736" actId="1036"/>
          <ac:spMkLst>
            <pc:docMk/>
            <pc:sldMk cId="31554601" sldId="651"/>
            <ac:spMk id="97" creationId="{6C6D3024-0978-412E-60EA-964C903C7267}"/>
          </ac:spMkLst>
        </pc:spChg>
        <pc:spChg chg="mod">
          <ac:chgData name="Mengmeng Ge" userId="bb5bc401-97cb-4caf-9857-8ff441375414" providerId="ADAL" clId="{15804E98-2735-47D5-BC38-F25866985B33}" dt="2024-04-22T03:35:29.442" v="736" actId="1036"/>
          <ac:spMkLst>
            <pc:docMk/>
            <pc:sldMk cId="31554601" sldId="651"/>
            <ac:spMk id="98" creationId="{B4F20BA2-2B39-08E8-955D-258C80F5FE65}"/>
          </ac:spMkLst>
        </pc:spChg>
        <pc:spChg chg="mod">
          <ac:chgData name="Mengmeng Ge" userId="bb5bc401-97cb-4caf-9857-8ff441375414" providerId="ADAL" clId="{15804E98-2735-47D5-BC38-F25866985B33}" dt="2024-04-22T03:35:29.442" v="736" actId="1036"/>
          <ac:spMkLst>
            <pc:docMk/>
            <pc:sldMk cId="31554601" sldId="651"/>
            <ac:spMk id="99" creationId="{18D2F194-4250-B4E5-F172-514249F78043}"/>
          </ac:spMkLst>
        </pc:spChg>
        <pc:spChg chg="mod">
          <ac:chgData name="Mengmeng Ge" userId="bb5bc401-97cb-4caf-9857-8ff441375414" providerId="ADAL" clId="{15804E98-2735-47D5-BC38-F25866985B33}" dt="2024-04-22T03:35:29.442" v="736" actId="1036"/>
          <ac:spMkLst>
            <pc:docMk/>
            <pc:sldMk cId="31554601" sldId="651"/>
            <ac:spMk id="100" creationId="{B471ED03-EE0B-2A60-D68F-1D6315C1989A}"/>
          </ac:spMkLst>
        </pc:spChg>
        <pc:spChg chg="mod">
          <ac:chgData name="Mengmeng Ge" userId="bb5bc401-97cb-4caf-9857-8ff441375414" providerId="ADAL" clId="{15804E98-2735-47D5-BC38-F25866985B33}" dt="2024-04-22T03:35:29.442" v="736" actId="1036"/>
          <ac:spMkLst>
            <pc:docMk/>
            <pc:sldMk cId="31554601" sldId="651"/>
            <ac:spMk id="101" creationId="{91C31ED3-64D4-67AC-E2B9-5BA540F0B6A1}"/>
          </ac:spMkLst>
        </pc:spChg>
        <pc:spChg chg="mod">
          <ac:chgData name="Mengmeng Ge" userId="bb5bc401-97cb-4caf-9857-8ff441375414" providerId="ADAL" clId="{15804E98-2735-47D5-BC38-F25866985B33}" dt="2024-04-22T03:35:29.442" v="736" actId="1036"/>
          <ac:spMkLst>
            <pc:docMk/>
            <pc:sldMk cId="31554601" sldId="651"/>
            <ac:spMk id="102" creationId="{9E031633-EF2A-A1A6-3B99-53B0CCE7F89D}"/>
          </ac:spMkLst>
        </pc:spChg>
        <pc:spChg chg="mod">
          <ac:chgData name="Mengmeng Ge" userId="bb5bc401-97cb-4caf-9857-8ff441375414" providerId="ADAL" clId="{15804E98-2735-47D5-BC38-F25866985B33}" dt="2024-04-22T03:35:29.442" v="736" actId="1036"/>
          <ac:spMkLst>
            <pc:docMk/>
            <pc:sldMk cId="31554601" sldId="651"/>
            <ac:spMk id="103" creationId="{57B3F625-891C-73A0-0285-D2F82F099F76}"/>
          </ac:spMkLst>
        </pc:spChg>
        <pc:spChg chg="mod">
          <ac:chgData name="Mengmeng Ge" userId="bb5bc401-97cb-4caf-9857-8ff441375414" providerId="ADAL" clId="{15804E98-2735-47D5-BC38-F25866985B33}" dt="2024-04-22T03:35:29.442" v="736" actId="1036"/>
          <ac:spMkLst>
            <pc:docMk/>
            <pc:sldMk cId="31554601" sldId="651"/>
            <ac:spMk id="104" creationId="{343AF6FA-8EC5-D7E9-AF26-656377573295}"/>
          </ac:spMkLst>
        </pc:spChg>
        <pc:spChg chg="mod">
          <ac:chgData name="Mengmeng Ge" userId="bb5bc401-97cb-4caf-9857-8ff441375414" providerId="ADAL" clId="{15804E98-2735-47D5-BC38-F25866985B33}" dt="2024-04-22T03:35:29.442" v="736" actId="1036"/>
          <ac:spMkLst>
            <pc:docMk/>
            <pc:sldMk cId="31554601" sldId="651"/>
            <ac:spMk id="105" creationId="{46C8AEFC-99BA-587C-7013-A53495935DE3}"/>
          </ac:spMkLst>
        </pc:spChg>
        <pc:spChg chg="mod">
          <ac:chgData name="Mengmeng Ge" userId="bb5bc401-97cb-4caf-9857-8ff441375414" providerId="ADAL" clId="{15804E98-2735-47D5-BC38-F25866985B33}" dt="2024-04-22T03:35:29.442" v="736" actId="1036"/>
          <ac:spMkLst>
            <pc:docMk/>
            <pc:sldMk cId="31554601" sldId="651"/>
            <ac:spMk id="106" creationId="{D82AEB20-BB69-B91C-586E-FD08AB276861}"/>
          </ac:spMkLst>
        </pc:spChg>
        <pc:spChg chg="mod">
          <ac:chgData name="Mengmeng Ge" userId="bb5bc401-97cb-4caf-9857-8ff441375414" providerId="ADAL" clId="{15804E98-2735-47D5-BC38-F25866985B33}" dt="2024-04-22T03:35:29.442" v="736" actId="1036"/>
          <ac:spMkLst>
            <pc:docMk/>
            <pc:sldMk cId="31554601" sldId="651"/>
            <ac:spMk id="107" creationId="{8B8A87AB-0CB7-F7D5-8B40-D694C9B55C38}"/>
          </ac:spMkLst>
        </pc:spChg>
        <pc:spChg chg="add mod">
          <ac:chgData name="Mengmeng Ge" userId="bb5bc401-97cb-4caf-9857-8ff441375414" providerId="ADAL" clId="{15804E98-2735-47D5-BC38-F25866985B33}" dt="2024-04-22T02:43:18.630" v="445" actId="1037"/>
          <ac:spMkLst>
            <pc:docMk/>
            <pc:sldMk cId="31554601" sldId="651"/>
            <ac:spMk id="108" creationId="{1E0744C2-CAFB-23BD-137B-A9DB2A96BDB2}"/>
          </ac:spMkLst>
        </pc:spChg>
        <pc:spChg chg="add mod">
          <ac:chgData name="Mengmeng Ge" userId="bb5bc401-97cb-4caf-9857-8ff441375414" providerId="ADAL" clId="{15804E98-2735-47D5-BC38-F25866985B33}" dt="2024-04-22T02:43:22.719" v="447" actId="1037"/>
          <ac:spMkLst>
            <pc:docMk/>
            <pc:sldMk cId="31554601" sldId="651"/>
            <ac:spMk id="109" creationId="{85CFB089-0CCE-2616-58F3-D250404919EE}"/>
          </ac:spMkLst>
        </pc:spChg>
        <pc:spChg chg="add del">
          <ac:chgData name="Mengmeng Ge" userId="bb5bc401-97cb-4caf-9857-8ff441375414" providerId="ADAL" clId="{15804E98-2735-47D5-BC38-F25866985B33}" dt="2024-04-22T02:45:03.698" v="449" actId="478"/>
          <ac:spMkLst>
            <pc:docMk/>
            <pc:sldMk cId="31554601" sldId="651"/>
            <ac:spMk id="110" creationId="{05285B90-52D7-C044-48AC-C8FEABC8EF8F}"/>
          </ac:spMkLst>
        </pc:spChg>
        <pc:spChg chg="add mod">
          <ac:chgData name="Mengmeng Ge" userId="bb5bc401-97cb-4caf-9857-8ff441375414" providerId="ADAL" clId="{15804E98-2735-47D5-BC38-F25866985B33}" dt="2024-04-22T02:47:44.327" v="500" actId="1076"/>
          <ac:spMkLst>
            <pc:docMk/>
            <pc:sldMk cId="31554601" sldId="651"/>
            <ac:spMk id="111" creationId="{9146EC1F-2976-11EC-08F4-E2B54EDEEAE6}"/>
          </ac:spMkLst>
        </pc:spChg>
        <pc:grpChg chg="add mod">
          <ac:chgData name="Mengmeng Ge" userId="bb5bc401-97cb-4caf-9857-8ff441375414" providerId="ADAL" clId="{15804E98-2735-47D5-BC38-F25866985B33}" dt="2024-04-22T03:35:29.442" v="736" actId="1036"/>
          <ac:grpSpMkLst>
            <pc:docMk/>
            <pc:sldMk cId="31554601" sldId="651"/>
            <ac:grpSpMk id="5" creationId="{944DF3BE-D05D-F797-03FD-89758E43484D}"/>
          </ac:grpSpMkLst>
        </pc:grpChg>
        <pc:grpChg chg="mod">
          <ac:chgData name="Mengmeng Ge" userId="bb5bc401-97cb-4caf-9857-8ff441375414" providerId="ADAL" clId="{15804E98-2735-47D5-BC38-F25866985B33}" dt="2024-04-22T03:35:29.442" v="736" actId="1036"/>
          <ac:grpSpMkLst>
            <pc:docMk/>
            <pc:sldMk cId="31554601" sldId="651"/>
            <ac:grpSpMk id="21" creationId="{F4B2D5A1-3592-1687-075E-00E6ED7BB011}"/>
          </ac:grpSpMkLst>
        </pc:grpChg>
        <pc:grpChg chg="mod">
          <ac:chgData name="Mengmeng Ge" userId="bb5bc401-97cb-4caf-9857-8ff441375414" providerId="ADAL" clId="{15804E98-2735-47D5-BC38-F25866985B33}" dt="2024-04-22T03:35:29.442" v="736" actId="1036"/>
          <ac:grpSpMkLst>
            <pc:docMk/>
            <pc:sldMk cId="31554601" sldId="651"/>
            <ac:grpSpMk id="34" creationId="{674935C4-76D7-713A-2F47-47910CA47056}"/>
          </ac:grpSpMkLst>
        </pc:grpChg>
        <pc:grpChg chg="mod">
          <ac:chgData name="Mengmeng Ge" userId="bb5bc401-97cb-4caf-9857-8ff441375414" providerId="ADAL" clId="{15804E98-2735-47D5-BC38-F25866985B33}" dt="2024-04-22T03:35:29.442" v="736" actId="1036"/>
          <ac:grpSpMkLst>
            <pc:docMk/>
            <pc:sldMk cId="31554601" sldId="651"/>
            <ac:grpSpMk id="56" creationId="{B22E428C-1EEB-AF69-F859-AD79D6D5C89B}"/>
          </ac:grpSpMkLst>
        </pc:grpChg>
        <pc:grpChg chg="mod">
          <ac:chgData name="Mengmeng Ge" userId="bb5bc401-97cb-4caf-9857-8ff441375414" providerId="ADAL" clId="{15804E98-2735-47D5-BC38-F25866985B33}" dt="2024-04-22T03:35:29.442" v="736" actId="1036"/>
          <ac:grpSpMkLst>
            <pc:docMk/>
            <pc:sldMk cId="31554601" sldId="651"/>
            <ac:grpSpMk id="57" creationId="{B9E1456D-C119-BC38-0007-28B71E2BF194}"/>
          </ac:grpSpMkLst>
        </pc:grpChg>
        <pc:grpChg chg="mod">
          <ac:chgData name="Mengmeng Ge" userId="bb5bc401-97cb-4caf-9857-8ff441375414" providerId="ADAL" clId="{15804E98-2735-47D5-BC38-F25866985B33}" dt="2024-04-22T03:35:29.442" v="736" actId="1036"/>
          <ac:grpSpMkLst>
            <pc:docMk/>
            <pc:sldMk cId="31554601" sldId="651"/>
            <ac:grpSpMk id="58" creationId="{CFC2E514-5085-13DB-CC32-2C6CF37278AC}"/>
          </ac:grpSpMkLst>
        </pc:grpChg>
        <pc:grpChg chg="mod">
          <ac:chgData name="Mengmeng Ge" userId="bb5bc401-97cb-4caf-9857-8ff441375414" providerId="ADAL" clId="{15804E98-2735-47D5-BC38-F25866985B33}" dt="2024-04-22T03:35:29.442" v="736" actId="1036"/>
          <ac:grpSpMkLst>
            <pc:docMk/>
            <pc:sldMk cId="31554601" sldId="651"/>
            <ac:grpSpMk id="59" creationId="{91AD807E-4FEE-4F11-7487-D35586611997}"/>
          </ac:grpSpMkLst>
        </pc:grpChg>
        <pc:grpChg chg="mod">
          <ac:chgData name="Mengmeng Ge" userId="bb5bc401-97cb-4caf-9857-8ff441375414" providerId="ADAL" clId="{15804E98-2735-47D5-BC38-F25866985B33}" dt="2024-04-22T03:35:29.442" v="736" actId="1036"/>
          <ac:grpSpMkLst>
            <pc:docMk/>
            <pc:sldMk cId="31554601" sldId="651"/>
            <ac:grpSpMk id="79" creationId="{98DD9532-2D20-0A15-5313-1532363C848A}"/>
          </ac:grpSpMkLst>
        </pc:grpChg>
        <pc:grpChg chg="mod">
          <ac:chgData name="Mengmeng Ge" userId="bb5bc401-97cb-4caf-9857-8ff441375414" providerId="ADAL" clId="{15804E98-2735-47D5-BC38-F25866985B33}" dt="2024-04-22T03:35:29.442" v="736" actId="1036"/>
          <ac:grpSpMkLst>
            <pc:docMk/>
            <pc:sldMk cId="31554601" sldId="651"/>
            <ac:grpSpMk id="87" creationId="{517A8F23-2595-A216-1A14-541A3D9D2665}"/>
          </ac:grpSpMkLst>
        </pc:grpChg>
      </pc:sldChg>
      <pc:sldChg chg="modSp add mod modNotesTx">
        <pc:chgData name="Mengmeng Ge" userId="bb5bc401-97cb-4caf-9857-8ff441375414" providerId="ADAL" clId="{15804E98-2735-47D5-BC38-F25866985B33}" dt="2024-04-22T03:35:35.128" v="737" actId="1036"/>
        <pc:sldMkLst>
          <pc:docMk/>
          <pc:sldMk cId="208897683" sldId="652"/>
        </pc:sldMkLst>
        <pc:spChg chg="mod">
          <ac:chgData name="Mengmeng Ge" userId="bb5bc401-97cb-4caf-9857-8ff441375414" providerId="ADAL" clId="{15804E98-2735-47D5-BC38-F25866985B33}" dt="2024-04-22T02:48:03.315" v="519" actId="20577"/>
          <ac:spMkLst>
            <pc:docMk/>
            <pc:sldMk cId="208897683" sldId="652"/>
            <ac:spMk id="2" creationId="{12719259-4297-5F2E-8A5A-D15F6361F0EC}"/>
          </ac:spMkLst>
        </pc:spChg>
        <pc:spChg chg="mod">
          <ac:chgData name="Mengmeng Ge" userId="bb5bc401-97cb-4caf-9857-8ff441375414" providerId="ADAL" clId="{15804E98-2735-47D5-BC38-F25866985B33}" dt="2024-04-22T02:48:13.852" v="522" actId="255"/>
          <ac:spMkLst>
            <pc:docMk/>
            <pc:sldMk cId="208897683" sldId="652"/>
            <ac:spMk id="3" creationId="{D78C7C1C-E3AF-4925-D592-D29BF20936C1}"/>
          </ac:spMkLst>
        </pc:spChg>
        <pc:spChg chg="mod">
          <ac:chgData name="Mengmeng Ge" userId="bb5bc401-97cb-4caf-9857-8ff441375414" providerId="ADAL" clId="{15804E98-2735-47D5-BC38-F25866985B33}" dt="2024-04-22T03:35:35.128" v="737" actId="1036"/>
          <ac:spMkLst>
            <pc:docMk/>
            <pc:sldMk cId="208897683" sldId="652"/>
            <ac:spMk id="6" creationId="{5681DC2E-E309-E278-3759-4E75E40808BA}"/>
          </ac:spMkLst>
        </pc:spChg>
        <pc:spChg chg="mod">
          <ac:chgData name="Mengmeng Ge" userId="bb5bc401-97cb-4caf-9857-8ff441375414" providerId="ADAL" clId="{15804E98-2735-47D5-BC38-F25866985B33}" dt="2024-04-22T03:35:35.128" v="737" actId="1036"/>
          <ac:spMkLst>
            <pc:docMk/>
            <pc:sldMk cId="208897683" sldId="652"/>
            <ac:spMk id="7" creationId="{1B2957E2-A64C-4BC3-AFEA-2F2C4397897F}"/>
          </ac:spMkLst>
        </pc:spChg>
        <pc:spChg chg="mod">
          <ac:chgData name="Mengmeng Ge" userId="bb5bc401-97cb-4caf-9857-8ff441375414" providerId="ADAL" clId="{15804E98-2735-47D5-BC38-F25866985B33}" dt="2024-04-22T03:35:35.128" v="737" actId="1036"/>
          <ac:spMkLst>
            <pc:docMk/>
            <pc:sldMk cId="208897683" sldId="652"/>
            <ac:spMk id="8" creationId="{BC35342E-18B2-9D3A-A14B-2F40EE449B81}"/>
          </ac:spMkLst>
        </pc:spChg>
        <pc:spChg chg="mod">
          <ac:chgData name="Mengmeng Ge" userId="bb5bc401-97cb-4caf-9857-8ff441375414" providerId="ADAL" clId="{15804E98-2735-47D5-BC38-F25866985B33}" dt="2024-04-22T03:35:35.128" v="737" actId="1036"/>
          <ac:spMkLst>
            <pc:docMk/>
            <pc:sldMk cId="208897683" sldId="652"/>
            <ac:spMk id="9" creationId="{49F3C89F-5873-E6F3-3844-CE7D2DECC281}"/>
          </ac:spMkLst>
        </pc:spChg>
        <pc:spChg chg="mod">
          <ac:chgData name="Mengmeng Ge" userId="bb5bc401-97cb-4caf-9857-8ff441375414" providerId="ADAL" clId="{15804E98-2735-47D5-BC38-F25866985B33}" dt="2024-04-22T03:35:35.128" v="737" actId="1036"/>
          <ac:spMkLst>
            <pc:docMk/>
            <pc:sldMk cId="208897683" sldId="652"/>
            <ac:spMk id="10" creationId="{22EDA255-DE2D-8144-B3D8-A70888359A6E}"/>
          </ac:spMkLst>
        </pc:spChg>
        <pc:spChg chg="mod">
          <ac:chgData name="Mengmeng Ge" userId="bb5bc401-97cb-4caf-9857-8ff441375414" providerId="ADAL" clId="{15804E98-2735-47D5-BC38-F25866985B33}" dt="2024-04-22T03:35:35.128" v="737" actId="1036"/>
          <ac:spMkLst>
            <pc:docMk/>
            <pc:sldMk cId="208897683" sldId="652"/>
            <ac:spMk id="11" creationId="{3391F7FE-B5A0-1432-8B16-A13E382180BD}"/>
          </ac:spMkLst>
        </pc:spChg>
        <pc:spChg chg="mod">
          <ac:chgData name="Mengmeng Ge" userId="bb5bc401-97cb-4caf-9857-8ff441375414" providerId="ADAL" clId="{15804E98-2735-47D5-BC38-F25866985B33}" dt="2024-04-22T03:35:35.128" v="737" actId="1036"/>
          <ac:spMkLst>
            <pc:docMk/>
            <pc:sldMk cId="208897683" sldId="652"/>
            <ac:spMk id="12" creationId="{7CFDC21A-3309-8755-4DB3-E077ADB9002C}"/>
          </ac:spMkLst>
        </pc:spChg>
        <pc:spChg chg="mod">
          <ac:chgData name="Mengmeng Ge" userId="bb5bc401-97cb-4caf-9857-8ff441375414" providerId="ADAL" clId="{15804E98-2735-47D5-BC38-F25866985B33}" dt="2024-04-22T03:35:35.128" v="737" actId="1036"/>
          <ac:spMkLst>
            <pc:docMk/>
            <pc:sldMk cId="208897683" sldId="652"/>
            <ac:spMk id="13" creationId="{2F79AF98-0325-8601-7BDF-0B50562756BA}"/>
          </ac:spMkLst>
        </pc:spChg>
        <pc:spChg chg="mod">
          <ac:chgData name="Mengmeng Ge" userId="bb5bc401-97cb-4caf-9857-8ff441375414" providerId="ADAL" clId="{15804E98-2735-47D5-BC38-F25866985B33}" dt="2024-04-22T03:35:35.128" v="737" actId="1036"/>
          <ac:spMkLst>
            <pc:docMk/>
            <pc:sldMk cId="208897683" sldId="652"/>
            <ac:spMk id="14" creationId="{6C348B24-5E40-3AA5-0F81-FABFE01CD9B3}"/>
          </ac:spMkLst>
        </pc:spChg>
        <pc:spChg chg="mod">
          <ac:chgData name="Mengmeng Ge" userId="bb5bc401-97cb-4caf-9857-8ff441375414" providerId="ADAL" clId="{15804E98-2735-47D5-BC38-F25866985B33}" dt="2024-04-22T03:35:35.128" v="737" actId="1036"/>
          <ac:spMkLst>
            <pc:docMk/>
            <pc:sldMk cId="208897683" sldId="652"/>
            <ac:spMk id="15" creationId="{7D2A05DB-E222-DAB5-FF21-B66FD9B42A60}"/>
          </ac:spMkLst>
        </pc:spChg>
        <pc:spChg chg="mod">
          <ac:chgData name="Mengmeng Ge" userId="bb5bc401-97cb-4caf-9857-8ff441375414" providerId="ADAL" clId="{15804E98-2735-47D5-BC38-F25866985B33}" dt="2024-04-22T03:35:35.128" v="737" actId="1036"/>
          <ac:spMkLst>
            <pc:docMk/>
            <pc:sldMk cId="208897683" sldId="652"/>
            <ac:spMk id="16" creationId="{A3B9BE01-E6BB-6874-11F2-DF1596C3A96B}"/>
          </ac:spMkLst>
        </pc:spChg>
        <pc:spChg chg="mod">
          <ac:chgData name="Mengmeng Ge" userId="bb5bc401-97cb-4caf-9857-8ff441375414" providerId="ADAL" clId="{15804E98-2735-47D5-BC38-F25866985B33}" dt="2024-04-22T03:35:35.128" v="737" actId="1036"/>
          <ac:spMkLst>
            <pc:docMk/>
            <pc:sldMk cId="208897683" sldId="652"/>
            <ac:spMk id="17" creationId="{267F6358-DF43-EE95-E5AF-934848BF74A5}"/>
          </ac:spMkLst>
        </pc:spChg>
        <pc:spChg chg="mod">
          <ac:chgData name="Mengmeng Ge" userId="bb5bc401-97cb-4caf-9857-8ff441375414" providerId="ADAL" clId="{15804E98-2735-47D5-BC38-F25866985B33}" dt="2024-04-22T03:35:35.128" v="737" actId="1036"/>
          <ac:spMkLst>
            <pc:docMk/>
            <pc:sldMk cId="208897683" sldId="652"/>
            <ac:spMk id="18" creationId="{43982CAE-D259-E912-F780-3138B6338866}"/>
          </ac:spMkLst>
        </pc:spChg>
        <pc:spChg chg="mod">
          <ac:chgData name="Mengmeng Ge" userId="bb5bc401-97cb-4caf-9857-8ff441375414" providerId="ADAL" clId="{15804E98-2735-47D5-BC38-F25866985B33}" dt="2024-04-22T03:35:35.128" v="737" actId="1036"/>
          <ac:spMkLst>
            <pc:docMk/>
            <pc:sldMk cId="208897683" sldId="652"/>
            <ac:spMk id="19" creationId="{E2873909-9049-CF49-8165-8D5A3765E9C9}"/>
          </ac:spMkLst>
        </pc:spChg>
        <pc:spChg chg="mod">
          <ac:chgData name="Mengmeng Ge" userId="bb5bc401-97cb-4caf-9857-8ff441375414" providerId="ADAL" clId="{15804E98-2735-47D5-BC38-F25866985B33}" dt="2024-04-22T03:35:35.128" v="737" actId="1036"/>
          <ac:spMkLst>
            <pc:docMk/>
            <pc:sldMk cId="208897683" sldId="652"/>
            <ac:spMk id="20" creationId="{DFD811CF-4FB2-4F20-714C-5160F2458F90}"/>
          </ac:spMkLst>
        </pc:spChg>
        <pc:spChg chg="mod">
          <ac:chgData name="Mengmeng Ge" userId="bb5bc401-97cb-4caf-9857-8ff441375414" providerId="ADAL" clId="{15804E98-2735-47D5-BC38-F25866985B33}" dt="2024-04-22T03:35:35.128" v="737" actId="1036"/>
          <ac:spMkLst>
            <pc:docMk/>
            <pc:sldMk cId="208897683" sldId="652"/>
            <ac:spMk id="22" creationId="{9689A009-929E-DC0D-9612-ABC19DD43A18}"/>
          </ac:spMkLst>
        </pc:spChg>
        <pc:spChg chg="mod">
          <ac:chgData name="Mengmeng Ge" userId="bb5bc401-97cb-4caf-9857-8ff441375414" providerId="ADAL" clId="{15804E98-2735-47D5-BC38-F25866985B33}" dt="2024-04-22T03:35:35.128" v="737" actId="1036"/>
          <ac:spMkLst>
            <pc:docMk/>
            <pc:sldMk cId="208897683" sldId="652"/>
            <ac:spMk id="23" creationId="{7FF78F8D-F023-EC65-309D-4BFADB9C746B}"/>
          </ac:spMkLst>
        </pc:spChg>
        <pc:spChg chg="mod">
          <ac:chgData name="Mengmeng Ge" userId="bb5bc401-97cb-4caf-9857-8ff441375414" providerId="ADAL" clId="{15804E98-2735-47D5-BC38-F25866985B33}" dt="2024-04-22T03:35:35.128" v="737" actId="1036"/>
          <ac:spMkLst>
            <pc:docMk/>
            <pc:sldMk cId="208897683" sldId="652"/>
            <ac:spMk id="24" creationId="{534F1BCE-A049-5A6C-C99F-D3932EEC1016}"/>
          </ac:spMkLst>
        </pc:spChg>
        <pc:spChg chg="mod">
          <ac:chgData name="Mengmeng Ge" userId="bb5bc401-97cb-4caf-9857-8ff441375414" providerId="ADAL" clId="{15804E98-2735-47D5-BC38-F25866985B33}" dt="2024-04-22T03:35:35.128" v="737" actId="1036"/>
          <ac:spMkLst>
            <pc:docMk/>
            <pc:sldMk cId="208897683" sldId="652"/>
            <ac:spMk id="25" creationId="{BCACC30E-BC33-3C6C-B6D5-70F5FB20B9AF}"/>
          </ac:spMkLst>
        </pc:spChg>
        <pc:spChg chg="mod">
          <ac:chgData name="Mengmeng Ge" userId="bb5bc401-97cb-4caf-9857-8ff441375414" providerId="ADAL" clId="{15804E98-2735-47D5-BC38-F25866985B33}" dt="2024-04-22T03:35:35.128" v="737" actId="1036"/>
          <ac:spMkLst>
            <pc:docMk/>
            <pc:sldMk cId="208897683" sldId="652"/>
            <ac:spMk id="26" creationId="{90F0B239-9721-2B1D-D7A2-AD80998CE6A2}"/>
          </ac:spMkLst>
        </pc:spChg>
        <pc:spChg chg="mod">
          <ac:chgData name="Mengmeng Ge" userId="bb5bc401-97cb-4caf-9857-8ff441375414" providerId="ADAL" clId="{15804E98-2735-47D5-BC38-F25866985B33}" dt="2024-04-22T03:35:35.128" v="737" actId="1036"/>
          <ac:spMkLst>
            <pc:docMk/>
            <pc:sldMk cId="208897683" sldId="652"/>
            <ac:spMk id="27" creationId="{7C16A054-99D9-41DF-768E-800D2A02FCE9}"/>
          </ac:spMkLst>
        </pc:spChg>
        <pc:spChg chg="mod">
          <ac:chgData name="Mengmeng Ge" userId="bb5bc401-97cb-4caf-9857-8ff441375414" providerId="ADAL" clId="{15804E98-2735-47D5-BC38-F25866985B33}" dt="2024-04-22T03:35:35.128" v="737" actId="1036"/>
          <ac:spMkLst>
            <pc:docMk/>
            <pc:sldMk cId="208897683" sldId="652"/>
            <ac:spMk id="28" creationId="{C4F1BA7F-F3F9-8497-71F0-BFA30FF0BC85}"/>
          </ac:spMkLst>
        </pc:spChg>
        <pc:spChg chg="mod">
          <ac:chgData name="Mengmeng Ge" userId="bb5bc401-97cb-4caf-9857-8ff441375414" providerId="ADAL" clId="{15804E98-2735-47D5-BC38-F25866985B33}" dt="2024-04-22T03:35:35.128" v="737" actId="1036"/>
          <ac:spMkLst>
            <pc:docMk/>
            <pc:sldMk cId="208897683" sldId="652"/>
            <ac:spMk id="29" creationId="{AF7F81E8-7A94-8CF1-8077-48D83EA71825}"/>
          </ac:spMkLst>
        </pc:spChg>
        <pc:spChg chg="mod">
          <ac:chgData name="Mengmeng Ge" userId="bb5bc401-97cb-4caf-9857-8ff441375414" providerId="ADAL" clId="{15804E98-2735-47D5-BC38-F25866985B33}" dt="2024-04-22T03:35:35.128" v="737" actId="1036"/>
          <ac:spMkLst>
            <pc:docMk/>
            <pc:sldMk cId="208897683" sldId="652"/>
            <ac:spMk id="30" creationId="{62B2F2E6-9AA3-66A7-2127-263903D32CB9}"/>
          </ac:spMkLst>
        </pc:spChg>
        <pc:spChg chg="mod">
          <ac:chgData name="Mengmeng Ge" userId="bb5bc401-97cb-4caf-9857-8ff441375414" providerId="ADAL" clId="{15804E98-2735-47D5-BC38-F25866985B33}" dt="2024-04-22T03:35:35.128" v="737" actId="1036"/>
          <ac:spMkLst>
            <pc:docMk/>
            <pc:sldMk cId="208897683" sldId="652"/>
            <ac:spMk id="31" creationId="{6FB89B52-F8B9-3CB1-9FC5-E02FCE3D9E31}"/>
          </ac:spMkLst>
        </pc:spChg>
        <pc:spChg chg="mod">
          <ac:chgData name="Mengmeng Ge" userId="bb5bc401-97cb-4caf-9857-8ff441375414" providerId="ADAL" clId="{15804E98-2735-47D5-BC38-F25866985B33}" dt="2024-04-22T03:35:35.128" v="737" actId="1036"/>
          <ac:spMkLst>
            <pc:docMk/>
            <pc:sldMk cId="208897683" sldId="652"/>
            <ac:spMk id="32" creationId="{18C5A50A-FEF4-6482-9EF9-B6C5C73EAB4A}"/>
          </ac:spMkLst>
        </pc:spChg>
        <pc:spChg chg="mod">
          <ac:chgData name="Mengmeng Ge" userId="bb5bc401-97cb-4caf-9857-8ff441375414" providerId="ADAL" clId="{15804E98-2735-47D5-BC38-F25866985B33}" dt="2024-04-22T03:35:35.128" v="737" actId="1036"/>
          <ac:spMkLst>
            <pc:docMk/>
            <pc:sldMk cId="208897683" sldId="652"/>
            <ac:spMk id="33" creationId="{1E206DDE-D47F-5BDB-3AFA-F1498B0B210C}"/>
          </ac:spMkLst>
        </pc:spChg>
        <pc:spChg chg="mod">
          <ac:chgData name="Mengmeng Ge" userId="bb5bc401-97cb-4caf-9857-8ff441375414" providerId="ADAL" clId="{15804E98-2735-47D5-BC38-F25866985B33}" dt="2024-04-22T03:35:35.128" v="737" actId="1036"/>
          <ac:spMkLst>
            <pc:docMk/>
            <pc:sldMk cId="208897683" sldId="652"/>
            <ac:spMk id="35" creationId="{1D8642F9-1FA7-2559-7240-213901C5473D}"/>
          </ac:spMkLst>
        </pc:spChg>
        <pc:spChg chg="mod">
          <ac:chgData name="Mengmeng Ge" userId="bb5bc401-97cb-4caf-9857-8ff441375414" providerId="ADAL" clId="{15804E98-2735-47D5-BC38-F25866985B33}" dt="2024-04-22T03:35:35.128" v="737" actId="1036"/>
          <ac:spMkLst>
            <pc:docMk/>
            <pc:sldMk cId="208897683" sldId="652"/>
            <ac:spMk id="36" creationId="{1D34DB72-B5C6-4B24-1A33-459F785BC19D}"/>
          </ac:spMkLst>
        </pc:spChg>
        <pc:spChg chg="mod">
          <ac:chgData name="Mengmeng Ge" userId="bb5bc401-97cb-4caf-9857-8ff441375414" providerId="ADAL" clId="{15804E98-2735-47D5-BC38-F25866985B33}" dt="2024-04-22T03:35:35.128" v="737" actId="1036"/>
          <ac:spMkLst>
            <pc:docMk/>
            <pc:sldMk cId="208897683" sldId="652"/>
            <ac:spMk id="37" creationId="{72BE9900-490F-4701-554D-0F3175348E71}"/>
          </ac:spMkLst>
        </pc:spChg>
        <pc:spChg chg="mod">
          <ac:chgData name="Mengmeng Ge" userId="bb5bc401-97cb-4caf-9857-8ff441375414" providerId="ADAL" clId="{15804E98-2735-47D5-BC38-F25866985B33}" dt="2024-04-22T03:35:35.128" v="737" actId="1036"/>
          <ac:spMkLst>
            <pc:docMk/>
            <pc:sldMk cId="208897683" sldId="652"/>
            <ac:spMk id="38" creationId="{C0039867-7957-25CB-EF7D-CC38909B5A8B}"/>
          </ac:spMkLst>
        </pc:spChg>
        <pc:spChg chg="mod">
          <ac:chgData name="Mengmeng Ge" userId="bb5bc401-97cb-4caf-9857-8ff441375414" providerId="ADAL" clId="{15804E98-2735-47D5-BC38-F25866985B33}" dt="2024-04-22T03:35:35.128" v="737" actId="1036"/>
          <ac:spMkLst>
            <pc:docMk/>
            <pc:sldMk cId="208897683" sldId="652"/>
            <ac:spMk id="39" creationId="{BEAA625F-1BFA-3039-6592-384797EFB418}"/>
          </ac:spMkLst>
        </pc:spChg>
        <pc:spChg chg="mod">
          <ac:chgData name="Mengmeng Ge" userId="bb5bc401-97cb-4caf-9857-8ff441375414" providerId="ADAL" clId="{15804E98-2735-47D5-BC38-F25866985B33}" dt="2024-04-22T03:35:35.128" v="737" actId="1036"/>
          <ac:spMkLst>
            <pc:docMk/>
            <pc:sldMk cId="208897683" sldId="652"/>
            <ac:spMk id="40" creationId="{A0544885-94D2-F663-37AC-AD11161CD88F}"/>
          </ac:spMkLst>
        </pc:spChg>
        <pc:spChg chg="mod">
          <ac:chgData name="Mengmeng Ge" userId="bb5bc401-97cb-4caf-9857-8ff441375414" providerId="ADAL" clId="{15804E98-2735-47D5-BC38-F25866985B33}" dt="2024-04-22T03:35:35.128" v="737" actId="1036"/>
          <ac:spMkLst>
            <pc:docMk/>
            <pc:sldMk cId="208897683" sldId="652"/>
            <ac:spMk id="41" creationId="{49ED09C5-C6F3-36AA-F5F2-4EEC3E25EFA7}"/>
          </ac:spMkLst>
        </pc:spChg>
        <pc:spChg chg="mod">
          <ac:chgData name="Mengmeng Ge" userId="bb5bc401-97cb-4caf-9857-8ff441375414" providerId="ADAL" clId="{15804E98-2735-47D5-BC38-F25866985B33}" dt="2024-04-22T03:35:35.128" v="737" actId="1036"/>
          <ac:spMkLst>
            <pc:docMk/>
            <pc:sldMk cId="208897683" sldId="652"/>
            <ac:spMk id="42" creationId="{CEF50425-6915-64DF-6E42-643ECAFAA18E}"/>
          </ac:spMkLst>
        </pc:spChg>
        <pc:spChg chg="mod">
          <ac:chgData name="Mengmeng Ge" userId="bb5bc401-97cb-4caf-9857-8ff441375414" providerId="ADAL" clId="{15804E98-2735-47D5-BC38-F25866985B33}" dt="2024-04-22T03:35:35.128" v="737" actId="1036"/>
          <ac:spMkLst>
            <pc:docMk/>
            <pc:sldMk cId="208897683" sldId="652"/>
            <ac:spMk id="43" creationId="{692ACF1B-932E-C9E5-42E9-6820132DAD7D}"/>
          </ac:spMkLst>
        </pc:spChg>
        <pc:spChg chg="mod">
          <ac:chgData name="Mengmeng Ge" userId="bb5bc401-97cb-4caf-9857-8ff441375414" providerId="ADAL" clId="{15804E98-2735-47D5-BC38-F25866985B33}" dt="2024-04-22T03:35:35.128" v="737" actId="1036"/>
          <ac:spMkLst>
            <pc:docMk/>
            <pc:sldMk cId="208897683" sldId="652"/>
            <ac:spMk id="44" creationId="{CCA19A25-9CB1-1967-AEBA-F47982CB420B}"/>
          </ac:spMkLst>
        </pc:spChg>
        <pc:spChg chg="mod">
          <ac:chgData name="Mengmeng Ge" userId="bb5bc401-97cb-4caf-9857-8ff441375414" providerId="ADAL" clId="{15804E98-2735-47D5-BC38-F25866985B33}" dt="2024-04-22T03:35:35.128" v="737" actId="1036"/>
          <ac:spMkLst>
            <pc:docMk/>
            <pc:sldMk cId="208897683" sldId="652"/>
            <ac:spMk id="45" creationId="{7291B4EC-2F20-0449-D944-5F713C93400E}"/>
          </ac:spMkLst>
        </pc:spChg>
        <pc:spChg chg="mod">
          <ac:chgData name="Mengmeng Ge" userId="bb5bc401-97cb-4caf-9857-8ff441375414" providerId="ADAL" clId="{15804E98-2735-47D5-BC38-F25866985B33}" dt="2024-04-22T03:35:35.128" v="737" actId="1036"/>
          <ac:spMkLst>
            <pc:docMk/>
            <pc:sldMk cId="208897683" sldId="652"/>
            <ac:spMk id="46" creationId="{11DA0352-2F4F-5326-5C85-71841385CAAA}"/>
          </ac:spMkLst>
        </pc:spChg>
        <pc:spChg chg="mod">
          <ac:chgData name="Mengmeng Ge" userId="bb5bc401-97cb-4caf-9857-8ff441375414" providerId="ADAL" clId="{15804E98-2735-47D5-BC38-F25866985B33}" dt="2024-04-22T03:35:35.128" v="737" actId="1036"/>
          <ac:spMkLst>
            <pc:docMk/>
            <pc:sldMk cId="208897683" sldId="652"/>
            <ac:spMk id="47" creationId="{8DDCDB70-F1C8-2140-9207-19961AC54754}"/>
          </ac:spMkLst>
        </pc:spChg>
        <pc:spChg chg="mod">
          <ac:chgData name="Mengmeng Ge" userId="bb5bc401-97cb-4caf-9857-8ff441375414" providerId="ADAL" clId="{15804E98-2735-47D5-BC38-F25866985B33}" dt="2024-04-22T03:35:35.128" v="737" actId="1036"/>
          <ac:spMkLst>
            <pc:docMk/>
            <pc:sldMk cId="208897683" sldId="652"/>
            <ac:spMk id="48" creationId="{AAD37C0D-8FDA-1E1E-AABD-E56F51E22BCB}"/>
          </ac:spMkLst>
        </pc:spChg>
        <pc:spChg chg="mod">
          <ac:chgData name="Mengmeng Ge" userId="bb5bc401-97cb-4caf-9857-8ff441375414" providerId="ADAL" clId="{15804E98-2735-47D5-BC38-F25866985B33}" dt="2024-04-22T03:35:35.128" v="737" actId="1036"/>
          <ac:spMkLst>
            <pc:docMk/>
            <pc:sldMk cId="208897683" sldId="652"/>
            <ac:spMk id="49" creationId="{E9300520-3F61-B0CA-AF8F-00F2673FC49C}"/>
          </ac:spMkLst>
        </pc:spChg>
        <pc:spChg chg="mod">
          <ac:chgData name="Mengmeng Ge" userId="bb5bc401-97cb-4caf-9857-8ff441375414" providerId="ADAL" clId="{15804E98-2735-47D5-BC38-F25866985B33}" dt="2024-04-22T03:35:35.128" v="737" actId="1036"/>
          <ac:spMkLst>
            <pc:docMk/>
            <pc:sldMk cId="208897683" sldId="652"/>
            <ac:spMk id="50" creationId="{85D62BE6-4C26-BEB4-E172-7FCC0C80CEBB}"/>
          </ac:spMkLst>
        </pc:spChg>
        <pc:spChg chg="mod">
          <ac:chgData name="Mengmeng Ge" userId="bb5bc401-97cb-4caf-9857-8ff441375414" providerId="ADAL" clId="{15804E98-2735-47D5-BC38-F25866985B33}" dt="2024-04-22T03:35:35.128" v="737" actId="1036"/>
          <ac:spMkLst>
            <pc:docMk/>
            <pc:sldMk cId="208897683" sldId="652"/>
            <ac:spMk id="51" creationId="{C420DEBF-7125-DEB1-4C0C-D3D1ACEFC864}"/>
          </ac:spMkLst>
        </pc:spChg>
        <pc:spChg chg="mod">
          <ac:chgData name="Mengmeng Ge" userId="bb5bc401-97cb-4caf-9857-8ff441375414" providerId="ADAL" clId="{15804E98-2735-47D5-BC38-F25866985B33}" dt="2024-04-22T03:35:35.128" v="737" actId="1036"/>
          <ac:spMkLst>
            <pc:docMk/>
            <pc:sldMk cId="208897683" sldId="652"/>
            <ac:spMk id="52" creationId="{98E196E2-D13A-DD57-25F2-D85A4FD1CC18}"/>
          </ac:spMkLst>
        </pc:spChg>
        <pc:spChg chg="mod">
          <ac:chgData name="Mengmeng Ge" userId="bb5bc401-97cb-4caf-9857-8ff441375414" providerId="ADAL" clId="{15804E98-2735-47D5-BC38-F25866985B33}" dt="2024-04-22T03:35:35.128" v="737" actId="1036"/>
          <ac:spMkLst>
            <pc:docMk/>
            <pc:sldMk cId="208897683" sldId="652"/>
            <ac:spMk id="53" creationId="{396AA80B-6630-8305-3F32-08BC90465661}"/>
          </ac:spMkLst>
        </pc:spChg>
        <pc:spChg chg="mod">
          <ac:chgData name="Mengmeng Ge" userId="bb5bc401-97cb-4caf-9857-8ff441375414" providerId="ADAL" clId="{15804E98-2735-47D5-BC38-F25866985B33}" dt="2024-04-22T03:35:35.128" v="737" actId="1036"/>
          <ac:spMkLst>
            <pc:docMk/>
            <pc:sldMk cId="208897683" sldId="652"/>
            <ac:spMk id="54" creationId="{3A3D0356-D6B0-7ECD-DD2F-8ADAA5FBC1EC}"/>
          </ac:spMkLst>
        </pc:spChg>
        <pc:spChg chg="mod">
          <ac:chgData name="Mengmeng Ge" userId="bb5bc401-97cb-4caf-9857-8ff441375414" providerId="ADAL" clId="{15804E98-2735-47D5-BC38-F25866985B33}" dt="2024-04-22T03:35:35.128" v="737" actId="1036"/>
          <ac:spMkLst>
            <pc:docMk/>
            <pc:sldMk cId="208897683" sldId="652"/>
            <ac:spMk id="55" creationId="{3FE07413-6A3C-BACB-E740-34AF79A96984}"/>
          </ac:spMkLst>
        </pc:spChg>
        <pc:spChg chg="mod">
          <ac:chgData name="Mengmeng Ge" userId="bb5bc401-97cb-4caf-9857-8ff441375414" providerId="ADAL" clId="{15804E98-2735-47D5-BC38-F25866985B33}" dt="2024-04-22T03:35:35.128" v="737" actId="1036"/>
          <ac:spMkLst>
            <pc:docMk/>
            <pc:sldMk cId="208897683" sldId="652"/>
            <ac:spMk id="60" creationId="{ACD5007F-8B6E-F6F6-616E-0F7E0651FCE6}"/>
          </ac:spMkLst>
        </pc:spChg>
        <pc:spChg chg="mod">
          <ac:chgData name="Mengmeng Ge" userId="bb5bc401-97cb-4caf-9857-8ff441375414" providerId="ADAL" clId="{15804E98-2735-47D5-BC38-F25866985B33}" dt="2024-04-22T03:35:35.128" v="737" actId="1036"/>
          <ac:spMkLst>
            <pc:docMk/>
            <pc:sldMk cId="208897683" sldId="652"/>
            <ac:spMk id="61" creationId="{DD50CE94-D161-6C39-CFE5-7FF3905A82CC}"/>
          </ac:spMkLst>
        </pc:spChg>
        <pc:spChg chg="mod">
          <ac:chgData name="Mengmeng Ge" userId="bb5bc401-97cb-4caf-9857-8ff441375414" providerId="ADAL" clId="{15804E98-2735-47D5-BC38-F25866985B33}" dt="2024-04-22T03:35:35.128" v="737" actId="1036"/>
          <ac:spMkLst>
            <pc:docMk/>
            <pc:sldMk cId="208897683" sldId="652"/>
            <ac:spMk id="62" creationId="{F887EDD3-AB60-4319-3DB7-C712D904498D}"/>
          </ac:spMkLst>
        </pc:spChg>
        <pc:spChg chg="mod">
          <ac:chgData name="Mengmeng Ge" userId="bb5bc401-97cb-4caf-9857-8ff441375414" providerId="ADAL" clId="{15804E98-2735-47D5-BC38-F25866985B33}" dt="2024-04-22T03:35:35.128" v="737" actId="1036"/>
          <ac:spMkLst>
            <pc:docMk/>
            <pc:sldMk cId="208897683" sldId="652"/>
            <ac:spMk id="63" creationId="{EA83B37A-6C5A-07E7-FBFF-8A0F687D9B66}"/>
          </ac:spMkLst>
        </pc:spChg>
        <pc:spChg chg="mod">
          <ac:chgData name="Mengmeng Ge" userId="bb5bc401-97cb-4caf-9857-8ff441375414" providerId="ADAL" clId="{15804E98-2735-47D5-BC38-F25866985B33}" dt="2024-04-22T03:35:35.128" v="737" actId="1036"/>
          <ac:spMkLst>
            <pc:docMk/>
            <pc:sldMk cId="208897683" sldId="652"/>
            <ac:spMk id="64" creationId="{9F19E944-37B5-197A-DC1E-CA0352020A9F}"/>
          </ac:spMkLst>
        </pc:spChg>
        <pc:spChg chg="mod">
          <ac:chgData name="Mengmeng Ge" userId="bb5bc401-97cb-4caf-9857-8ff441375414" providerId="ADAL" clId="{15804E98-2735-47D5-BC38-F25866985B33}" dt="2024-04-22T03:35:35.128" v="737" actId="1036"/>
          <ac:spMkLst>
            <pc:docMk/>
            <pc:sldMk cId="208897683" sldId="652"/>
            <ac:spMk id="65" creationId="{61E9B53B-02A8-6728-E597-CC62E0C464A1}"/>
          </ac:spMkLst>
        </pc:spChg>
        <pc:spChg chg="mod">
          <ac:chgData name="Mengmeng Ge" userId="bb5bc401-97cb-4caf-9857-8ff441375414" providerId="ADAL" clId="{15804E98-2735-47D5-BC38-F25866985B33}" dt="2024-04-22T03:35:35.128" v="737" actId="1036"/>
          <ac:spMkLst>
            <pc:docMk/>
            <pc:sldMk cId="208897683" sldId="652"/>
            <ac:spMk id="66" creationId="{1288EAF8-1BC5-2D8E-9367-95334C7A8381}"/>
          </ac:spMkLst>
        </pc:spChg>
        <pc:spChg chg="mod">
          <ac:chgData name="Mengmeng Ge" userId="bb5bc401-97cb-4caf-9857-8ff441375414" providerId="ADAL" clId="{15804E98-2735-47D5-BC38-F25866985B33}" dt="2024-04-22T03:35:35.128" v="737" actId="1036"/>
          <ac:spMkLst>
            <pc:docMk/>
            <pc:sldMk cId="208897683" sldId="652"/>
            <ac:spMk id="67" creationId="{B4452195-4D83-0715-B6AD-66B72514856E}"/>
          </ac:spMkLst>
        </pc:spChg>
        <pc:spChg chg="mod">
          <ac:chgData name="Mengmeng Ge" userId="bb5bc401-97cb-4caf-9857-8ff441375414" providerId="ADAL" clId="{15804E98-2735-47D5-BC38-F25866985B33}" dt="2024-04-22T03:35:35.128" v="737" actId="1036"/>
          <ac:spMkLst>
            <pc:docMk/>
            <pc:sldMk cId="208897683" sldId="652"/>
            <ac:spMk id="68" creationId="{7FE3BC47-6B97-087B-1F40-DC0179DD9E69}"/>
          </ac:spMkLst>
        </pc:spChg>
        <pc:spChg chg="mod">
          <ac:chgData name="Mengmeng Ge" userId="bb5bc401-97cb-4caf-9857-8ff441375414" providerId="ADAL" clId="{15804E98-2735-47D5-BC38-F25866985B33}" dt="2024-04-22T03:35:35.128" v="737" actId="1036"/>
          <ac:spMkLst>
            <pc:docMk/>
            <pc:sldMk cId="208897683" sldId="652"/>
            <ac:spMk id="69" creationId="{8C6BECC0-E8D8-CA2E-95C5-6D26DBBF0B12}"/>
          </ac:spMkLst>
        </pc:spChg>
        <pc:spChg chg="mod">
          <ac:chgData name="Mengmeng Ge" userId="bb5bc401-97cb-4caf-9857-8ff441375414" providerId="ADAL" clId="{15804E98-2735-47D5-BC38-F25866985B33}" dt="2024-04-22T03:35:35.128" v="737" actId="1036"/>
          <ac:spMkLst>
            <pc:docMk/>
            <pc:sldMk cId="208897683" sldId="652"/>
            <ac:spMk id="70" creationId="{D07A7871-94CB-68F1-5356-9E918BD7980B}"/>
          </ac:spMkLst>
        </pc:spChg>
        <pc:spChg chg="mod">
          <ac:chgData name="Mengmeng Ge" userId="bb5bc401-97cb-4caf-9857-8ff441375414" providerId="ADAL" clId="{15804E98-2735-47D5-BC38-F25866985B33}" dt="2024-04-22T03:35:35.128" v="737" actId="1036"/>
          <ac:spMkLst>
            <pc:docMk/>
            <pc:sldMk cId="208897683" sldId="652"/>
            <ac:spMk id="71" creationId="{C98A5453-FCC1-89A4-A0CD-0A21B8C01508}"/>
          </ac:spMkLst>
        </pc:spChg>
        <pc:spChg chg="mod">
          <ac:chgData name="Mengmeng Ge" userId="bb5bc401-97cb-4caf-9857-8ff441375414" providerId="ADAL" clId="{15804E98-2735-47D5-BC38-F25866985B33}" dt="2024-04-22T03:35:35.128" v="737" actId="1036"/>
          <ac:spMkLst>
            <pc:docMk/>
            <pc:sldMk cId="208897683" sldId="652"/>
            <ac:spMk id="72" creationId="{2C356832-2265-DD71-ADF0-33B635F00AA6}"/>
          </ac:spMkLst>
        </pc:spChg>
        <pc:spChg chg="mod">
          <ac:chgData name="Mengmeng Ge" userId="bb5bc401-97cb-4caf-9857-8ff441375414" providerId="ADAL" clId="{15804E98-2735-47D5-BC38-F25866985B33}" dt="2024-04-22T03:35:35.128" v="737" actId="1036"/>
          <ac:spMkLst>
            <pc:docMk/>
            <pc:sldMk cId="208897683" sldId="652"/>
            <ac:spMk id="73" creationId="{BC90D6EE-9914-3306-22EE-3CA795BE9BBD}"/>
          </ac:spMkLst>
        </pc:spChg>
        <pc:spChg chg="mod">
          <ac:chgData name="Mengmeng Ge" userId="bb5bc401-97cb-4caf-9857-8ff441375414" providerId="ADAL" clId="{15804E98-2735-47D5-BC38-F25866985B33}" dt="2024-04-22T03:35:35.128" v="737" actId="1036"/>
          <ac:spMkLst>
            <pc:docMk/>
            <pc:sldMk cId="208897683" sldId="652"/>
            <ac:spMk id="74" creationId="{155F29F2-04FE-FB14-EC3C-D46EA7C0F750}"/>
          </ac:spMkLst>
        </pc:spChg>
        <pc:spChg chg="mod">
          <ac:chgData name="Mengmeng Ge" userId="bb5bc401-97cb-4caf-9857-8ff441375414" providerId="ADAL" clId="{15804E98-2735-47D5-BC38-F25866985B33}" dt="2024-04-22T03:35:35.128" v="737" actId="1036"/>
          <ac:spMkLst>
            <pc:docMk/>
            <pc:sldMk cId="208897683" sldId="652"/>
            <ac:spMk id="75" creationId="{12BFF896-D190-4548-E533-917E5EE00E66}"/>
          </ac:spMkLst>
        </pc:spChg>
        <pc:spChg chg="mod">
          <ac:chgData name="Mengmeng Ge" userId="bb5bc401-97cb-4caf-9857-8ff441375414" providerId="ADAL" clId="{15804E98-2735-47D5-BC38-F25866985B33}" dt="2024-04-22T03:35:35.128" v="737" actId="1036"/>
          <ac:spMkLst>
            <pc:docMk/>
            <pc:sldMk cId="208897683" sldId="652"/>
            <ac:spMk id="76" creationId="{C398B6ED-3E57-2777-FB98-97365C99BCD9}"/>
          </ac:spMkLst>
        </pc:spChg>
        <pc:spChg chg="mod">
          <ac:chgData name="Mengmeng Ge" userId="bb5bc401-97cb-4caf-9857-8ff441375414" providerId="ADAL" clId="{15804E98-2735-47D5-BC38-F25866985B33}" dt="2024-04-22T03:35:35.128" v="737" actId="1036"/>
          <ac:spMkLst>
            <pc:docMk/>
            <pc:sldMk cId="208897683" sldId="652"/>
            <ac:spMk id="77" creationId="{225749D3-FC56-8CDD-41A4-1FF75B47D3CD}"/>
          </ac:spMkLst>
        </pc:spChg>
        <pc:spChg chg="mod">
          <ac:chgData name="Mengmeng Ge" userId="bb5bc401-97cb-4caf-9857-8ff441375414" providerId="ADAL" clId="{15804E98-2735-47D5-BC38-F25866985B33}" dt="2024-04-22T03:35:35.128" v="737" actId="1036"/>
          <ac:spMkLst>
            <pc:docMk/>
            <pc:sldMk cId="208897683" sldId="652"/>
            <ac:spMk id="78" creationId="{B133C13B-55E3-C3E9-BC1E-AE692B6A541C}"/>
          </ac:spMkLst>
        </pc:spChg>
        <pc:spChg chg="mod">
          <ac:chgData name="Mengmeng Ge" userId="bb5bc401-97cb-4caf-9857-8ff441375414" providerId="ADAL" clId="{15804E98-2735-47D5-BC38-F25866985B33}" dt="2024-04-22T03:35:35.128" v="737" actId="1036"/>
          <ac:spMkLst>
            <pc:docMk/>
            <pc:sldMk cId="208897683" sldId="652"/>
            <ac:spMk id="80" creationId="{B7EBB6F0-72E5-1F03-C992-D92817612C27}"/>
          </ac:spMkLst>
        </pc:spChg>
        <pc:spChg chg="mod">
          <ac:chgData name="Mengmeng Ge" userId="bb5bc401-97cb-4caf-9857-8ff441375414" providerId="ADAL" clId="{15804E98-2735-47D5-BC38-F25866985B33}" dt="2024-04-22T03:35:35.128" v="737" actId="1036"/>
          <ac:spMkLst>
            <pc:docMk/>
            <pc:sldMk cId="208897683" sldId="652"/>
            <ac:spMk id="81" creationId="{E07C98C7-4486-13CB-B038-532BA0CCCA98}"/>
          </ac:spMkLst>
        </pc:spChg>
        <pc:spChg chg="mod">
          <ac:chgData name="Mengmeng Ge" userId="bb5bc401-97cb-4caf-9857-8ff441375414" providerId="ADAL" clId="{15804E98-2735-47D5-BC38-F25866985B33}" dt="2024-04-22T03:35:35.128" v="737" actId="1036"/>
          <ac:spMkLst>
            <pc:docMk/>
            <pc:sldMk cId="208897683" sldId="652"/>
            <ac:spMk id="82" creationId="{32C4FE10-9636-9840-C6B4-DB986B665B21}"/>
          </ac:spMkLst>
        </pc:spChg>
        <pc:spChg chg="mod">
          <ac:chgData name="Mengmeng Ge" userId="bb5bc401-97cb-4caf-9857-8ff441375414" providerId="ADAL" clId="{15804E98-2735-47D5-BC38-F25866985B33}" dt="2024-04-22T03:35:35.128" v="737" actId="1036"/>
          <ac:spMkLst>
            <pc:docMk/>
            <pc:sldMk cId="208897683" sldId="652"/>
            <ac:spMk id="83" creationId="{0AE167F5-BCF9-7861-A04F-C7D08EA1A532}"/>
          </ac:spMkLst>
        </pc:spChg>
        <pc:spChg chg="mod">
          <ac:chgData name="Mengmeng Ge" userId="bb5bc401-97cb-4caf-9857-8ff441375414" providerId="ADAL" clId="{15804E98-2735-47D5-BC38-F25866985B33}" dt="2024-04-22T03:35:35.128" v="737" actId="1036"/>
          <ac:spMkLst>
            <pc:docMk/>
            <pc:sldMk cId="208897683" sldId="652"/>
            <ac:spMk id="84" creationId="{EE5A6A81-2C6F-409B-95EE-6514C59D6F9C}"/>
          </ac:spMkLst>
        </pc:spChg>
        <pc:spChg chg="mod">
          <ac:chgData name="Mengmeng Ge" userId="bb5bc401-97cb-4caf-9857-8ff441375414" providerId="ADAL" clId="{15804E98-2735-47D5-BC38-F25866985B33}" dt="2024-04-22T03:35:35.128" v="737" actId="1036"/>
          <ac:spMkLst>
            <pc:docMk/>
            <pc:sldMk cId="208897683" sldId="652"/>
            <ac:spMk id="85" creationId="{38161FA3-C21F-A1A8-DA03-7A6554F75D81}"/>
          </ac:spMkLst>
        </pc:spChg>
        <pc:spChg chg="mod">
          <ac:chgData name="Mengmeng Ge" userId="bb5bc401-97cb-4caf-9857-8ff441375414" providerId="ADAL" clId="{15804E98-2735-47D5-BC38-F25866985B33}" dt="2024-04-22T03:35:35.128" v="737" actId="1036"/>
          <ac:spMkLst>
            <pc:docMk/>
            <pc:sldMk cId="208897683" sldId="652"/>
            <ac:spMk id="86" creationId="{31A22D7A-FEBD-0116-BDA9-A9066F7C8BDE}"/>
          </ac:spMkLst>
        </pc:spChg>
        <pc:spChg chg="mod">
          <ac:chgData name="Mengmeng Ge" userId="bb5bc401-97cb-4caf-9857-8ff441375414" providerId="ADAL" clId="{15804E98-2735-47D5-BC38-F25866985B33}" dt="2024-04-22T03:35:35.128" v="737" actId="1036"/>
          <ac:spMkLst>
            <pc:docMk/>
            <pc:sldMk cId="208897683" sldId="652"/>
            <ac:spMk id="88" creationId="{49D9F07C-5D97-E44F-DB8B-0269710F1809}"/>
          </ac:spMkLst>
        </pc:spChg>
        <pc:spChg chg="mod">
          <ac:chgData name="Mengmeng Ge" userId="bb5bc401-97cb-4caf-9857-8ff441375414" providerId="ADAL" clId="{15804E98-2735-47D5-BC38-F25866985B33}" dt="2024-04-22T03:35:35.128" v="737" actId="1036"/>
          <ac:spMkLst>
            <pc:docMk/>
            <pc:sldMk cId="208897683" sldId="652"/>
            <ac:spMk id="89" creationId="{97B0CE6D-6FF7-38CE-0C0E-FDBD52838AE2}"/>
          </ac:spMkLst>
        </pc:spChg>
        <pc:spChg chg="mod">
          <ac:chgData name="Mengmeng Ge" userId="bb5bc401-97cb-4caf-9857-8ff441375414" providerId="ADAL" clId="{15804E98-2735-47D5-BC38-F25866985B33}" dt="2024-04-22T03:35:35.128" v="737" actId="1036"/>
          <ac:spMkLst>
            <pc:docMk/>
            <pc:sldMk cId="208897683" sldId="652"/>
            <ac:spMk id="90" creationId="{EC777AB9-EC74-ED39-A503-70CF043C47A5}"/>
          </ac:spMkLst>
        </pc:spChg>
        <pc:spChg chg="mod">
          <ac:chgData name="Mengmeng Ge" userId="bb5bc401-97cb-4caf-9857-8ff441375414" providerId="ADAL" clId="{15804E98-2735-47D5-BC38-F25866985B33}" dt="2024-04-22T03:35:35.128" v="737" actId="1036"/>
          <ac:spMkLst>
            <pc:docMk/>
            <pc:sldMk cId="208897683" sldId="652"/>
            <ac:spMk id="91" creationId="{F2FAF8E6-D280-C9BD-41AD-EAD3C81B3566}"/>
          </ac:spMkLst>
        </pc:spChg>
        <pc:spChg chg="mod">
          <ac:chgData name="Mengmeng Ge" userId="bb5bc401-97cb-4caf-9857-8ff441375414" providerId="ADAL" clId="{15804E98-2735-47D5-BC38-F25866985B33}" dt="2024-04-22T03:35:35.128" v="737" actId="1036"/>
          <ac:spMkLst>
            <pc:docMk/>
            <pc:sldMk cId="208897683" sldId="652"/>
            <ac:spMk id="92" creationId="{44556DEA-9006-050E-AD8D-E09F4D4E98A0}"/>
          </ac:spMkLst>
        </pc:spChg>
        <pc:spChg chg="mod">
          <ac:chgData name="Mengmeng Ge" userId="bb5bc401-97cb-4caf-9857-8ff441375414" providerId="ADAL" clId="{15804E98-2735-47D5-BC38-F25866985B33}" dt="2024-04-22T03:35:35.128" v="737" actId="1036"/>
          <ac:spMkLst>
            <pc:docMk/>
            <pc:sldMk cId="208897683" sldId="652"/>
            <ac:spMk id="93" creationId="{19D919B8-6E0C-B184-094D-DC68084C69A3}"/>
          </ac:spMkLst>
        </pc:spChg>
        <pc:spChg chg="mod">
          <ac:chgData name="Mengmeng Ge" userId="bb5bc401-97cb-4caf-9857-8ff441375414" providerId="ADAL" clId="{15804E98-2735-47D5-BC38-F25866985B33}" dt="2024-04-22T03:35:35.128" v="737" actId="1036"/>
          <ac:spMkLst>
            <pc:docMk/>
            <pc:sldMk cId="208897683" sldId="652"/>
            <ac:spMk id="94" creationId="{E11C2FFB-ADC9-AD10-1C98-46714CD80AC5}"/>
          </ac:spMkLst>
        </pc:spChg>
        <pc:spChg chg="mod">
          <ac:chgData name="Mengmeng Ge" userId="bb5bc401-97cb-4caf-9857-8ff441375414" providerId="ADAL" clId="{15804E98-2735-47D5-BC38-F25866985B33}" dt="2024-04-22T03:35:35.128" v="737" actId="1036"/>
          <ac:spMkLst>
            <pc:docMk/>
            <pc:sldMk cId="208897683" sldId="652"/>
            <ac:spMk id="95" creationId="{82B1C648-52EF-5D52-EC9B-487977B366CB}"/>
          </ac:spMkLst>
        </pc:spChg>
        <pc:spChg chg="mod">
          <ac:chgData name="Mengmeng Ge" userId="bb5bc401-97cb-4caf-9857-8ff441375414" providerId="ADAL" clId="{15804E98-2735-47D5-BC38-F25866985B33}" dt="2024-04-22T03:35:35.128" v="737" actId="1036"/>
          <ac:spMkLst>
            <pc:docMk/>
            <pc:sldMk cId="208897683" sldId="652"/>
            <ac:spMk id="96" creationId="{1E56202B-8B83-D879-2C92-A32F9ADCBA42}"/>
          </ac:spMkLst>
        </pc:spChg>
        <pc:spChg chg="mod">
          <ac:chgData name="Mengmeng Ge" userId="bb5bc401-97cb-4caf-9857-8ff441375414" providerId="ADAL" clId="{15804E98-2735-47D5-BC38-F25866985B33}" dt="2024-04-22T03:35:35.128" v="737" actId="1036"/>
          <ac:spMkLst>
            <pc:docMk/>
            <pc:sldMk cId="208897683" sldId="652"/>
            <ac:spMk id="97" creationId="{6C6D3024-0978-412E-60EA-964C903C7267}"/>
          </ac:spMkLst>
        </pc:spChg>
        <pc:spChg chg="mod">
          <ac:chgData name="Mengmeng Ge" userId="bb5bc401-97cb-4caf-9857-8ff441375414" providerId="ADAL" clId="{15804E98-2735-47D5-BC38-F25866985B33}" dt="2024-04-22T03:35:35.128" v="737" actId="1036"/>
          <ac:spMkLst>
            <pc:docMk/>
            <pc:sldMk cId="208897683" sldId="652"/>
            <ac:spMk id="98" creationId="{B4F20BA2-2B39-08E8-955D-258C80F5FE65}"/>
          </ac:spMkLst>
        </pc:spChg>
        <pc:spChg chg="mod">
          <ac:chgData name="Mengmeng Ge" userId="bb5bc401-97cb-4caf-9857-8ff441375414" providerId="ADAL" clId="{15804E98-2735-47D5-BC38-F25866985B33}" dt="2024-04-22T03:35:35.128" v="737" actId="1036"/>
          <ac:spMkLst>
            <pc:docMk/>
            <pc:sldMk cId="208897683" sldId="652"/>
            <ac:spMk id="99" creationId="{18D2F194-4250-B4E5-F172-514249F78043}"/>
          </ac:spMkLst>
        </pc:spChg>
        <pc:spChg chg="mod">
          <ac:chgData name="Mengmeng Ge" userId="bb5bc401-97cb-4caf-9857-8ff441375414" providerId="ADAL" clId="{15804E98-2735-47D5-BC38-F25866985B33}" dt="2024-04-22T03:35:35.128" v="737" actId="1036"/>
          <ac:spMkLst>
            <pc:docMk/>
            <pc:sldMk cId="208897683" sldId="652"/>
            <ac:spMk id="100" creationId="{B471ED03-EE0B-2A60-D68F-1D6315C1989A}"/>
          </ac:spMkLst>
        </pc:spChg>
        <pc:spChg chg="mod">
          <ac:chgData name="Mengmeng Ge" userId="bb5bc401-97cb-4caf-9857-8ff441375414" providerId="ADAL" clId="{15804E98-2735-47D5-BC38-F25866985B33}" dt="2024-04-22T03:35:35.128" v="737" actId="1036"/>
          <ac:spMkLst>
            <pc:docMk/>
            <pc:sldMk cId="208897683" sldId="652"/>
            <ac:spMk id="101" creationId="{91C31ED3-64D4-67AC-E2B9-5BA540F0B6A1}"/>
          </ac:spMkLst>
        </pc:spChg>
        <pc:spChg chg="mod">
          <ac:chgData name="Mengmeng Ge" userId="bb5bc401-97cb-4caf-9857-8ff441375414" providerId="ADAL" clId="{15804E98-2735-47D5-BC38-F25866985B33}" dt="2024-04-22T03:35:35.128" v="737" actId="1036"/>
          <ac:spMkLst>
            <pc:docMk/>
            <pc:sldMk cId="208897683" sldId="652"/>
            <ac:spMk id="102" creationId="{9E031633-EF2A-A1A6-3B99-53B0CCE7F89D}"/>
          </ac:spMkLst>
        </pc:spChg>
        <pc:spChg chg="mod">
          <ac:chgData name="Mengmeng Ge" userId="bb5bc401-97cb-4caf-9857-8ff441375414" providerId="ADAL" clId="{15804E98-2735-47D5-BC38-F25866985B33}" dt="2024-04-22T03:35:35.128" v="737" actId="1036"/>
          <ac:spMkLst>
            <pc:docMk/>
            <pc:sldMk cId="208897683" sldId="652"/>
            <ac:spMk id="103" creationId="{57B3F625-891C-73A0-0285-D2F82F099F76}"/>
          </ac:spMkLst>
        </pc:spChg>
        <pc:spChg chg="mod">
          <ac:chgData name="Mengmeng Ge" userId="bb5bc401-97cb-4caf-9857-8ff441375414" providerId="ADAL" clId="{15804E98-2735-47D5-BC38-F25866985B33}" dt="2024-04-22T03:35:35.128" v="737" actId="1036"/>
          <ac:spMkLst>
            <pc:docMk/>
            <pc:sldMk cId="208897683" sldId="652"/>
            <ac:spMk id="104" creationId="{343AF6FA-8EC5-D7E9-AF26-656377573295}"/>
          </ac:spMkLst>
        </pc:spChg>
        <pc:spChg chg="mod">
          <ac:chgData name="Mengmeng Ge" userId="bb5bc401-97cb-4caf-9857-8ff441375414" providerId="ADAL" clId="{15804E98-2735-47D5-BC38-F25866985B33}" dt="2024-04-22T03:35:35.128" v="737" actId="1036"/>
          <ac:spMkLst>
            <pc:docMk/>
            <pc:sldMk cId="208897683" sldId="652"/>
            <ac:spMk id="105" creationId="{46C8AEFC-99BA-587C-7013-A53495935DE3}"/>
          </ac:spMkLst>
        </pc:spChg>
        <pc:spChg chg="mod">
          <ac:chgData name="Mengmeng Ge" userId="bb5bc401-97cb-4caf-9857-8ff441375414" providerId="ADAL" clId="{15804E98-2735-47D5-BC38-F25866985B33}" dt="2024-04-22T03:35:35.128" v="737" actId="1036"/>
          <ac:spMkLst>
            <pc:docMk/>
            <pc:sldMk cId="208897683" sldId="652"/>
            <ac:spMk id="106" creationId="{D82AEB20-BB69-B91C-586E-FD08AB276861}"/>
          </ac:spMkLst>
        </pc:spChg>
        <pc:spChg chg="mod">
          <ac:chgData name="Mengmeng Ge" userId="bb5bc401-97cb-4caf-9857-8ff441375414" providerId="ADAL" clId="{15804E98-2735-47D5-BC38-F25866985B33}" dt="2024-04-22T03:35:35.128" v="737" actId="1036"/>
          <ac:spMkLst>
            <pc:docMk/>
            <pc:sldMk cId="208897683" sldId="652"/>
            <ac:spMk id="107" creationId="{8B8A87AB-0CB7-F7D5-8B40-D694C9B55C38}"/>
          </ac:spMkLst>
        </pc:spChg>
        <pc:spChg chg="mod">
          <ac:chgData name="Mengmeng Ge" userId="bb5bc401-97cb-4caf-9857-8ff441375414" providerId="ADAL" clId="{15804E98-2735-47D5-BC38-F25866985B33}" dt="2024-04-22T02:48:48.762" v="529" actId="1076"/>
          <ac:spMkLst>
            <pc:docMk/>
            <pc:sldMk cId="208897683" sldId="652"/>
            <ac:spMk id="111" creationId="{9146EC1F-2976-11EC-08F4-E2B54EDEEAE6}"/>
          </ac:spMkLst>
        </pc:spChg>
        <pc:grpChg chg="mod">
          <ac:chgData name="Mengmeng Ge" userId="bb5bc401-97cb-4caf-9857-8ff441375414" providerId="ADAL" clId="{15804E98-2735-47D5-BC38-F25866985B33}" dt="2024-04-22T03:35:35.128" v="737" actId="1036"/>
          <ac:grpSpMkLst>
            <pc:docMk/>
            <pc:sldMk cId="208897683" sldId="652"/>
            <ac:grpSpMk id="5" creationId="{944DF3BE-D05D-F797-03FD-89758E43484D}"/>
          </ac:grpSpMkLst>
        </pc:grpChg>
        <pc:grpChg chg="mod">
          <ac:chgData name="Mengmeng Ge" userId="bb5bc401-97cb-4caf-9857-8ff441375414" providerId="ADAL" clId="{15804E98-2735-47D5-BC38-F25866985B33}" dt="2024-04-22T03:35:35.128" v="737" actId="1036"/>
          <ac:grpSpMkLst>
            <pc:docMk/>
            <pc:sldMk cId="208897683" sldId="652"/>
            <ac:grpSpMk id="21" creationId="{F4B2D5A1-3592-1687-075E-00E6ED7BB011}"/>
          </ac:grpSpMkLst>
        </pc:grpChg>
        <pc:grpChg chg="mod">
          <ac:chgData name="Mengmeng Ge" userId="bb5bc401-97cb-4caf-9857-8ff441375414" providerId="ADAL" clId="{15804E98-2735-47D5-BC38-F25866985B33}" dt="2024-04-22T03:35:35.128" v="737" actId="1036"/>
          <ac:grpSpMkLst>
            <pc:docMk/>
            <pc:sldMk cId="208897683" sldId="652"/>
            <ac:grpSpMk id="34" creationId="{674935C4-76D7-713A-2F47-47910CA47056}"/>
          </ac:grpSpMkLst>
        </pc:grpChg>
        <pc:grpChg chg="mod">
          <ac:chgData name="Mengmeng Ge" userId="bb5bc401-97cb-4caf-9857-8ff441375414" providerId="ADAL" clId="{15804E98-2735-47D5-BC38-F25866985B33}" dt="2024-04-22T03:35:35.128" v="737" actId="1036"/>
          <ac:grpSpMkLst>
            <pc:docMk/>
            <pc:sldMk cId="208897683" sldId="652"/>
            <ac:grpSpMk id="56" creationId="{B22E428C-1EEB-AF69-F859-AD79D6D5C89B}"/>
          </ac:grpSpMkLst>
        </pc:grpChg>
        <pc:grpChg chg="mod">
          <ac:chgData name="Mengmeng Ge" userId="bb5bc401-97cb-4caf-9857-8ff441375414" providerId="ADAL" clId="{15804E98-2735-47D5-BC38-F25866985B33}" dt="2024-04-22T03:35:35.128" v="737" actId="1036"/>
          <ac:grpSpMkLst>
            <pc:docMk/>
            <pc:sldMk cId="208897683" sldId="652"/>
            <ac:grpSpMk id="57" creationId="{B9E1456D-C119-BC38-0007-28B71E2BF194}"/>
          </ac:grpSpMkLst>
        </pc:grpChg>
        <pc:grpChg chg="mod">
          <ac:chgData name="Mengmeng Ge" userId="bb5bc401-97cb-4caf-9857-8ff441375414" providerId="ADAL" clId="{15804E98-2735-47D5-BC38-F25866985B33}" dt="2024-04-22T03:35:35.128" v="737" actId="1036"/>
          <ac:grpSpMkLst>
            <pc:docMk/>
            <pc:sldMk cId="208897683" sldId="652"/>
            <ac:grpSpMk id="58" creationId="{CFC2E514-5085-13DB-CC32-2C6CF37278AC}"/>
          </ac:grpSpMkLst>
        </pc:grpChg>
        <pc:grpChg chg="mod">
          <ac:chgData name="Mengmeng Ge" userId="bb5bc401-97cb-4caf-9857-8ff441375414" providerId="ADAL" clId="{15804E98-2735-47D5-BC38-F25866985B33}" dt="2024-04-22T03:35:35.128" v="737" actId="1036"/>
          <ac:grpSpMkLst>
            <pc:docMk/>
            <pc:sldMk cId="208897683" sldId="652"/>
            <ac:grpSpMk id="59" creationId="{91AD807E-4FEE-4F11-7487-D35586611997}"/>
          </ac:grpSpMkLst>
        </pc:grpChg>
        <pc:grpChg chg="mod">
          <ac:chgData name="Mengmeng Ge" userId="bb5bc401-97cb-4caf-9857-8ff441375414" providerId="ADAL" clId="{15804E98-2735-47D5-BC38-F25866985B33}" dt="2024-04-22T03:35:35.128" v="737" actId="1036"/>
          <ac:grpSpMkLst>
            <pc:docMk/>
            <pc:sldMk cId="208897683" sldId="652"/>
            <ac:grpSpMk id="79" creationId="{98DD9532-2D20-0A15-5313-1532363C848A}"/>
          </ac:grpSpMkLst>
        </pc:grpChg>
        <pc:grpChg chg="mod">
          <ac:chgData name="Mengmeng Ge" userId="bb5bc401-97cb-4caf-9857-8ff441375414" providerId="ADAL" clId="{15804E98-2735-47D5-BC38-F25866985B33}" dt="2024-04-22T03:35:35.128" v="737" actId="1036"/>
          <ac:grpSpMkLst>
            <pc:docMk/>
            <pc:sldMk cId="208897683" sldId="652"/>
            <ac:grpSpMk id="87" creationId="{517A8F23-2595-A216-1A14-541A3D9D2665}"/>
          </ac:grpSpMkLst>
        </pc:grpChg>
      </pc:sldChg>
      <pc:sldChg chg="addSp delSp modSp new mod modClrScheme chgLayout">
        <pc:chgData name="Mengmeng Ge" userId="bb5bc401-97cb-4caf-9857-8ff441375414" providerId="ADAL" clId="{15804E98-2735-47D5-BC38-F25866985B33}" dt="2024-04-22T03:06:57.746" v="618" actId="20577"/>
        <pc:sldMkLst>
          <pc:docMk/>
          <pc:sldMk cId="1230765182" sldId="653"/>
        </pc:sldMkLst>
        <pc:spChg chg="del mod ord">
          <ac:chgData name="Mengmeng Ge" userId="bb5bc401-97cb-4caf-9857-8ff441375414" providerId="ADAL" clId="{15804E98-2735-47D5-BC38-F25866985B33}" dt="2024-04-22T03:06:48.420" v="579" actId="700"/>
          <ac:spMkLst>
            <pc:docMk/>
            <pc:sldMk cId="1230765182" sldId="653"/>
            <ac:spMk id="2" creationId="{4383BBD5-7DBA-6764-39C4-53187D25433F}"/>
          </ac:spMkLst>
        </pc:spChg>
        <pc:spChg chg="del mod ord">
          <ac:chgData name="Mengmeng Ge" userId="bb5bc401-97cb-4caf-9857-8ff441375414" providerId="ADAL" clId="{15804E98-2735-47D5-BC38-F25866985B33}" dt="2024-04-22T03:06:48.420" v="579" actId="700"/>
          <ac:spMkLst>
            <pc:docMk/>
            <pc:sldMk cId="1230765182" sldId="653"/>
            <ac:spMk id="3" creationId="{640DE720-2C3A-6743-509F-37A3011C4220}"/>
          </ac:spMkLst>
        </pc:spChg>
        <pc:spChg chg="mod ord">
          <ac:chgData name="Mengmeng Ge" userId="bb5bc401-97cb-4caf-9857-8ff441375414" providerId="ADAL" clId="{15804E98-2735-47D5-BC38-F25866985B33}" dt="2024-04-22T03:06:48.420" v="579" actId="700"/>
          <ac:spMkLst>
            <pc:docMk/>
            <pc:sldMk cId="1230765182" sldId="653"/>
            <ac:spMk id="4" creationId="{4478DD29-2E90-39AF-AF75-7F4B46A5AD97}"/>
          </ac:spMkLst>
        </pc:spChg>
        <pc:spChg chg="add mod ord">
          <ac:chgData name="Mengmeng Ge" userId="bb5bc401-97cb-4caf-9857-8ff441375414" providerId="ADAL" clId="{15804E98-2735-47D5-BC38-F25866985B33}" dt="2024-04-22T03:06:57.746" v="618" actId="20577"/>
          <ac:spMkLst>
            <pc:docMk/>
            <pc:sldMk cId="1230765182" sldId="653"/>
            <ac:spMk id="5" creationId="{6B0F93A0-3D42-0C5D-F589-322DFCBCBEDD}"/>
          </ac:spMkLst>
        </pc:spChg>
        <pc:spChg chg="add mod ord">
          <ac:chgData name="Mengmeng Ge" userId="bb5bc401-97cb-4caf-9857-8ff441375414" providerId="ADAL" clId="{15804E98-2735-47D5-BC38-F25866985B33}" dt="2024-04-22T03:06:48.420" v="579" actId="700"/>
          <ac:spMkLst>
            <pc:docMk/>
            <pc:sldMk cId="1230765182" sldId="653"/>
            <ac:spMk id="6" creationId="{8624CBE0-9229-D1CA-1327-D572A5C80E7D}"/>
          </ac:spMkLst>
        </pc:spChg>
      </pc:sldChg>
      <pc:sldChg chg="addSp modSp new mod ord chgLayout modNotesTx">
        <pc:chgData name="Mengmeng Ge" userId="bb5bc401-97cb-4caf-9857-8ff441375414" providerId="ADAL" clId="{15804E98-2735-47D5-BC38-F25866985B33}" dt="2024-04-22T03:21:33.808" v="727" actId="20577"/>
        <pc:sldMkLst>
          <pc:docMk/>
          <pc:sldMk cId="3968686949" sldId="654"/>
        </pc:sldMkLst>
        <pc:spChg chg="mod ord">
          <ac:chgData name="Mengmeng Ge" userId="bb5bc401-97cb-4caf-9857-8ff441375414" providerId="ADAL" clId="{15804E98-2735-47D5-BC38-F25866985B33}" dt="2024-04-22T03:19:29.223" v="712" actId="700"/>
          <ac:spMkLst>
            <pc:docMk/>
            <pc:sldMk cId="3968686949" sldId="654"/>
            <ac:spMk id="2" creationId="{72D48245-8899-8E8C-91DF-B87DA7136257}"/>
          </ac:spMkLst>
        </pc:spChg>
        <pc:spChg chg="mod ord">
          <ac:chgData name="Mengmeng Ge" userId="bb5bc401-97cb-4caf-9857-8ff441375414" providerId="ADAL" clId="{15804E98-2735-47D5-BC38-F25866985B33}" dt="2024-04-22T03:20:23.033" v="720" actId="20577"/>
          <ac:spMkLst>
            <pc:docMk/>
            <pc:sldMk cId="3968686949" sldId="654"/>
            <ac:spMk id="3" creationId="{9F83F6C0-FCF7-D7FB-7B32-9DA875F6A7C7}"/>
          </ac:spMkLst>
        </pc:spChg>
        <pc:spChg chg="mod ord">
          <ac:chgData name="Mengmeng Ge" userId="bb5bc401-97cb-4caf-9857-8ff441375414" providerId="ADAL" clId="{15804E98-2735-47D5-BC38-F25866985B33}" dt="2024-04-22T03:19:29.223" v="712" actId="700"/>
          <ac:spMkLst>
            <pc:docMk/>
            <pc:sldMk cId="3968686949" sldId="654"/>
            <ac:spMk id="4" creationId="{7493554E-CCBB-1414-81CE-B73718414EFD}"/>
          </ac:spMkLst>
        </pc:spChg>
        <pc:spChg chg="add mod">
          <ac:chgData name="Mengmeng Ge" userId="bb5bc401-97cb-4caf-9857-8ff441375414" providerId="ADAL" clId="{15804E98-2735-47D5-BC38-F25866985B33}" dt="2024-04-22T03:21:33.808" v="727" actId="20577"/>
          <ac:spMkLst>
            <pc:docMk/>
            <pc:sldMk cId="3968686949" sldId="654"/>
            <ac:spMk id="7" creationId="{038AEF50-8CCD-3BFC-B267-D965F3F9B8F3}"/>
          </ac:spMkLst>
        </pc:spChg>
        <pc:picChg chg="add mod">
          <ac:chgData name="Mengmeng Ge" userId="bb5bc401-97cb-4caf-9857-8ff441375414" providerId="ADAL" clId="{15804E98-2735-47D5-BC38-F25866985B33}" dt="2024-04-22T03:20:04.672" v="714" actId="1076"/>
          <ac:picMkLst>
            <pc:docMk/>
            <pc:sldMk cId="3968686949" sldId="654"/>
            <ac:picMk id="6" creationId="{48E66C6F-4777-C5B2-FD79-1CB6DC150FE2}"/>
          </ac:picMkLst>
        </pc:picChg>
      </pc:sldChg>
      <pc:sldChg chg="modSp add mod chgLayout modNotesTx">
        <pc:chgData name="Mengmeng Ge" userId="bb5bc401-97cb-4caf-9857-8ff441375414" providerId="ADAL" clId="{15804E98-2735-47D5-BC38-F25866985B33}" dt="2024-04-22T04:09:35.360" v="1345" actId="14100"/>
        <pc:sldMkLst>
          <pc:docMk/>
          <pc:sldMk cId="2857656217" sldId="655"/>
        </pc:sldMkLst>
        <pc:spChg chg="mod">
          <ac:chgData name="Mengmeng Ge" userId="bb5bc401-97cb-4caf-9857-8ff441375414" providerId="ADAL" clId="{15804E98-2735-47D5-BC38-F25866985B33}" dt="2024-04-22T04:09:35.360" v="1345" actId="14100"/>
          <ac:spMkLst>
            <pc:docMk/>
            <pc:sldMk cId="2857656217" sldId="655"/>
            <ac:spMk id="106" creationId="{00000000-0000-0000-0000-000000000000}"/>
          </ac:spMkLst>
        </pc:spChg>
        <pc:spChg chg="mod ord">
          <ac:chgData name="Mengmeng Ge" userId="bb5bc401-97cb-4caf-9857-8ff441375414" providerId="ADAL" clId="{15804E98-2735-47D5-BC38-F25866985B33}" dt="2024-04-22T04:02:12.014" v="1072" actId="700"/>
          <ac:spMkLst>
            <pc:docMk/>
            <pc:sldMk cId="2857656217" sldId="655"/>
            <ac:spMk id="108" creationId="{00000000-0000-0000-0000-000000000000}"/>
          </ac:spMkLst>
        </pc:spChg>
        <pc:spChg chg="mod ord">
          <ac:chgData name="Mengmeng Ge" userId="bb5bc401-97cb-4caf-9857-8ff441375414" providerId="ADAL" clId="{15804E98-2735-47D5-BC38-F25866985B33}" dt="2024-04-22T04:02:12.014" v="1072" actId="700"/>
          <ac:spMkLst>
            <pc:docMk/>
            <pc:sldMk cId="2857656217" sldId="655"/>
            <ac:spMk id="602114" creationId="{00000000-0000-0000-0000-000000000000}"/>
          </ac:spMkLst>
        </pc:spChg>
        <pc:spChg chg="mod ord">
          <ac:chgData name="Mengmeng Ge" userId="bb5bc401-97cb-4caf-9857-8ff441375414" providerId="ADAL" clId="{15804E98-2735-47D5-BC38-F25866985B33}" dt="2024-04-22T04:09:18.260" v="1342" actId="20577"/>
          <ac:spMkLst>
            <pc:docMk/>
            <pc:sldMk cId="2857656217" sldId="655"/>
            <ac:spMk id="602115" creationId="{00000000-0000-0000-0000-000000000000}"/>
          </ac:spMkLst>
        </pc:spChg>
        <pc:cxnChg chg="mod">
          <ac:chgData name="Mengmeng Ge" userId="bb5bc401-97cb-4caf-9857-8ff441375414" providerId="ADAL" clId="{15804E98-2735-47D5-BC38-F25866985B33}" dt="2024-04-22T04:02:50.582" v="1081" actId="14100"/>
          <ac:cxnSpMkLst>
            <pc:docMk/>
            <pc:sldMk cId="2857656217" sldId="655"/>
            <ac:cxnSpMk id="104" creationId="{9FD79218-1166-5EA0-E2A4-F6E601CF6DF9}"/>
          </ac:cxnSpMkLst>
        </pc:cxnChg>
      </pc:sldChg>
      <pc:sldChg chg="addSp delSp modSp new mod modClrScheme chgLayout">
        <pc:chgData name="Mengmeng Ge" userId="bb5bc401-97cb-4caf-9857-8ff441375414" providerId="ADAL" clId="{15804E98-2735-47D5-BC38-F25866985B33}" dt="2024-04-22T04:42:13.286" v="1569" actId="20577"/>
        <pc:sldMkLst>
          <pc:docMk/>
          <pc:sldMk cId="1621445898" sldId="656"/>
        </pc:sldMkLst>
        <pc:spChg chg="del mod ord">
          <ac:chgData name="Mengmeng Ge" userId="bb5bc401-97cb-4caf-9857-8ff441375414" providerId="ADAL" clId="{15804E98-2735-47D5-BC38-F25866985B33}" dt="2024-04-22T04:39:18.863" v="1554" actId="700"/>
          <ac:spMkLst>
            <pc:docMk/>
            <pc:sldMk cId="1621445898" sldId="656"/>
            <ac:spMk id="2" creationId="{A5C3ACE3-58CB-F6C8-6D95-35DFD8117159}"/>
          </ac:spMkLst>
        </pc:spChg>
        <pc:spChg chg="del mod ord">
          <ac:chgData name="Mengmeng Ge" userId="bb5bc401-97cb-4caf-9857-8ff441375414" providerId="ADAL" clId="{15804E98-2735-47D5-BC38-F25866985B33}" dt="2024-04-22T04:39:18.863" v="1554" actId="700"/>
          <ac:spMkLst>
            <pc:docMk/>
            <pc:sldMk cId="1621445898" sldId="656"/>
            <ac:spMk id="3" creationId="{418D7E3C-8268-8F22-B2E3-216CAE4B1881}"/>
          </ac:spMkLst>
        </pc:spChg>
        <pc:spChg chg="mod ord">
          <ac:chgData name="Mengmeng Ge" userId="bb5bc401-97cb-4caf-9857-8ff441375414" providerId="ADAL" clId="{15804E98-2735-47D5-BC38-F25866985B33}" dt="2024-04-22T04:39:18.863" v="1554" actId="700"/>
          <ac:spMkLst>
            <pc:docMk/>
            <pc:sldMk cId="1621445898" sldId="656"/>
            <ac:spMk id="4" creationId="{F74A7A7F-B671-436F-925A-E1EC084F19F7}"/>
          </ac:spMkLst>
        </pc:spChg>
        <pc:spChg chg="add mod ord">
          <ac:chgData name="Mengmeng Ge" userId="bb5bc401-97cb-4caf-9857-8ff441375414" providerId="ADAL" clId="{15804E98-2735-47D5-BC38-F25866985B33}" dt="2024-04-22T04:42:13.286" v="1569" actId="20577"/>
          <ac:spMkLst>
            <pc:docMk/>
            <pc:sldMk cId="1621445898" sldId="656"/>
            <ac:spMk id="5" creationId="{9530CAD8-72E1-2DBE-D53F-56AD047FFF13}"/>
          </ac:spMkLst>
        </pc:spChg>
        <pc:spChg chg="add mod ord">
          <ac:chgData name="Mengmeng Ge" userId="bb5bc401-97cb-4caf-9857-8ff441375414" providerId="ADAL" clId="{15804E98-2735-47D5-BC38-F25866985B33}" dt="2024-04-22T04:39:18.863" v="1554" actId="700"/>
          <ac:spMkLst>
            <pc:docMk/>
            <pc:sldMk cId="1621445898" sldId="656"/>
            <ac:spMk id="6" creationId="{F69EC18F-6036-97BA-9D7B-D72936451518}"/>
          </ac:spMkLst>
        </pc:spChg>
      </pc:sldChg>
      <pc:sldChg chg="addSp delSp modSp new mod modNotesTx">
        <pc:chgData name="Mengmeng Ge" userId="bb5bc401-97cb-4caf-9857-8ff441375414" providerId="ADAL" clId="{15804E98-2735-47D5-BC38-F25866985B33}" dt="2024-04-22T05:39:26.010" v="2139" actId="1036"/>
        <pc:sldMkLst>
          <pc:docMk/>
          <pc:sldMk cId="3987346935" sldId="657"/>
        </pc:sldMkLst>
        <pc:spChg chg="mod">
          <ac:chgData name="Mengmeng Ge" userId="bb5bc401-97cb-4caf-9857-8ff441375414" providerId="ADAL" clId="{15804E98-2735-47D5-BC38-F25866985B33}" dt="2024-04-22T05:30:48.819" v="2035" actId="255"/>
          <ac:spMkLst>
            <pc:docMk/>
            <pc:sldMk cId="3987346935" sldId="657"/>
            <ac:spMk id="2" creationId="{29477E8E-2672-4019-BDE8-DF9A03E7D80E}"/>
          </ac:spMkLst>
        </pc:spChg>
        <pc:spChg chg="del mod">
          <ac:chgData name="Mengmeng Ge" userId="bb5bc401-97cb-4caf-9857-8ff441375414" providerId="ADAL" clId="{15804E98-2735-47D5-BC38-F25866985B33}" dt="2024-04-22T05:34:46.214" v="2069" actId="12084"/>
          <ac:spMkLst>
            <pc:docMk/>
            <pc:sldMk cId="3987346935" sldId="657"/>
            <ac:spMk id="3" creationId="{50DCC339-7B94-F236-4EFA-F9AA129027CA}"/>
          </ac:spMkLst>
        </pc:spChg>
        <pc:graphicFrameChg chg="add mod modGraphic">
          <ac:chgData name="Mengmeng Ge" userId="bb5bc401-97cb-4caf-9857-8ff441375414" providerId="ADAL" clId="{15804E98-2735-47D5-BC38-F25866985B33}" dt="2024-04-22T05:39:26.010" v="2139" actId="1036"/>
          <ac:graphicFrameMkLst>
            <pc:docMk/>
            <pc:sldMk cId="3987346935" sldId="657"/>
            <ac:graphicFrameMk id="5" creationId="{45498E81-6394-CB7B-64D0-331EF2F3712B}"/>
          </ac:graphicFrameMkLst>
        </pc:graphicFrameChg>
      </pc:sldChg>
      <pc:sldChg chg="addSp delSp modSp new mod modNotesTx">
        <pc:chgData name="Mengmeng Ge" userId="bb5bc401-97cb-4caf-9857-8ff441375414" providerId="ADAL" clId="{15804E98-2735-47D5-BC38-F25866985B33}" dt="2024-04-22T07:00:31.582" v="2582" actId="1076"/>
        <pc:sldMkLst>
          <pc:docMk/>
          <pc:sldMk cId="2722137107" sldId="658"/>
        </pc:sldMkLst>
        <pc:spChg chg="mod">
          <ac:chgData name="Mengmeng Ge" userId="bb5bc401-97cb-4caf-9857-8ff441375414" providerId="ADAL" clId="{15804E98-2735-47D5-BC38-F25866985B33}" dt="2024-04-22T06:09:00.904" v="2268" actId="20577"/>
          <ac:spMkLst>
            <pc:docMk/>
            <pc:sldMk cId="2722137107" sldId="658"/>
            <ac:spMk id="2" creationId="{442A2804-0B7B-9261-3672-84770FC03651}"/>
          </ac:spMkLst>
        </pc:spChg>
        <pc:spChg chg="mod">
          <ac:chgData name="Mengmeng Ge" userId="bb5bc401-97cb-4caf-9857-8ff441375414" providerId="ADAL" clId="{15804E98-2735-47D5-BC38-F25866985B33}" dt="2024-04-22T06:09:17.366" v="2275" actId="14100"/>
          <ac:spMkLst>
            <pc:docMk/>
            <pc:sldMk cId="2722137107" sldId="658"/>
            <ac:spMk id="3" creationId="{BE0024E6-BF9F-BDEE-348A-FA24C1AAC250}"/>
          </ac:spMkLst>
        </pc:spChg>
        <pc:spChg chg="add mod">
          <ac:chgData name="Mengmeng Ge" userId="bb5bc401-97cb-4caf-9857-8ff441375414" providerId="ADAL" clId="{15804E98-2735-47D5-BC38-F25866985B33}" dt="2024-04-22T06:11:38.086" v="2314" actId="1076"/>
          <ac:spMkLst>
            <pc:docMk/>
            <pc:sldMk cId="2722137107" sldId="658"/>
            <ac:spMk id="9" creationId="{1F711AD5-110F-03CB-C21D-4193168B37D0}"/>
          </ac:spMkLst>
        </pc:spChg>
        <pc:spChg chg="add mod">
          <ac:chgData name="Mengmeng Ge" userId="bb5bc401-97cb-4caf-9857-8ff441375414" providerId="ADAL" clId="{15804E98-2735-47D5-BC38-F25866985B33}" dt="2024-04-22T06:11:56.415" v="2316" actId="1076"/>
          <ac:spMkLst>
            <pc:docMk/>
            <pc:sldMk cId="2722137107" sldId="658"/>
            <ac:spMk id="11" creationId="{AD4BC303-AE03-9C97-1BC5-5F1DF972C2C4}"/>
          </ac:spMkLst>
        </pc:spChg>
        <pc:spChg chg="add del">
          <ac:chgData name="Mengmeng Ge" userId="bb5bc401-97cb-4caf-9857-8ff441375414" providerId="ADAL" clId="{15804E98-2735-47D5-BC38-F25866985B33}" dt="2024-04-22T06:11:12.922" v="2311" actId="478"/>
          <ac:spMkLst>
            <pc:docMk/>
            <pc:sldMk cId="2722137107" sldId="658"/>
            <ac:spMk id="12" creationId="{3A259CC1-AA1C-551B-D7A6-5999B0070091}"/>
          </ac:spMkLst>
        </pc:spChg>
        <pc:spChg chg="add mod">
          <ac:chgData name="Mengmeng Ge" userId="bb5bc401-97cb-4caf-9857-8ff441375414" providerId="ADAL" clId="{15804E98-2735-47D5-BC38-F25866985B33}" dt="2024-04-22T07:00:31.582" v="2582" actId="1076"/>
          <ac:spMkLst>
            <pc:docMk/>
            <pc:sldMk cId="2722137107" sldId="658"/>
            <ac:spMk id="13" creationId="{9D15F74E-B348-37F0-400C-5956343872A5}"/>
          </ac:spMkLst>
        </pc:spChg>
        <pc:picChg chg="add mod">
          <ac:chgData name="Mengmeng Ge" userId="bb5bc401-97cb-4caf-9857-8ff441375414" providerId="ADAL" clId="{15804E98-2735-47D5-BC38-F25866985B33}" dt="2024-04-22T06:10:17.814" v="2289" actId="1076"/>
          <ac:picMkLst>
            <pc:docMk/>
            <pc:sldMk cId="2722137107" sldId="658"/>
            <ac:picMk id="6" creationId="{F0E89D52-B973-B775-0E64-478A8ADD4D1A}"/>
          </ac:picMkLst>
        </pc:picChg>
        <pc:picChg chg="add mod">
          <ac:chgData name="Mengmeng Ge" userId="bb5bc401-97cb-4caf-9857-8ff441375414" providerId="ADAL" clId="{15804E98-2735-47D5-BC38-F25866985B33}" dt="2024-04-22T06:10:50.589" v="2306" actId="1076"/>
          <ac:picMkLst>
            <pc:docMk/>
            <pc:sldMk cId="2722137107" sldId="658"/>
            <ac:picMk id="8" creationId="{12719E1B-5D8F-93F5-7FC9-6809CD3A2BFC}"/>
          </ac:picMkLst>
        </pc:picChg>
      </pc:sldChg>
      <pc:sldChg chg="addSp modSp new mod chgLayout modNotesTx">
        <pc:chgData name="Mengmeng Ge" userId="bb5bc401-97cb-4caf-9857-8ff441375414" providerId="ADAL" clId="{15804E98-2735-47D5-BC38-F25866985B33}" dt="2024-04-22T07:10:41.822" v="2697" actId="20577"/>
        <pc:sldMkLst>
          <pc:docMk/>
          <pc:sldMk cId="1493025343" sldId="659"/>
        </pc:sldMkLst>
        <pc:spChg chg="mod ord">
          <ac:chgData name="Mengmeng Ge" userId="bb5bc401-97cb-4caf-9857-8ff441375414" providerId="ADAL" clId="{15804E98-2735-47D5-BC38-F25866985B33}" dt="2024-04-22T07:01:52.746" v="2595" actId="700"/>
          <ac:spMkLst>
            <pc:docMk/>
            <pc:sldMk cId="1493025343" sldId="659"/>
            <ac:spMk id="2" creationId="{758069F8-A343-1B2B-F82D-0F22320030D3}"/>
          </ac:spMkLst>
        </pc:spChg>
        <pc:spChg chg="mod ord">
          <ac:chgData name="Mengmeng Ge" userId="bb5bc401-97cb-4caf-9857-8ff441375414" providerId="ADAL" clId="{15804E98-2735-47D5-BC38-F25866985B33}" dt="2024-04-22T07:01:58.813" v="2596" actId="255"/>
          <ac:spMkLst>
            <pc:docMk/>
            <pc:sldMk cId="1493025343" sldId="659"/>
            <ac:spMk id="3" creationId="{5F5B7363-C21B-BF35-F553-5038BB9F87A5}"/>
          </ac:spMkLst>
        </pc:spChg>
        <pc:spChg chg="mod ord">
          <ac:chgData name="Mengmeng Ge" userId="bb5bc401-97cb-4caf-9857-8ff441375414" providerId="ADAL" clId="{15804E98-2735-47D5-BC38-F25866985B33}" dt="2024-04-22T07:01:52.746" v="2595" actId="700"/>
          <ac:spMkLst>
            <pc:docMk/>
            <pc:sldMk cId="1493025343" sldId="659"/>
            <ac:spMk id="4" creationId="{3930E2B1-7D3E-925E-0E55-63480218E58E}"/>
          </ac:spMkLst>
        </pc:spChg>
        <pc:spChg chg="add mod">
          <ac:chgData name="Mengmeng Ge" userId="bb5bc401-97cb-4caf-9857-8ff441375414" providerId="ADAL" clId="{15804E98-2735-47D5-BC38-F25866985B33}" dt="2024-04-22T07:00:44.419" v="2585" actId="20577"/>
          <ac:spMkLst>
            <pc:docMk/>
            <pc:sldMk cId="1493025343" sldId="659"/>
            <ac:spMk id="7" creationId="{464E9BE1-78CD-8797-A4DE-3F986CB765C1}"/>
          </ac:spMkLst>
        </pc:spChg>
        <pc:picChg chg="add mod">
          <ac:chgData name="Mengmeng Ge" userId="bb5bc401-97cb-4caf-9857-8ff441375414" providerId="ADAL" clId="{15804E98-2735-47D5-BC38-F25866985B33}" dt="2024-04-22T07:02:02.300" v="2600" actId="1035"/>
          <ac:picMkLst>
            <pc:docMk/>
            <pc:sldMk cId="1493025343" sldId="659"/>
            <ac:picMk id="6" creationId="{02794023-745B-34D6-2754-730032D29190}"/>
          </ac:picMkLst>
        </pc:picChg>
      </pc:sldChg>
      <pc:sldChg chg="addSp delSp modSp new mod modClrScheme chgLayout modNotesTx">
        <pc:chgData name="Mengmeng Ge" userId="bb5bc401-97cb-4caf-9857-8ff441375414" providerId="ADAL" clId="{15804E98-2735-47D5-BC38-F25866985B33}" dt="2024-04-22T07:24:12.337" v="2808" actId="14100"/>
        <pc:sldMkLst>
          <pc:docMk/>
          <pc:sldMk cId="3448634243" sldId="660"/>
        </pc:sldMkLst>
        <pc:spChg chg="mod ord">
          <ac:chgData name="Mengmeng Ge" userId="bb5bc401-97cb-4caf-9857-8ff441375414" providerId="ADAL" clId="{15804E98-2735-47D5-BC38-F25866985B33}" dt="2024-04-22T07:22:43.816" v="2788" actId="700"/>
          <ac:spMkLst>
            <pc:docMk/>
            <pc:sldMk cId="3448634243" sldId="660"/>
            <ac:spMk id="2" creationId="{EB91A72B-2B26-B644-C9A5-C0D776B4D186}"/>
          </ac:spMkLst>
        </pc:spChg>
        <pc:spChg chg="del mod ord">
          <ac:chgData name="Mengmeng Ge" userId="bb5bc401-97cb-4caf-9857-8ff441375414" providerId="ADAL" clId="{15804E98-2735-47D5-BC38-F25866985B33}" dt="2024-04-22T07:17:06.228" v="2714" actId="700"/>
          <ac:spMkLst>
            <pc:docMk/>
            <pc:sldMk cId="3448634243" sldId="660"/>
            <ac:spMk id="3" creationId="{780E8568-8D8C-8D0F-CB58-E7A32EFA6343}"/>
          </ac:spMkLst>
        </pc:spChg>
        <pc:spChg chg="mod ord">
          <ac:chgData name="Mengmeng Ge" userId="bb5bc401-97cb-4caf-9857-8ff441375414" providerId="ADAL" clId="{15804E98-2735-47D5-BC38-F25866985B33}" dt="2024-04-22T07:22:43.816" v="2788" actId="700"/>
          <ac:spMkLst>
            <pc:docMk/>
            <pc:sldMk cId="3448634243" sldId="660"/>
            <ac:spMk id="4" creationId="{068038FE-7247-C5CA-499A-4C588CB9DDF5}"/>
          </ac:spMkLst>
        </pc:spChg>
        <pc:spChg chg="add mod">
          <ac:chgData name="Mengmeng Ge" userId="bb5bc401-97cb-4caf-9857-8ff441375414" providerId="ADAL" clId="{15804E98-2735-47D5-BC38-F25866985B33}" dt="2024-04-22T07:11:04.297" v="2709"/>
          <ac:spMkLst>
            <pc:docMk/>
            <pc:sldMk cId="3448634243" sldId="660"/>
            <ac:spMk id="6" creationId="{BBAAC89A-3F57-10CF-D1FD-69BEBD8FA3AE}"/>
          </ac:spMkLst>
        </pc:spChg>
        <pc:spChg chg="add mod ord">
          <ac:chgData name="Mengmeng Ge" userId="bb5bc401-97cb-4caf-9857-8ff441375414" providerId="ADAL" clId="{15804E98-2735-47D5-BC38-F25866985B33}" dt="2024-04-22T07:24:12.337" v="2808" actId="14100"/>
          <ac:spMkLst>
            <pc:docMk/>
            <pc:sldMk cId="3448634243" sldId="660"/>
            <ac:spMk id="7" creationId="{C404D70D-0E10-A7CE-F3B0-2ACA3A42C1A5}"/>
          </ac:spMkLst>
        </pc:spChg>
        <pc:spChg chg="add del mod ord">
          <ac:chgData name="Mengmeng Ge" userId="bb5bc401-97cb-4caf-9857-8ff441375414" providerId="ADAL" clId="{15804E98-2735-47D5-BC38-F25866985B33}" dt="2024-04-22T07:22:38.424" v="2787" actId="478"/>
          <ac:spMkLst>
            <pc:docMk/>
            <pc:sldMk cId="3448634243" sldId="660"/>
            <ac:spMk id="8" creationId="{77790E31-0DC2-8D04-67F7-7B5B0AB3CD29}"/>
          </ac:spMkLst>
        </pc:spChg>
        <pc:picChg chg="add mod">
          <ac:chgData name="Mengmeng Ge" userId="bb5bc401-97cb-4caf-9857-8ff441375414" providerId="ADAL" clId="{15804E98-2735-47D5-BC38-F25866985B33}" dt="2024-04-22T07:23:58.923" v="2806" actId="1035"/>
          <ac:picMkLst>
            <pc:docMk/>
            <pc:sldMk cId="3448634243" sldId="660"/>
            <ac:picMk id="5" creationId="{06F2A328-D2E9-AB42-D2B5-5610C217F7FD}"/>
          </ac:picMkLst>
        </pc:picChg>
      </pc:sldChg>
      <pc:sldChg chg="modSp">
        <pc:chgData name="Mengmeng Ge" userId="bb5bc401-97cb-4caf-9857-8ff441375414" providerId="ADAL" clId="{15804E98-2735-47D5-BC38-F25866985B33}" dt="2024-04-23T10:17:57.940" v="3251" actId="1036"/>
        <pc:sldMkLst>
          <pc:docMk/>
          <pc:sldMk cId="3655079009" sldId="661"/>
        </pc:sldMkLst>
        <pc:picChg chg="mod">
          <ac:chgData name="Mengmeng Ge" userId="bb5bc401-97cb-4caf-9857-8ff441375414" providerId="ADAL" clId="{15804E98-2735-47D5-BC38-F25866985B33}" dt="2024-04-23T10:17:57.940" v="3251" actId="1036"/>
          <ac:picMkLst>
            <pc:docMk/>
            <pc:sldMk cId="3655079009" sldId="661"/>
            <ac:picMk id="1026" creationId="{0F325E42-094F-FE36-263B-7110DCD3828D}"/>
          </ac:picMkLst>
        </pc:picChg>
      </pc:sldChg>
      <pc:sldChg chg="modSp add mod modNotesTx">
        <pc:chgData name="Mengmeng Ge" userId="bb5bc401-97cb-4caf-9857-8ff441375414" providerId="ADAL" clId="{15804E98-2735-47D5-BC38-F25866985B33}" dt="2024-04-23T09:49:46.732" v="3010" actId="20577"/>
        <pc:sldMkLst>
          <pc:docMk/>
          <pc:sldMk cId="246727263" sldId="662"/>
        </pc:sldMkLst>
        <pc:spChg chg="mod">
          <ac:chgData name="Mengmeng Ge" userId="bb5bc401-97cb-4caf-9857-8ff441375414" providerId="ADAL" clId="{15804E98-2735-47D5-BC38-F25866985B33}" dt="2024-04-23T09:49:46.732" v="3010" actId="20577"/>
          <ac:spMkLst>
            <pc:docMk/>
            <pc:sldMk cId="246727263" sldId="662"/>
            <ac:spMk id="4" creationId="{EBF350DC-B4FF-9D02-8984-35CE675263DB}"/>
          </ac:spMkLst>
        </pc:spChg>
        <pc:spChg chg="mod">
          <ac:chgData name="Mengmeng Ge" userId="bb5bc401-97cb-4caf-9857-8ff441375414" providerId="ADAL" clId="{15804E98-2735-47D5-BC38-F25866985B33}" dt="2024-04-23T09:46:45.174" v="2935" actId="20577"/>
          <ac:spMkLst>
            <pc:docMk/>
            <pc:sldMk cId="246727263" sldId="662"/>
            <ac:spMk id="601090" creationId="{00000000-0000-0000-0000-000000000000}"/>
          </ac:spMkLst>
        </pc:spChg>
      </pc:sldChg>
      <pc:sldChg chg="addSp delSp modSp new mod modAnim modNotesTx">
        <pc:chgData name="Mengmeng Ge" userId="bb5bc401-97cb-4caf-9857-8ff441375414" providerId="ADAL" clId="{15804E98-2735-47D5-BC38-F25866985B33}" dt="2024-04-23T10:13:05.063" v="3215"/>
        <pc:sldMkLst>
          <pc:docMk/>
          <pc:sldMk cId="3002826988" sldId="663"/>
        </pc:sldMkLst>
        <pc:spChg chg="mod">
          <ac:chgData name="Mengmeng Ge" userId="bb5bc401-97cb-4caf-9857-8ff441375414" providerId="ADAL" clId="{15804E98-2735-47D5-BC38-F25866985B33}" dt="2024-04-23T09:59:27.886" v="3074"/>
          <ac:spMkLst>
            <pc:docMk/>
            <pc:sldMk cId="3002826988" sldId="663"/>
            <ac:spMk id="2" creationId="{DE552BA0-AC1C-11EC-BBE3-6242E34723A1}"/>
          </ac:spMkLst>
        </pc:spChg>
        <pc:spChg chg="del">
          <ac:chgData name="Mengmeng Ge" userId="bb5bc401-97cb-4caf-9857-8ff441375414" providerId="ADAL" clId="{15804E98-2735-47D5-BC38-F25866985B33}" dt="2024-04-23T10:00:08.796" v="3076" actId="478"/>
          <ac:spMkLst>
            <pc:docMk/>
            <pc:sldMk cId="3002826988" sldId="663"/>
            <ac:spMk id="3" creationId="{70CD3077-7E02-2692-8C8F-6A76748FDD69}"/>
          </ac:spMkLst>
        </pc:spChg>
        <pc:spChg chg="add mod">
          <ac:chgData name="Mengmeng Ge" userId="bb5bc401-97cb-4caf-9857-8ff441375414" providerId="ADAL" clId="{15804E98-2735-47D5-BC38-F25866985B33}" dt="2024-04-23T10:00:25.626" v="3079" actId="20577"/>
          <ac:spMkLst>
            <pc:docMk/>
            <pc:sldMk cId="3002826988" sldId="663"/>
            <ac:spMk id="7" creationId="{03562C90-BD37-AA13-EBC6-6199AF496FB5}"/>
          </ac:spMkLst>
        </pc:spChg>
        <pc:spChg chg="mod">
          <ac:chgData name="Mengmeng Ge" userId="bb5bc401-97cb-4caf-9857-8ff441375414" providerId="ADAL" clId="{15804E98-2735-47D5-BC38-F25866985B33}" dt="2024-04-23T10:02:12.327" v="3121" actId="21"/>
          <ac:spMkLst>
            <pc:docMk/>
            <pc:sldMk cId="3002826988" sldId="663"/>
            <ac:spMk id="9" creationId="{13A73764-0435-B655-83BC-C5A441FFC316}"/>
          </ac:spMkLst>
        </pc:spChg>
        <pc:spChg chg="mod">
          <ac:chgData name="Mengmeng Ge" userId="bb5bc401-97cb-4caf-9857-8ff441375414" providerId="ADAL" clId="{15804E98-2735-47D5-BC38-F25866985B33}" dt="2024-04-23T10:03:04.577" v="3136" actId="21"/>
          <ac:spMkLst>
            <pc:docMk/>
            <pc:sldMk cId="3002826988" sldId="663"/>
            <ac:spMk id="12" creationId="{4FB23D05-A0B6-5A16-3A83-B661CC780585}"/>
          </ac:spMkLst>
        </pc:spChg>
        <pc:spChg chg="add mod">
          <ac:chgData name="Mengmeng Ge" userId="bb5bc401-97cb-4caf-9857-8ff441375414" providerId="ADAL" clId="{15804E98-2735-47D5-BC38-F25866985B33}" dt="2024-04-23T10:04:28.308" v="3146" actId="1076"/>
          <ac:spMkLst>
            <pc:docMk/>
            <pc:sldMk cId="3002826988" sldId="663"/>
            <ac:spMk id="15" creationId="{879A2D77-4EFE-1D13-BFEC-1F7F61153532}"/>
          </ac:spMkLst>
        </pc:spChg>
        <pc:spChg chg="add mod">
          <ac:chgData name="Mengmeng Ge" userId="bb5bc401-97cb-4caf-9857-8ff441375414" providerId="ADAL" clId="{15804E98-2735-47D5-BC38-F25866985B33}" dt="2024-04-23T10:03:38.660" v="3142" actId="14100"/>
          <ac:spMkLst>
            <pc:docMk/>
            <pc:sldMk cId="3002826988" sldId="663"/>
            <ac:spMk id="16" creationId="{2659F26D-5CBB-EF0F-CF3D-751764F2ADA0}"/>
          </ac:spMkLst>
        </pc:spChg>
        <pc:spChg chg="add del mod">
          <ac:chgData name="Mengmeng Ge" userId="bb5bc401-97cb-4caf-9857-8ff441375414" providerId="ADAL" clId="{15804E98-2735-47D5-BC38-F25866985B33}" dt="2024-04-23T10:04:40.262" v="3151" actId="478"/>
          <ac:spMkLst>
            <pc:docMk/>
            <pc:sldMk cId="3002826988" sldId="663"/>
            <ac:spMk id="18" creationId="{B270D05F-5A0D-DA0A-5B57-7F20DED0480A}"/>
          </ac:spMkLst>
        </pc:spChg>
        <pc:spChg chg="add del mod">
          <ac:chgData name="Mengmeng Ge" userId="bb5bc401-97cb-4caf-9857-8ff441375414" providerId="ADAL" clId="{15804E98-2735-47D5-BC38-F25866985B33}" dt="2024-04-23T10:04:35.891" v="3149" actId="478"/>
          <ac:spMkLst>
            <pc:docMk/>
            <pc:sldMk cId="3002826988" sldId="663"/>
            <ac:spMk id="19" creationId="{715E5653-5A11-E77F-8411-AF65611243D6}"/>
          </ac:spMkLst>
        </pc:spChg>
        <pc:spChg chg="add del mod">
          <ac:chgData name="Mengmeng Ge" userId="bb5bc401-97cb-4caf-9857-8ff441375414" providerId="ADAL" clId="{15804E98-2735-47D5-BC38-F25866985B33}" dt="2024-04-23T10:12:07.092" v="3201" actId="478"/>
          <ac:spMkLst>
            <pc:docMk/>
            <pc:sldMk cId="3002826988" sldId="663"/>
            <ac:spMk id="21" creationId="{BE5E6D1C-7826-7618-A461-1A06E02673AC}"/>
          </ac:spMkLst>
        </pc:spChg>
        <pc:spChg chg="add mod">
          <ac:chgData name="Mengmeng Ge" userId="bb5bc401-97cb-4caf-9857-8ff441375414" providerId="ADAL" clId="{15804E98-2735-47D5-BC38-F25866985B33}" dt="2024-04-23T10:12:32.960" v="3209" actId="14100"/>
          <ac:spMkLst>
            <pc:docMk/>
            <pc:sldMk cId="3002826988" sldId="663"/>
            <ac:spMk id="22" creationId="{5287BFD9-7B81-2804-AF19-41B1C79BF9B9}"/>
          </ac:spMkLst>
        </pc:spChg>
        <pc:grpChg chg="add del mod">
          <ac:chgData name="Mengmeng Ge" userId="bb5bc401-97cb-4caf-9857-8ff441375414" providerId="ADAL" clId="{15804E98-2735-47D5-BC38-F25866985B33}" dt="2024-04-23T10:02:13.958" v="3122" actId="478"/>
          <ac:grpSpMkLst>
            <pc:docMk/>
            <pc:sldMk cId="3002826988" sldId="663"/>
            <ac:grpSpMk id="8" creationId="{7D484C61-9498-E121-639C-B9DACCEC0F9C}"/>
          </ac:grpSpMkLst>
        </pc:grpChg>
        <pc:grpChg chg="add del mod">
          <ac:chgData name="Mengmeng Ge" userId="bb5bc401-97cb-4caf-9857-8ff441375414" providerId="ADAL" clId="{15804E98-2735-47D5-BC38-F25866985B33}" dt="2024-04-23T10:03:16.268" v="3139" actId="478"/>
          <ac:grpSpMkLst>
            <pc:docMk/>
            <pc:sldMk cId="3002826988" sldId="663"/>
            <ac:grpSpMk id="11" creationId="{AB78AE63-AD5E-9F63-0D69-E7D1849590B1}"/>
          </ac:grpSpMkLst>
        </pc:grpChg>
        <pc:picChg chg="add mod">
          <ac:chgData name="Mengmeng Ge" userId="bb5bc401-97cb-4caf-9857-8ff441375414" providerId="ADAL" clId="{15804E98-2735-47D5-BC38-F25866985B33}" dt="2024-04-23T10:11:40.860" v="3196" actId="1076"/>
          <ac:picMkLst>
            <pc:docMk/>
            <pc:sldMk cId="3002826988" sldId="663"/>
            <ac:picMk id="6" creationId="{A80B2347-86E6-AB3A-A753-5CF79D72BC7A}"/>
          </ac:picMkLst>
        </pc:picChg>
        <pc:cxnChg chg="mod">
          <ac:chgData name="Mengmeng Ge" userId="bb5bc401-97cb-4caf-9857-8ff441375414" providerId="ADAL" clId="{15804E98-2735-47D5-BC38-F25866985B33}" dt="2024-04-23T10:01:49.177" v="3117" actId="1076"/>
          <ac:cxnSpMkLst>
            <pc:docMk/>
            <pc:sldMk cId="3002826988" sldId="663"/>
            <ac:cxnSpMk id="10" creationId="{5D88E80C-935C-7CF6-DF58-F14F2EAA2591}"/>
          </ac:cxnSpMkLst>
        </pc:cxnChg>
        <pc:cxnChg chg="mod">
          <ac:chgData name="Mengmeng Ge" userId="bb5bc401-97cb-4caf-9857-8ff441375414" providerId="ADAL" clId="{15804E98-2735-47D5-BC38-F25866985B33}" dt="2024-04-23T10:02:45.158" v="3130" actId="1076"/>
          <ac:cxnSpMkLst>
            <pc:docMk/>
            <pc:sldMk cId="3002826988" sldId="663"/>
            <ac:cxnSpMk id="13" creationId="{A2951F56-DFA4-7E23-B59F-78C473E07281}"/>
          </ac:cxnSpMkLst>
        </pc:cxnChg>
      </pc:sldChg>
      <pc:sldChg chg="addSp modSp new del mod modAnim modNotesTx">
        <pc:chgData name="Mengmeng Ge" userId="bb5bc401-97cb-4caf-9857-8ff441375414" providerId="ADAL" clId="{15804E98-2735-47D5-BC38-F25866985B33}" dt="2024-04-23T10:13:07.788" v="3216" actId="47"/>
        <pc:sldMkLst>
          <pc:docMk/>
          <pc:sldMk cId="1039183239" sldId="664"/>
        </pc:sldMkLst>
        <pc:spChg chg="mod">
          <ac:chgData name="Mengmeng Ge" userId="bb5bc401-97cb-4caf-9857-8ff441375414" providerId="ADAL" clId="{15804E98-2735-47D5-BC38-F25866985B33}" dt="2024-04-23T10:06:42.289" v="3171" actId="20577"/>
          <ac:spMkLst>
            <pc:docMk/>
            <pc:sldMk cId="1039183239" sldId="664"/>
            <ac:spMk id="2" creationId="{52365522-43F5-5D24-82B4-CD00E84196CA}"/>
          </ac:spMkLst>
        </pc:spChg>
        <pc:spChg chg="mod">
          <ac:chgData name="Mengmeng Ge" userId="bb5bc401-97cb-4caf-9857-8ff441375414" providerId="ADAL" clId="{15804E98-2735-47D5-BC38-F25866985B33}" dt="2024-04-23T10:06:38.047" v="3163" actId="20577"/>
          <ac:spMkLst>
            <pc:docMk/>
            <pc:sldMk cId="1039183239" sldId="664"/>
            <ac:spMk id="3" creationId="{E54157CC-7041-33B8-8D8A-FB416AE7B281}"/>
          </ac:spMkLst>
        </pc:spChg>
        <pc:spChg chg="add mod">
          <ac:chgData name="Mengmeng Ge" userId="bb5bc401-97cb-4caf-9857-8ff441375414" providerId="ADAL" clId="{15804E98-2735-47D5-BC38-F25866985B33}" dt="2024-04-23T10:12:52.671" v="3210" actId="21"/>
          <ac:spMkLst>
            <pc:docMk/>
            <pc:sldMk cId="1039183239" sldId="664"/>
            <ac:spMk id="26" creationId="{00000000-0000-0000-0000-000000000000}"/>
          </ac:spMkLst>
        </pc:sp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FA45B8B0-DA30-4F2A-874F-67713428FB4E}" type="doc">
      <dgm:prSet loTypeId="urn:microsoft.com/office/officeart/2005/8/layout/vProcess5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NZ"/>
        </a:p>
      </dgm:t>
    </dgm:pt>
    <dgm:pt modelId="{19B653A4-8D6E-4632-8D2F-19A59E2AC13E}">
      <dgm:prSet/>
      <dgm:spPr/>
      <dgm:t>
        <a:bodyPr/>
        <a:lstStyle/>
        <a:p>
          <a:r>
            <a:rPr lang="en-NZ" dirty="0">
              <a:solidFill>
                <a:schemeClr val="tx1"/>
              </a:solidFill>
            </a:rPr>
            <a:t>Learn from </a:t>
          </a:r>
          <a:r>
            <a:rPr lang="en-NZ" b="1" dirty="0">
              <a:solidFill>
                <a:schemeClr val="tx1"/>
              </a:solidFill>
            </a:rPr>
            <a:t>inter-AS routing protocol </a:t>
          </a:r>
          <a:r>
            <a:rPr lang="en-NZ" dirty="0">
              <a:solidFill>
                <a:schemeClr val="tx1"/>
              </a:solidFill>
            </a:rPr>
            <a:t>that subnet x is reachable via multiple gateways.</a:t>
          </a:r>
        </a:p>
      </dgm:t>
    </dgm:pt>
    <dgm:pt modelId="{33551E28-D37A-4457-9CB2-3DD5539CF17D}" type="parTrans" cxnId="{2A56F6D5-339D-4CCB-9216-E1EC978FA03C}">
      <dgm:prSet/>
      <dgm:spPr/>
      <dgm:t>
        <a:bodyPr/>
        <a:lstStyle/>
        <a:p>
          <a:endParaRPr lang="en-NZ"/>
        </a:p>
      </dgm:t>
    </dgm:pt>
    <dgm:pt modelId="{5F12C8C4-E2FB-440B-9EA1-FBCCCF955004}" type="sibTrans" cxnId="{2A56F6D5-339D-4CCB-9216-E1EC978FA03C}">
      <dgm:prSet/>
      <dgm:spPr/>
      <dgm:t>
        <a:bodyPr/>
        <a:lstStyle/>
        <a:p>
          <a:endParaRPr lang="en-NZ"/>
        </a:p>
      </dgm:t>
    </dgm:pt>
    <dgm:pt modelId="{D0854FFA-F844-4986-BADA-A4CA24B36F33}">
      <dgm:prSet/>
      <dgm:spPr/>
      <dgm:t>
        <a:bodyPr/>
        <a:lstStyle/>
        <a:p>
          <a:r>
            <a:rPr lang="en-NZ" dirty="0">
              <a:solidFill>
                <a:schemeClr val="tx1"/>
              </a:solidFill>
            </a:rPr>
            <a:t>Use routing info from </a:t>
          </a:r>
          <a:r>
            <a:rPr lang="en-NZ" b="1" dirty="0">
              <a:solidFill>
                <a:schemeClr val="tx1"/>
              </a:solidFill>
            </a:rPr>
            <a:t>intra-AS routing protocol</a:t>
          </a:r>
          <a:r>
            <a:rPr lang="en-NZ" dirty="0">
              <a:solidFill>
                <a:schemeClr val="tx1"/>
              </a:solidFill>
            </a:rPr>
            <a:t> to determine costs of </a:t>
          </a:r>
          <a:r>
            <a:rPr lang="en-NZ" b="1" dirty="0">
              <a:solidFill>
                <a:schemeClr val="tx1"/>
              </a:solidFill>
            </a:rPr>
            <a:t>least-cost paths to each of the gateways</a:t>
          </a:r>
          <a:r>
            <a:rPr lang="en-NZ" dirty="0">
              <a:solidFill>
                <a:schemeClr val="tx1"/>
              </a:solidFill>
            </a:rPr>
            <a:t>.</a:t>
          </a:r>
        </a:p>
      </dgm:t>
    </dgm:pt>
    <dgm:pt modelId="{889E6CFD-E12F-44FD-84E4-977110ABB01D}" type="parTrans" cxnId="{D055749A-F68F-4755-8657-BC59A7AFB825}">
      <dgm:prSet/>
      <dgm:spPr/>
      <dgm:t>
        <a:bodyPr/>
        <a:lstStyle/>
        <a:p>
          <a:endParaRPr lang="en-NZ"/>
        </a:p>
      </dgm:t>
    </dgm:pt>
    <dgm:pt modelId="{07558A2F-70BC-4403-9749-B324B6044E0A}" type="sibTrans" cxnId="{D055749A-F68F-4755-8657-BC59A7AFB825}">
      <dgm:prSet/>
      <dgm:spPr/>
      <dgm:t>
        <a:bodyPr/>
        <a:lstStyle/>
        <a:p>
          <a:endParaRPr lang="en-NZ"/>
        </a:p>
      </dgm:t>
    </dgm:pt>
    <dgm:pt modelId="{86AF7A8F-43F9-4BC4-ADF5-3DC219052E3C}">
      <dgm:prSet/>
      <dgm:spPr/>
      <dgm:t>
        <a:bodyPr/>
        <a:lstStyle/>
        <a:p>
          <a:r>
            <a:rPr lang="en-NZ" b="1" dirty="0">
              <a:solidFill>
                <a:schemeClr val="tx1"/>
              </a:solidFill>
            </a:rPr>
            <a:t>Hot-potato routing</a:t>
          </a:r>
          <a:r>
            <a:rPr lang="en-NZ" dirty="0">
              <a:solidFill>
                <a:schemeClr val="tx1"/>
              </a:solidFill>
            </a:rPr>
            <a:t>: Choose the least-cost gateway from intra-AS routing protocol.</a:t>
          </a:r>
        </a:p>
      </dgm:t>
    </dgm:pt>
    <dgm:pt modelId="{EC19E187-F199-4F65-9A8C-FFD888008561}" type="parTrans" cxnId="{173A6F6D-8557-48D9-97C0-A00F27158694}">
      <dgm:prSet/>
      <dgm:spPr/>
      <dgm:t>
        <a:bodyPr/>
        <a:lstStyle/>
        <a:p>
          <a:endParaRPr lang="en-NZ"/>
        </a:p>
      </dgm:t>
    </dgm:pt>
    <dgm:pt modelId="{B34AEDA4-3B33-47D4-8558-5263AC3C10B5}" type="sibTrans" cxnId="{173A6F6D-8557-48D9-97C0-A00F27158694}">
      <dgm:prSet/>
      <dgm:spPr/>
      <dgm:t>
        <a:bodyPr/>
        <a:lstStyle/>
        <a:p>
          <a:endParaRPr lang="en-NZ"/>
        </a:p>
      </dgm:t>
    </dgm:pt>
    <dgm:pt modelId="{74FE1E84-9F31-4751-9602-0B98C1A07DCA}">
      <dgm:prSet/>
      <dgm:spPr/>
      <dgm:t>
        <a:bodyPr/>
        <a:lstStyle/>
        <a:p>
          <a:r>
            <a:rPr lang="en-NZ" dirty="0">
              <a:solidFill>
                <a:schemeClr val="tx1"/>
              </a:solidFill>
            </a:rPr>
            <a:t>Determine from </a:t>
          </a:r>
          <a:r>
            <a:rPr lang="en-NZ" b="1" dirty="0">
              <a:solidFill>
                <a:schemeClr val="tx1"/>
              </a:solidFill>
            </a:rPr>
            <a:t>intra-AS routing protocol </a:t>
          </a:r>
          <a:r>
            <a:rPr lang="en-NZ" dirty="0">
              <a:solidFill>
                <a:schemeClr val="tx1"/>
              </a:solidFill>
            </a:rPr>
            <a:t>the </a:t>
          </a:r>
          <a:r>
            <a:rPr lang="en-NZ" b="1" dirty="0">
              <a:solidFill>
                <a:schemeClr val="tx1"/>
              </a:solidFill>
            </a:rPr>
            <a:t>router interface </a:t>
          </a:r>
          <a:r>
            <a:rPr lang="en-NZ" dirty="0">
              <a:solidFill>
                <a:schemeClr val="tx1"/>
              </a:solidFill>
            </a:rPr>
            <a:t>I that leads to least-cost gateway. Enter (</a:t>
          </a:r>
          <a:r>
            <a:rPr lang="en-NZ" dirty="0" err="1">
              <a:solidFill>
                <a:schemeClr val="tx1"/>
              </a:solidFill>
            </a:rPr>
            <a:t>x,I</a:t>
          </a:r>
          <a:r>
            <a:rPr lang="en-NZ" dirty="0">
              <a:solidFill>
                <a:schemeClr val="tx1"/>
              </a:solidFill>
            </a:rPr>
            <a:t>) in forwarding table.</a:t>
          </a:r>
        </a:p>
      </dgm:t>
    </dgm:pt>
    <dgm:pt modelId="{21031C02-54A1-48B7-876D-3B3C31F461A5}" type="parTrans" cxnId="{F8FFD96E-E045-4819-967B-E4281B211B6F}">
      <dgm:prSet/>
      <dgm:spPr/>
      <dgm:t>
        <a:bodyPr/>
        <a:lstStyle/>
        <a:p>
          <a:endParaRPr lang="en-NZ"/>
        </a:p>
      </dgm:t>
    </dgm:pt>
    <dgm:pt modelId="{41B41A5F-863E-4B16-8D8F-29784633FB31}" type="sibTrans" cxnId="{F8FFD96E-E045-4819-967B-E4281B211B6F}">
      <dgm:prSet/>
      <dgm:spPr/>
      <dgm:t>
        <a:bodyPr/>
        <a:lstStyle/>
        <a:p>
          <a:endParaRPr lang="en-NZ"/>
        </a:p>
      </dgm:t>
    </dgm:pt>
    <dgm:pt modelId="{7E8872BC-33E3-4786-8DA0-9F0BC612FA15}" type="pres">
      <dgm:prSet presAssocID="{FA45B8B0-DA30-4F2A-874F-67713428FB4E}" presName="outerComposite" presStyleCnt="0">
        <dgm:presLayoutVars>
          <dgm:chMax val="5"/>
          <dgm:dir/>
          <dgm:resizeHandles val="exact"/>
        </dgm:presLayoutVars>
      </dgm:prSet>
      <dgm:spPr/>
    </dgm:pt>
    <dgm:pt modelId="{CB9322B0-4BD2-4784-A320-60B0168F3F15}" type="pres">
      <dgm:prSet presAssocID="{FA45B8B0-DA30-4F2A-874F-67713428FB4E}" presName="dummyMaxCanvas" presStyleCnt="0">
        <dgm:presLayoutVars/>
      </dgm:prSet>
      <dgm:spPr/>
    </dgm:pt>
    <dgm:pt modelId="{29201904-1D16-48E1-9EFE-F70BFDB1DE72}" type="pres">
      <dgm:prSet presAssocID="{FA45B8B0-DA30-4F2A-874F-67713428FB4E}" presName="FourNodes_1" presStyleLbl="node1" presStyleIdx="0" presStyleCnt="4">
        <dgm:presLayoutVars>
          <dgm:bulletEnabled val="1"/>
        </dgm:presLayoutVars>
      </dgm:prSet>
      <dgm:spPr/>
    </dgm:pt>
    <dgm:pt modelId="{8F26D77B-26A8-414C-8052-04F3A7964881}" type="pres">
      <dgm:prSet presAssocID="{FA45B8B0-DA30-4F2A-874F-67713428FB4E}" presName="FourNodes_2" presStyleLbl="node1" presStyleIdx="1" presStyleCnt="4">
        <dgm:presLayoutVars>
          <dgm:bulletEnabled val="1"/>
        </dgm:presLayoutVars>
      </dgm:prSet>
      <dgm:spPr/>
    </dgm:pt>
    <dgm:pt modelId="{A49B1CEC-7BF0-4391-BF98-8C999ECE53B2}" type="pres">
      <dgm:prSet presAssocID="{FA45B8B0-DA30-4F2A-874F-67713428FB4E}" presName="FourNodes_3" presStyleLbl="node1" presStyleIdx="2" presStyleCnt="4">
        <dgm:presLayoutVars>
          <dgm:bulletEnabled val="1"/>
        </dgm:presLayoutVars>
      </dgm:prSet>
      <dgm:spPr/>
    </dgm:pt>
    <dgm:pt modelId="{BC070DB0-64F7-4F80-8924-658931E8899E}" type="pres">
      <dgm:prSet presAssocID="{FA45B8B0-DA30-4F2A-874F-67713428FB4E}" presName="FourNodes_4" presStyleLbl="node1" presStyleIdx="3" presStyleCnt="4">
        <dgm:presLayoutVars>
          <dgm:bulletEnabled val="1"/>
        </dgm:presLayoutVars>
      </dgm:prSet>
      <dgm:spPr/>
    </dgm:pt>
    <dgm:pt modelId="{6116102D-A502-4148-A207-C9D359C141BD}" type="pres">
      <dgm:prSet presAssocID="{FA45B8B0-DA30-4F2A-874F-67713428FB4E}" presName="FourConn_1-2" presStyleLbl="fgAccFollowNode1" presStyleIdx="0" presStyleCnt="3">
        <dgm:presLayoutVars>
          <dgm:bulletEnabled val="1"/>
        </dgm:presLayoutVars>
      </dgm:prSet>
      <dgm:spPr/>
    </dgm:pt>
    <dgm:pt modelId="{904C428A-4EDE-4326-AD6E-7000B7C3ECC5}" type="pres">
      <dgm:prSet presAssocID="{FA45B8B0-DA30-4F2A-874F-67713428FB4E}" presName="FourConn_2-3" presStyleLbl="fgAccFollowNode1" presStyleIdx="1" presStyleCnt="3">
        <dgm:presLayoutVars>
          <dgm:bulletEnabled val="1"/>
        </dgm:presLayoutVars>
      </dgm:prSet>
      <dgm:spPr/>
    </dgm:pt>
    <dgm:pt modelId="{5EE20228-4FE8-4A12-B158-25CF17F82F36}" type="pres">
      <dgm:prSet presAssocID="{FA45B8B0-DA30-4F2A-874F-67713428FB4E}" presName="FourConn_3-4" presStyleLbl="fgAccFollowNode1" presStyleIdx="2" presStyleCnt="3">
        <dgm:presLayoutVars>
          <dgm:bulletEnabled val="1"/>
        </dgm:presLayoutVars>
      </dgm:prSet>
      <dgm:spPr/>
    </dgm:pt>
    <dgm:pt modelId="{4E55B609-0CCE-4E85-9C24-A5326D271574}" type="pres">
      <dgm:prSet presAssocID="{FA45B8B0-DA30-4F2A-874F-67713428FB4E}" presName="FourNodes_1_text" presStyleLbl="node1" presStyleIdx="3" presStyleCnt="4">
        <dgm:presLayoutVars>
          <dgm:bulletEnabled val="1"/>
        </dgm:presLayoutVars>
      </dgm:prSet>
      <dgm:spPr/>
    </dgm:pt>
    <dgm:pt modelId="{DB34CBAE-6A91-4821-A23F-5206DB46C970}" type="pres">
      <dgm:prSet presAssocID="{FA45B8B0-DA30-4F2A-874F-67713428FB4E}" presName="FourNodes_2_text" presStyleLbl="node1" presStyleIdx="3" presStyleCnt="4">
        <dgm:presLayoutVars>
          <dgm:bulletEnabled val="1"/>
        </dgm:presLayoutVars>
      </dgm:prSet>
      <dgm:spPr/>
    </dgm:pt>
    <dgm:pt modelId="{8A66847A-0E86-404D-9717-8D45EF2FDD03}" type="pres">
      <dgm:prSet presAssocID="{FA45B8B0-DA30-4F2A-874F-67713428FB4E}" presName="FourNodes_3_text" presStyleLbl="node1" presStyleIdx="3" presStyleCnt="4">
        <dgm:presLayoutVars>
          <dgm:bulletEnabled val="1"/>
        </dgm:presLayoutVars>
      </dgm:prSet>
      <dgm:spPr/>
    </dgm:pt>
    <dgm:pt modelId="{4A7D0D5C-D110-46EE-A8AA-ABD5B13026EF}" type="pres">
      <dgm:prSet presAssocID="{FA45B8B0-DA30-4F2A-874F-67713428FB4E}" presName="FourNodes_4_text" presStyleLbl="node1" presStyleIdx="3" presStyleCnt="4">
        <dgm:presLayoutVars>
          <dgm:bulletEnabled val="1"/>
        </dgm:presLayoutVars>
      </dgm:prSet>
      <dgm:spPr/>
    </dgm:pt>
  </dgm:ptLst>
  <dgm:cxnLst>
    <dgm:cxn modelId="{18A2E428-B115-4102-A5CB-22DFD42C8B60}" type="presOf" srcId="{74FE1E84-9F31-4751-9602-0B98C1A07DCA}" destId="{BC070DB0-64F7-4F80-8924-658931E8899E}" srcOrd="0" destOrd="0" presId="urn:microsoft.com/office/officeart/2005/8/layout/vProcess5"/>
    <dgm:cxn modelId="{87531E35-90F9-4456-8575-E657963AD9E5}" type="presOf" srcId="{07558A2F-70BC-4403-9749-B324B6044E0A}" destId="{904C428A-4EDE-4326-AD6E-7000B7C3ECC5}" srcOrd="0" destOrd="0" presId="urn:microsoft.com/office/officeart/2005/8/layout/vProcess5"/>
    <dgm:cxn modelId="{711A3836-E127-46B0-A942-C3642DB3E23C}" type="presOf" srcId="{B34AEDA4-3B33-47D4-8558-5263AC3C10B5}" destId="{5EE20228-4FE8-4A12-B158-25CF17F82F36}" srcOrd="0" destOrd="0" presId="urn:microsoft.com/office/officeart/2005/8/layout/vProcess5"/>
    <dgm:cxn modelId="{C948B155-E886-4DB4-884C-5525F75DE624}" type="presOf" srcId="{74FE1E84-9F31-4751-9602-0B98C1A07DCA}" destId="{4A7D0D5C-D110-46EE-A8AA-ABD5B13026EF}" srcOrd="1" destOrd="0" presId="urn:microsoft.com/office/officeart/2005/8/layout/vProcess5"/>
    <dgm:cxn modelId="{AA80FC5E-B7F5-4A68-B6C1-45A5A0324B99}" type="presOf" srcId="{86AF7A8F-43F9-4BC4-ADF5-3DC219052E3C}" destId="{A49B1CEC-7BF0-4391-BF98-8C999ECE53B2}" srcOrd="0" destOrd="0" presId="urn:microsoft.com/office/officeart/2005/8/layout/vProcess5"/>
    <dgm:cxn modelId="{173A6F6D-8557-48D9-97C0-A00F27158694}" srcId="{FA45B8B0-DA30-4F2A-874F-67713428FB4E}" destId="{86AF7A8F-43F9-4BC4-ADF5-3DC219052E3C}" srcOrd="2" destOrd="0" parTransId="{EC19E187-F199-4F65-9A8C-FFD888008561}" sibTransId="{B34AEDA4-3B33-47D4-8558-5263AC3C10B5}"/>
    <dgm:cxn modelId="{F8FFD96E-E045-4819-967B-E4281B211B6F}" srcId="{FA45B8B0-DA30-4F2A-874F-67713428FB4E}" destId="{74FE1E84-9F31-4751-9602-0B98C1A07DCA}" srcOrd="3" destOrd="0" parTransId="{21031C02-54A1-48B7-876D-3B3C31F461A5}" sibTransId="{41B41A5F-863E-4B16-8D8F-29784633FB31}"/>
    <dgm:cxn modelId="{D055749A-F68F-4755-8657-BC59A7AFB825}" srcId="{FA45B8B0-DA30-4F2A-874F-67713428FB4E}" destId="{D0854FFA-F844-4986-BADA-A4CA24B36F33}" srcOrd="1" destOrd="0" parTransId="{889E6CFD-E12F-44FD-84E4-977110ABB01D}" sibTransId="{07558A2F-70BC-4403-9749-B324B6044E0A}"/>
    <dgm:cxn modelId="{A1F425B8-0E44-4FB4-AF53-6DCDEA84D7FF}" type="presOf" srcId="{19B653A4-8D6E-4632-8D2F-19A59E2AC13E}" destId="{4E55B609-0CCE-4E85-9C24-A5326D271574}" srcOrd="1" destOrd="0" presId="urn:microsoft.com/office/officeart/2005/8/layout/vProcess5"/>
    <dgm:cxn modelId="{93740EB9-1BD4-45C7-8851-7F7E4C2120A9}" type="presOf" srcId="{FA45B8B0-DA30-4F2A-874F-67713428FB4E}" destId="{7E8872BC-33E3-4786-8DA0-9F0BC612FA15}" srcOrd="0" destOrd="0" presId="urn:microsoft.com/office/officeart/2005/8/layout/vProcess5"/>
    <dgm:cxn modelId="{B66C55BB-D865-4A97-A3FA-DB5AD27B30C7}" type="presOf" srcId="{19B653A4-8D6E-4632-8D2F-19A59E2AC13E}" destId="{29201904-1D16-48E1-9EFE-F70BFDB1DE72}" srcOrd="0" destOrd="0" presId="urn:microsoft.com/office/officeart/2005/8/layout/vProcess5"/>
    <dgm:cxn modelId="{A19D11C9-985C-475A-BFB4-6A44538C003C}" type="presOf" srcId="{D0854FFA-F844-4986-BADA-A4CA24B36F33}" destId="{DB34CBAE-6A91-4821-A23F-5206DB46C970}" srcOrd="1" destOrd="0" presId="urn:microsoft.com/office/officeart/2005/8/layout/vProcess5"/>
    <dgm:cxn modelId="{BBD0ABC9-884E-45F2-A724-0F1C09502912}" type="presOf" srcId="{86AF7A8F-43F9-4BC4-ADF5-3DC219052E3C}" destId="{8A66847A-0E86-404D-9717-8D45EF2FDD03}" srcOrd="1" destOrd="0" presId="urn:microsoft.com/office/officeart/2005/8/layout/vProcess5"/>
    <dgm:cxn modelId="{2A56F6D5-339D-4CCB-9216-E1EC978FA03C}" srcId="{FA45B8B0-DA30-4F2A-874F-67713428FB4E}" destId="{19B653A4-8D6E-4632-8D2F-19A59E2AC13E}" srcOrd="0" destOrd="0" parTransId="{33551E28-D37A-4457-9CB2-3DD5539CF17D}" sibTransId="{5F12C8C4-E2FB-440B-9EA1-FBCCCF955004}"/>
    <dgm:cxn modelId="{2F2AE1DB-BABE-4AD6-B084-A88505AE0DE7}" type="presOf" srcId="{D0854FFA-F844-4986-BADA-A4CA24B36F33}" destId="{8F26D77B-26A8-414C-8052-04F3A7964881}" srcOrd="0" destOrd="0" presId="urn:microsoft.com/office/officeart/2005/8/layout/vProcess5"/>
    <dgm:cxn modelId="{690F9BFA-E6C4-4B1A-9B14-3A050F52D5C2}" type="presOf" srcId="{5F12C8C4-E2FB-440B-9EA1-FBCCCF955004}" destId="{6116102D-A502-4148-A207-C9D359C141BD}" srcOrd="0" destOrd="0" presId="urn:microsoft.com/office/officeart/2005/8/layout/vProcess5"/>
    <dgm:cxn modelId="{CF28E530-A8F7-4AC3-936D-8278FD23F533}" type="presParOf" srcId="{7E8872BC-33E3-4786-8DA0-9F0BC612FA15}" destId="{CB9322B0-4BD2-4784-A320-60B0168F3F15}" srcOrd="0" destOrd="0" presId="urn:microsoft.com/office/officeart/2005/8/layout/vProcess5"/>
    <dgm:cxn modelId="{867C3E92-4B6D-4535-BBFA-8913A3E94664}" type="presParOf" srcId="{7E8872BC-33E3-4786-8DA0-9F0BC612FA15}" destId="{29201904-1D16-48E1-9EFE-F70BFDB1DE72}" srcOrd="1" destOrd="0" presId="urn:microsoft.com/office/officeart/2005/8/layout/vProcess5"/>
    <dgm:cxn modelId="{7415E027-9161-4D63-BAAD-1E641CB79649}" type="presParOf" srcId="{7E8872BC-33E3-4786-8DA0-9F0BC612FA15}" destId="{8F26D77B-26A8-414C-8052-04F3A7964881}" srcOrd="2" destOrd="0" presId="urn:microsoft.com/office/officeart/2005/8/layout/vProcess5"/>
    <dgm:cxn modelId="{387CD789-A592-4FDF-B714-F06F76FBE134}" type="presParOf" srcId="{7E8872BC-33E3-4786-8DA0-9F0BC612FA15}" destId="{A49B1CEC-7BF0-4391-BF98-8C999ECE53B2}" srcOrd="3" destOrd="0" presId="urn:microsoft.com/office/officeart/2005/8/layout/vProcess5"/>
    <dgm:cxn modelId="{E268DE5A-1BFE-49F9-BF57-6D8DC66CB031}" type="presParOf" srcId="{7E8872BC-33E3-4786-8DA0-9F0BC612FA15}" destId="{BC070DB0-64F7-4F80-8924-658931E8899E}" srcOrd="4" destOrd="0" presId="urn:microsoft.com/office/officeart/2005/8/layout/vProcess5"/>
    <dgm:cxn modelId="{05F08BA8-38F1-494C-8D4B-F48FEB02597F}" type="presParOf" srcId="{7E8872BC-33E3-4786-8DA0-9F0BC612FA15}" destId="{6116102D-A502-4148-A207-C9D359C141BD}" srcOrd="5" destOrd="0" presId="urn:microsoft.com/office/officeart/2005/8/layout/vProcess5"/>
    <dgm:cxn modelId="{D8BD5043-3875-48F8-87EE-8737F7706BE7}" type="presParOf" srcId="{7E8872BC-33E3-4786-8DA0-9F0BC612FA15}" destId="{904C428A-4EDE-4326-AD6E-7000B7C3ECC5}" srcOrd="6" destOrd="0" presId="urn:microsoft.com/office/officeart/2005/8/layout/vProcess5"/>
    <dgm:cxn modelId="{8DAD31EB-04D0-4B2E-AC9C-10C5EBBC7280}" type="presParOf" srcId="{7E8872BC-33E3-4786-8DA0-9F0BC612FA15}" destId="{5EE20228-4FE8-4A12-B158-25CF17F82F36}" srcOrd="7" destOrd="0" presId="urn:microsoft.com/office/officeart/2005/8/layout/vProcess5"/>
    <dgm:cxn modelId="{057A561F-A546-43AF-873D-D00E6C552B8D}" type="presParOf" srcId="{7E8872BC-33E3-4786-8DA0-9F0BC612FA15}" destId="{4E55B609-0CCE-4E85-9C24-A5326D271574}" srcOrd="8" destOrd="0" presId="urn:microsoft.com/office/officeart/2005/8/layout/vProcess5"/>
    <dgm:cxn modelId="{1D32E2C4-69CF-493C-9051-A1910829645A}" type="presParOf" srcId="{7E8872BC-33E3-4786-8DA0-9F0BC612FA15}" destId="{DB34CBAE-6A91-4821-A23F-5206DB46C970}" srcOrd="9" destOrd="0" presId="urn:microsoft.com/office/officeart/2005/8/layout/vProcess5"/>
    <dgm:cxn modelId="{5CF22FCE-1879-4B1B-9AD7-6EF3E0DE3D1F}" type="presParOf" srcId="{7E8872BC-33E3-4786-8DA0-9F0BC612FA15}" destId="{8A66847A-0E86-404D-9717-8D45EF2FDD03}" srcOrd="10" destOrd="0" presId="urn:microsoft.com/office/officeart/2005/8/layout/vProcess5"/>
    <dgm:cxn modelId="{DB3C3BD1-0502-4B3F-B1DA-711A8485B9A7}" type="presParOf" srcId="{7E8872BC-33E3-4786-8DA0-9F0BC612FA15}" destId="{4A7D0D5C-D110-46EE-A8AA-ABD5B13026EF}" srcOrd="11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5D984D92-945F-4FC2-91D9-945336754408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NZ"/>
        </a:p>
      </dgm:t>
    </dgm:pt>
    <dgm:pt modelId="{5DE813D0-7E3F-4F01-A42C-FB8A22541F56}">
      <dgm:prSet/>
      <dgm:spPr/>
      <dgm:t>
        <a:bodyPr/>
        <a:lstStyle/>
        <a:p>
          <a:r>
            <a:rPr lang="en-GB" dirty="0">
              <a:solidFill>
                <a:srgbClr val="FF0000"/>
              </a:solidFill>
            </a:rPr>
            <a:t>The </a:t>
          </a:r>
          <a:r>
            <a:rPr lang="en-GB" i="1" dirty="0">
              <a:solidFill>
                <a:srgbClr val="FF0000"/>
              </a:solidFill>
            </a:rPr>
            <a:t>de facto</a:t>
          </a:r>
          <a:r>
            <a:rPr lang="en-GB" dirty="0">
              <a:solidFill>
                <a:srgbClr val="FF0000"/>
              </a:solidFill>
            </a:rPr>
            <a:t> exterior router protocol</a:t>
          </a:r>
          <a:r>
            <a:rPr lang="en-GB" dirty="0">
              <a:solidFill>
                <a:schemeClr val="tx1"/>
              </a:solidFill>
            </a:rPr>
            <a:t> for the Internet</a:t>
          </a:r>
          <a:endParaRPr lang="en-NZ" dirty="0">
            <a:solidFill>
              <a:schemeClr val="tx1"/>
            </a:solidFill>
          </a:endParaRPr>
        </a:p>
      </dgm:t>
    </dgm:pt>
    <dgm:pt modelId="{29C446D4-7051-442E-8B84-0A2F6B1827FD}" type="parTrans" cxnId="{384D3A9B-EB71-4FAC-9358-F9EEF858F1FA}">
      <dgm:prSet/>
      <dgm:spPr/>
      <dgm:t>
        <a:bodyPr/>
        <a:lstStyle/>
        <a:p>
          <a:endParaRPr lang="en-NZ"/>
        </a:p>
      </dgm:t>
    </dgm:pt>
    <dgm:pt modelId="{A52EC960-3C6C-4FBD-92E4-D0D5DEB4B52E}" type="sibTrans" cxnId="{384D3A9B-EB71-4FAC-9358-F9EEF858F1FA}">
      <dgm:prSet/>
      <dgm:spPr/>
      <dgm:t>
        <a:bodyPr/>
        <a:lstStyle/>
        <a:p>
          <a:endParaRPr lang="en-NZ"/>
        </a:p>
      </dgm:t>
    </dgm:pt>
    <dgm:pt modelId="{E63EB021-B905-4523-98AE-500DB70A2C50}">
      <dgm:prSet/>
      <dgm:spPr/>
      <dgm:t>
        <a:bodyPr/>
        <a:lstStyle/>
        <a:p>
          <a:r>
            <a:rPr lang="en-GB" dirty="0">
              <a:solidFill>
                <a:schemeClr val="tx1"/>
              </a:solidFill>
            </a:rPr>
            <a:t>Allow routers/gateways in </a:t>
          </a:r>
          <a:r>
            <a:rPr lang="en-GB" dirty="0">
              <a:solidFill>
                <a:srgbClr val="FF0000"/>
              </a:solidFill>
            </a:rPr>
            <a:t>different autonomous systems </a:t>
          </a:r>
          <a:r>
            <a:rPr lang="en-GB" dirty="0">
              <a:solidFill>
                <a:schemeClr val="tx1"/>
              </a:solidFill>
            </a:rPr>
            <a:t>(ASs) to cooperate in the exchange of routing information</a:t>
          </a:r>
          <a:endParaRPr lang="en-NZ" dirty="0">
            <a:solidFill>
              <a:schemeClr val="tx1"/>
            </a:solidFill>
          </a:endParaRPr>
        </a:p>
      </dgm:t>
    </dgm:pt>
    <dgm:pt modelId="{1F97D5EE-2C47-4E5B-A63C-1891AF1353A2}" type="parTrans" cxnId="{3625A4B6-BF2D-4794-8AD4-D8EE8F0B0600}">
      <dgm:prSet/>
      <dgm:spPr/>
      <dgm:t>
        <a:bodyPr/>
        <a:lstStyle/>
        <a:p>
          <a:endParaRPr lang="en-NZ"/>
        </a:p>
      </dgm:t>
    </dgm:pt>
    <dgm:pt modelId="{658922A6-10C7-4EBC-BB4D-1433112E01CD}" type="sibTrans" cxnId="{3625A4B6-BF2D-4794-8AD4-D8EE8F0B0600}">
      <dgm:prSet/>
      <dgm:spPr/>
      <dgm:t>
        <a:bodyPr/>
        <a:lstStyle/>
        <a:p>
          <a:endParaRPr lang="en-NZ"/>
        </a:p>
      </dgm:t>
    </dgm:pt>
    <dgm:pt modelId="{3BAC19D9-E2B0-4A26-90D7-CC4FC8D6073E}">
      <dgm:prSet/>
      <dgm:spPr/>
      <dgm:t>
        <a:bodyPr/>
        <a:lstStyle/>
        <a:p>
          <a:r>
            <a:rPr lang="en-GB" dirty="0">
              <a:solidFill>
                <a:schemeClr val="tx1"/>
              </a:solidFill>
            </a:rPr>
            <a:t>Use a modified distance vector algorithm, referred to as a “Path Vector” algorithm</a:t>
          </a:r>
          <a:endParaRPr lang="en-NZ" dirty="0">
            <a:solidFill>
              <a:schemeClr val="tx1"/>
            </a:solidFill>
          </a:endParaRPr>
        </a:p>
      </dgm:t>
    </dgm:pt>
    <dgm:pt modelId="{98D548A2-BA6A-466B-9789-201C2E9397AB}" type="parTrans" cxnId="{BEB8FD96-B71E-4AF3-8080-4127248EEBF2}">
      <dgm:prSet/>
      <dgm:spPr/>
      <dgm:t>
        <a:bodyPr/>
        <a:lstStyle/>
        <a:p>
          <a:endParaRPr lang="en-NZ"/>
        </a:p>
      </dgm:t>
    </dgm:pt>
    <dgm:pt modelId="{B04AD795-E2C5-4F04-B0A9-E6E5FE7D90C0}" type="sibTrans" cxnId="{BEB8FD96-B71E-4AF3-8080-4127248EEBF2}">
      <dgm:prSet/>
      <dgm:spPr/>
      <dgm:t>
        <a:bodyPr/>
        <a:lstStyle/>
        <a:p>
          <a:endParaRPr lang="en-NZ"/>
        </a:p>
      </dgm:t>
    </dgm:pt>
    <dgm:pt modelId="{5C123FF0-1EAD-4E42-BAE8-F6E718642780}">
      <dgm:prSet/>
      <dgm:spPr/>
      <dgm:t>
        <a:bodyPr/>
        <a:lstStyle/>
        <a:p>
          <a:r>
            <a:rPr lang="en-GB" dirty="0">
              <a:solidFill>
                <a:schemeClr val="tx1"/>
              </a:solidFill>
            </a:rPr>
            <a:t>The current version of BGP known as BGP-4 (RFC 4271)</a:t>
          </a:r>
          <a:endParaRPr lang="en-NZ" dirty="0">
            <a:solidFill>
              <a:schemeClr val="tx1"/>
            </a:solidFill>
          </a:endParaRPr>
        </a:p>
      </dgm:t>
    </dgm:pt>
    <dgm:pt modelId="{EE9F0545-9EEC-4FF7-94C7-5B3D28126E7A}" type="parTrans" cxnId="{8A105AEC-45C8-4AE5-A0AC-F9CF671BED4C}">
      <dgm:prSet/>
      <dgm:spPr/>
      <dgm:t>
        <a:bodyPr/>
        <a:lstStyle/>
        <a:p>
          <a:endParaRPr lang="en-NZ"/>
        </a:p>
      </dgm:t>
    </dgm:pt>
    <dgm:pt modelId="{217A1E1F-CE71-4117-AEBF-032896225D8E}" type="sibTrans" cxnId="{8A105AEC-45C8-4AE5-A0AC-F9CF671BED4C}">
      <dgm:prSet/>
      <dgm:spPr/>
      <dgm:t>
        <a:bodyPr/>
        <a:lstStyle/>
        <a:p>
          <a:endParaRPr lang="en-NZ"/>
        </a:p>
      </dgm:t>
    </dgm:pt>
    <dgm:pt modelId="{B631DE88-6E3C-4F1B-A840-1E4212EA9AC1}" type="pres">
      <dgm:prSet presAssocID="{5D984D92-945F-4FC2-91D9-945336754408}" presName="linear" presStyleCnt="0">
        <dgm:presLayoutVars>
          <dgm:animLvl val="lvl"/>
          <dgm:resizeHandles val="exact"/>
        </dgm:presLayoutVars>
      </dgm:prSet>
      <dgm:spPr/>
    </dgm:pt>
    <dgm:pt modelId="{FA09B1A6-5AF2-4C4B-B96D-5C4045EBCF7E}" type="pres">
      <dgm:prSet presAssocID="{5DE813D0-7E3F-4F01-A42C-FB8A22541F56}" presName="parentText" presStyleLbl="node1" presStyleIdx="0" presStyleCnt="4" custLinFactY="-13983" custLinFactNeighborY="-100000">
        <dgm:presLayoutVars>
          <dgm:chMax val="0"/>
          <dgm:bulletEnabled val="1"/>
        </dgm:presLayoutVars>
      </dgm:prSet>
      <dgm:spPr/>
    </dgm:pt>
    <dgm:pt modelId="{96D41130-2CC2-4A4F-B8DA-7B4838EA7CEC}" type="pres">
      <dgm:prSet presAssocID="{A52EC960-3C6C-4FBD-92E4-D0D5DEB4B52E}" presName="spacer" presStyleCnt="0"/>
      <dgm:spPr/>
    </dgm:pt>
    <dgm:pt modelId="{D26408A2-C999-426F-91BB-BF57EAB2F51F}" type="pres">
      <dgm:prSet presAssocID="{E63EB021-B905-4523-98AE-500DB70A2C50}" presName="parentText" presStyleLbl="node1" presStyleIdx="1" presStyleCnt="4" custLinFactY="-1579" custLinFactNeighborY="-100000">
        <dgm:presLayoutVars>
          <dgm:chMax val="0"/>
          <dgm:bulletEnabled val="1"/>
        </dgm:presLayoutVars>
      </dgm:prSet>
      <dgm:spPr/>
    </dgm:pt>
    <dgm:pt modelId="{DB5334CE-7570-49FD-A5B9-0AFD7E8313FD}" type="pres">
      <dgm:prSet presAssocID="{658922A6-10C7-4EBC-BB4D-1433112E01CD}" presName="spacer" presStyleCnt="0"/>
      <dgm:spPr/>
    </dgm:pt>
    <dgm:pt modelId="{6394EDD7-1CDD-4B47-AF18-DA5022C4CB41}" type="pres">
      <dgm:prSet presAssocID="{3BAC19D9-E2B0-4A26-90D7-CC4FC8D6073E}" presName="parentText" presStyleLbl="node1" presStyleIdx="2" presStyleCnt="4" custLinFactY="1579" custLinFactNeighborY="100000">
        <dgm:presLayoutVars>
          <dgm:chMax val="0"/>
          <dgm:bulletEnabled val="1"/>
        </dgm:presLayoutVars>
      </dgm:prSet>
      <dgm:spPr/>
    </dgm:pt>
    <dgm:pt modelId="{AF117E46-76A0-4B48-AA40-CDC398C7EFF5}" type="pres">
      <dgm:prSet presAssocID="{B04AD795-E2C5-4F04-B0A9-E6E5FE7D90C0}" presName="spacer" presStyleCnt="0"/>
      <dgm:spPr/>
    </dgm:pt>
    <dgm:pt modelId="{BBA20CBE-DF0C-41AD-A820-5ADA7E1DE7BE}" type="pres">
      <dgm:prSet presAssocID="{5C123FF0-1EAD-4E42-BAE8-F6E718642780}" presName="parentText" presStyleLbl="node1" presStyleIdx="3" presStyleCnt="4" custLinFactY="13983" custLinFactNeighborY="100000">
        <dgm:presLayoutVars>
          <dgm:chMax val="0"/>
          <dgm:bulletEnabled val="1"/>
        </dgm:presLayoutVars>
      </dgm:prSet>
      <dgm:spPr/>
    </dgm:pt>
  </dgm:ptLst>
  <dgm:cxnLst>
    <dgm:cxn modelId="{F8FD532C-0791-48A3-9849-BC6FC9F976A4}" type="presOf" srcId="{5DE813D0-7E3F-4F01-A42C-FB8A22541F56}" destId="{FA09B1A6-5AF2-4C4B-B96D-5C4045EBCF7E}" srcOrd="0" destOrd="0" presId="urn:microsoft.com/office/officeart/2005/8/layout/vList2"/>
    <dgm:cxn modelId="{3A97344F-03B4-4E52-A98C-9EF9680FC4EF}" type="presOf" srcId="{5C123FF0-1EAD-4E42-BAE8-F6E718642780}" destId="{BBA20CBE-DF0C-41AD-A820-5ADA7E1DE7BE}" srcOrd="0" destOrd="0" presId="urn:microsoft.com/office/officeart/2005/8/layout/vList2"/>
    <dgm:cxn modelId="{71DCB489-CFD8-406F-B6B8-EA117076AA74}" type="presOf" srcId="{E63EB021-B905-4523-98AE-500DB70A2C50}" destId="{D26408A2-C999-426F-91BB-BF57EAB2F51F}" srcOrd="0" destOrd="0" presId="urn:microsoft.com/office/officeart/2005/8/layout/vList2"/>
    <dgm:cxn modelId="{BEB8FD96-B71E-4AF3-8080-4127248EEBF2}" srcId="{5D984D92-945F-4FC2-91D9-945336754408}" destId="{3BAC19D9-E2B0-4A26-90D7-CC4FC8D6073E}" srcOrd="2" destOrd="0" parTransId="{98D548A2-BA6A-466B-9789-201C2E9397AB}" sibTransId="{B04AD795-E2C5-4F04-B0A9-E6E5FE7D90C0}"/>
    <dgm:cxn modelId="{384D3A9B-EB71-4FAC-9358-F9EEF858F1FA}" srcId="{5D984D92-945F-4FC2-91D9-945336754408}" destId="{5DE813D0-7E3F-4F01-A42C-FB8A22541F56}" srcOrd="0" destOrd="0" parTransId="{29C446D4-7051-442E-8B84-0A2F6B1827FD}" sibTransId="{A52EC960-3C6C-4FBD-92E4-D0D5DEB4B52E}"/>
    <dgm:cxn modelId="{3625A4B6-BF2D-4794-8AD4-D8EE8F0B0600}" srcId="{5D984D92-945F-4FC2-91D9-945336754408}" destId="{E63EB021-B905-4523-98AE-500DB70A2C50}" srcOrd="1" destOrd="0" parTransId="{1F97D5EE-2C47-4E5B-A63C-1891AF1353A2}" sibTransId="{658922A6-10C7-4EBC-BB4D-1433112E01CD}"/>
    <dgm:cxn modelId="{050B06C8-5808-482C-8266-C0DA56FF0142}" type="presOf" srcId="{3BAC19D9-E2B0-4A26-90D7-CC4FC8D6073E}" destId="{6394EDD7-1CDD-4B47-AF18-DA5022C4CB41}" srcOrd="0" destOrd="0" presId="urn:microsoft.com/office/officeart/2005/8/layout/vList2"/>
    <dgm:cxn modelId="{3ED256D7-57C8-4C02-A1C6-C03CDB048859}" type="presOf" srcId="{5D984D92-945F-4FC2-91D9-945336754408}" destId="{B631DE88-6E3C-4F1B-A840-1E4212EA9AC1}" srcOrd="0" destOrd="0" presId="urn:microsoft.com/office/officeart/2005/8/layout/vList2"/>
    <dgm:cxn modelId="{8A105AEC-45C8-4AE5-A0AC-F9CF671BED4C}" srcId="{5D984D92-945F-4FC2-91D9-945336754408}" destId="{5C123FF0-1EAD-4E42-BAE8-F6E718642780}" srcOrd="3" destOrd="0" parTransId="{EE9F0545-9EEC-4FF7-94C7-5B3D28126E7A}" sibTransId="{217A1E1F-CE71-4117-AEBF-032896225D8E}"/>
    <dgm:cxn modelId="{8AB99911-F102-4C3E-A315-5154C9FA2BD6}" type="presParOf" srcId="{B631DE88-6E3C-4F1B-A840-1E4212EA9AC1}" destId="{FA09B1A6-5AF2-4C4B-B96D-5C4045EBCF7E}" srcOrd="0" destOrd="0" presId="urn:microsoft.com/office/officeart/2005/8/layout/vList2"/>
    <dgm:cxn modelId="{6B9B3648-1C9D-436C-8721-BE13FD87CAB0}" type="presParOf" srcId="{B631DE88-6E3C-4F1B-A840-1E4212EA9AC1}" destId="{96D41130-2CC2-4A4F-B8DA-7B4838EA7CEC}" srcOrd="1" destOrd="0" presId="urn:microsoft.com/office/officeart/2005/8/layout/vList2"/>
    <dgm:cxn modelId="{47FFE1A4-8858-4CCF-86F5-CA347C043148}" type="presParOf" srcId="{B631DE88-6E3C-4F1B-A840-1E4212EA9AC1}" destId="{D26408A2-C999-426F-91BB-BF57EAB2F51F}" srcOrd="2" destOrd="0" presId="urn:microsoft.com/office/officeart/2005/8/layout/vList2"/>
    <dgm:cxn modelId="{AA90334D-EC8C-4CF0-8D11-B34C10C1E101}" type="presParOf" srcId="{B631DE88-6E3C-4F1B-A840-1E4212EA9AC1}" destId="{DB5334CE-7570-49FD-A5B9-0AFD7E8313FD}" srcOrd="3" destOrd="0" presId="urn:microsoft.com/office/officeart/2005/8/layout/vList2"/>
    <dgm:cxn modelId="{A0A64FFA-A836-41F1-BAF2-75CED644DC8F}" type="presParOf" srcId="{B631DE88-6E3C-4F1B-A840-1E4212EA9AC1}" destId="{6394EDD7-1CDD-4B47-AF18-DA5022C4CB41}" srcOrd="4" destOrd="0" presId="urn:microsoft.com/office/officeart/2005/8/layout/vList2"/>
    <dgm:cxn modelId="{D0A09657-88F0-4FF2-A4DB-764F9130C8E4}" type="presParOf" srcId="{B631DE88-6E3C-4F1B-A840-1E4212EA9AC1}" destId="{AF117E46-76A0-4B48-AA40-CDC398C7EFF5}" srcOrd="5" destOrd="0" presId="urn:microsoft.com/office/officeart/2005/8/layout/vList2"/>
    <dgm:cxn modelId="{5DCC8688-FFDA-416B-A710-12443812AA5A}" type="presParOf" srcId="{B631DE88-6E3C-4F1B-A840-1E4212EA9AC1}" destId="{BBA20CBE-DF0C-41AD-A820-5ADA7E1DE7BE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00CA9F66-E955-4B08-BA58-C369FAE7213E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NZ"/>
        </a:p>
      </dgm:t>
    </dgm:pt>
    <dgm:pt modelId="{C1C8EB46-2C82-4B1D-A7BB-4AE2D3A9C364}">
      <dgm:prSet/>
      <dgm:spPr/>
      <dgm:t>
        <a:bodyPr/>
        <a:lstStyle/>
        <a:p>
          <a:r>
            <a:rPr lang="en-GB" dirty="0">
              <a:solidFill>
                <a:schemeClr val="tx1"/>
              </a:solidFill>
            </a:rPr>
            <a:t>One of the oldest distance vector routing protocols</a:t>
          </a:r>
          <a:endParaRPr lang="en-NZ" dirty="0">
            <a:solidFill>
              <a:schemeClr val="tx1"/>
            </a:solidFill>
          </a:endParaRPr>
        </a:p>
      </dgm:t>
    </dgm:pt>
    <dgm:pt modelId="{13F1AC1B-D9A0-4B17-8266-7A21FAC10796}" type="parTrans" cxnId="{E3F55340-2000-42A0-BA3E-869EACDC0C80}">
      <dgm:prSet/>
      <dgm:spPr/>
      <dgm:t>
        <a:bodyPr/>
        <a:lstStyle/>
        <a:p>
          <a:endParaRPr lang="en-NZ"/>
        </a:p>
      </dgm:t>
    </dgm:pt>
    <dgm:pt modelId="{61575BE9-419B-408C-ADE8-5EA184315120}" type="sibTrans" cxnId="{E3F55340-2000-42A0-BA3E-869EACDC0C80}">
      <dgm:prSet/>
      <dgm:spPr/>
      <dgm:t>
        <a:bodyPr/>
        <a:lstStyle/>
        <a:p>
          <a:endParaRPr lang="en-NZ"/>
        </a:p>
      </dgm:t>
    </dgm:pt>
    <dgm:pt modelId="{045671D0-664A-481F-95B7-36B85E4811D3}">
      <dgm:prSet/>
      <dgm:spPr/>
      <dgm:t>
        <a:bodyPr/>
        <a:lstStyle/>
        <a:p>
          <a:r>
            <a:rPr lang="en-GB" dirty="0">
              <a:solidFill>
                <a:schemeClr val="tx1"/>
              </a:solidFill>
            </a:rPr>
            <a:t>Based on the Bellman-Ford algorithm</a:t>
          </a:r>
          <a:endParaRPr lang="en-NZ" dirty="0">
            <a:solidFill>
              <a:schemeClr val="tx1"/>
            </a:solidFill>
          </a:endParaRPr>
        </a:p>
      </dgm:t>
    </dgm:pt>
    <dgm:pt modelId="{5AE41F42-F7B1-4E22-9B0F-73CD9E3350BD}" type="parTrans" cxnId="{BEB89543-9914-4E8C-9EC6-8D8E79F0438A}">
      <dgm:prSet/>
      <dgm:spPr/>
      <dgm:t>
        <a:bodyPr/>
        <a:lstStyle/>
        <a:p>
          <a:endParaRPr lang="en-NZ"/>
        </a:p>
      </dgm:t>
    </dgm:pt>
    <dgm:pt modelId="{57F4A752-B7EB-490E-981E-02692931B6DD}" type="sibTrans" cxnId="{BEB89543-9914-4E8C-9EC6-8D8E79F0438A}">
      <dgm:prSet/>
      <dgm:spPr/>
      <dgm:t>
        <a:bodyPr/>
        <a:lstStyle/>
        <a:p>
          <a:endParaRPr lang="en-NZ"/>
        </a:p>
      </dgm:t>
    </dgm:pt>
    <dgm:pt modelId="{41815AF0-8F65-49A9-B708-F88CA9D2B62D}">
      <dgm:prSet/>
      <dgm:spPr/>
      <dgm:t>
        <a:bodyPr/>
        <a:lstStyle/>
        <a:p>
          <a:r>
            <a:rPr lang="en-GB" dirty="0">
              <a:solidFill>
                <a:schemeClr val="tx1"/>
              </a:solidFill>
            </a:rPr>
            <a:t>Use </a:t>
          </a:r>
          <a:r>
            <a:rPr lang="en-GB" dirty="0">
              <a:solidFill>
                <a:srgbClr val="FF0000"/>
              </a:solidFill>
            </a:rPr>
            <a:t>the hop count </a:t>
          </a:r>
          <a:r>
            <a:rPr lang="en-GB" dirty="0">
              <a:solidFill>
                <a:schemeClr val="tx1"/>
              </a:solidFill>
            </a:rPr>
            <a:t>as the </a:t>
          </a:r>
          <a:r>
            <a:rPr lang="en-US" dirty="0">
              <a:solidFill>
                <a:schemeClr val="tx1"/>
              </a:solidFill>
            </a:rPr>
            <a:t>distance metric</a:t>
          </a:r>
          <a:endParaRPr lang="en-NZ" dirty="0">
            <a:solidFill>
              <a:schemeClr val="tx1"/>
            </a:solidFill>
          </a:endParaRPr>
        </a:p>
      </dgm:t>
    </dgm:pt>
    <dgm:pt modelId="{4B5C6E68-69AA-4D18-BB28-D1C3CE67EE66}" type="parTrans" cxnId="{E9933515-20BF-4768-A321-E47364887FF5}">
      <dgm:prSet/>
      <dgm:spPr/>
      <dgm:t>
        <a:bodyPr/>
        <a:lstStyle/>
        <a:p>
          <a:endParaRPr lang="en-NZ"/>
        </a:p>
      </dgm:t>
    </dgm:pt>
    <dgm:pt modelId="{B84EB890-3DC7-4807-B920-49B3C0546BF3}" type="sibTrans" cxnId="{E9933515-20BF-4768-A321-E47364887FF5}">
      <dgm:prSet/>
      <dgm:spPr/>
      <dgm:t>
        <a:bodyPr/>
        <a:lstStyle/>
        <a:p>
          <a:endParaRPr lang="en-NZ"/>
        </a:p>
      </dgm:t>
    </dgm:pt>
    <dgm:pt modelId="{DBD1737D-3724-42CA-A80C-38A170621C15}">
      <dgm:prSet/>
      <dgm:spPr/>
      <dgm:t>
        <a:bodyPr/>
        <a:lstStyle/>
        <a:p>
          <a:r>
            <a:rPr lang="en-GB" dirty="0">
              <a:solidFill>
                <a:schemeClr val="tx1"/>
              </a:solidFill>
            </a:rPr>
            <a:t>The current version of RIP known as RIP version 2 (RFC 2453)</a:t>
          </a:r>
          <a:endParaRPr lang="en-NZ" dirty="0">
            <a:solidFill>
              <a:schemeClr val="tx1"/>
            </a:solidFill>
          </a:endParaRPr>
        </a:p>
      </dgm:t>
    </dgm:pt>
    <dgm:pt modelId="{58C5F28E-ABA1-4D09-84AB-20722306908E}" type="parTrans" cxnId="{4290204D-5A95-4DB4-8FC1-A02EF8904FEF}">
      <dgm:prSet/>
      <dgm:spPr/>
      <dgm:t>
        <a:bodyPr/>
        <a:lstStyle/>
        <a:p>
          <a:endParaRPr lang="en-NZ"/>
        </a:p>
      </dgm:t>
    </dgm:pt>
    <dgm:pt modelId="{A6A82DD6-64EA-4F60-B551-C8273E0F36C8}" type="sibTrans" cxnId="{4290204D-5A95-4DB4-8FC1-A02EF8904FEF}">
      <dgm:prSet/>
      <dgm:spPr/>
      <dgm:t>
        <a:bodyPr/>
        <a:lstStyle/>
        <a:p>
          <a:endParaRPr lang="en-NZ"/>
        </a:p>
      </dgm:t>
    </dgm:pt>
    <dgm:pt modelId="{9F601B5D-66B6-4B6E-BAE1-A77252C2ACF6}" type="pres">
      <dgm:prSet presAssocID="{00CA9F66-E955-4B08-BA58-C369FAE7213E}" presName="linear" presStyleCnt="0">
        <dgm:presLayoutVars>
          <dgm:animLvl val="lvl"/>
          <dgm:resizeHandles val="exact"/>
        </dgm:presLayoutVars>
      </dgm:prSet>
      <dgm:spPr/>
    </dgm:pt>
    <dgm:pt modelId="{525DFFBF-27C2-4FE8-84F9-908B50B169D2}" type="pres">
      <dgm:prSet presAssocID="{C1C8EB46-2C82-4B1D-A7BB-4AE2D3A9C364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7FB4C07E-E2B8-476F-BE71-38F4722200D6}" type="pres">
      <dgm:prSet presAssocID="{61575BE9-419B-408C-ADE8-5EA184315120}" presName="spacer" presStyleCnt="0"/>
      <dgm:spPr/>
    </dgm:pt>
    <dgm:pt modelId="{2CCF2E20-BABD-46DB-8801-11B3D2D53CB0}" type="pres">
      <dgm:prSet presAssocID="{045671D0-664A-481F-95B7-36B85E4811D3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96267D51-C657-4152-9F9A-F0C73B84E6F0}" type="pres">
      <dgm:prSet presAssocID="{57F4A752-B7EB-490E-981E-02692931B6DD}" presName="spacer" presStyleCnt="0"/>
      <dgm:spPr/>
    </dgm:pt>
    <dgm:pt modelId="{BAE4E10C-7C69-45C2-8704-A3BD4A782059}" type="pres">
      <dgm:prSet presAssocID="{41815AF0-8F65-49A9-B708-F88CA9D2B62D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D682AF28-C460-40EB-8CBD-CC657B29B880}" type="pres">
      <dgm:prSet presAssocID="{B84EB890-3DC7-4807-B920-49B3C0546BF3}" presName="spacer" presStyleCnt="0"/>
      <dgm:spPr/>
    </dgm:pt>
    <dgm:pt modelId="{7D0E92BE-86D5-4F12-A57F-BE18610A234D}" type="pres">
      <dgm:prSet presAssocID="{DBD1737D-3724-42CA-A80C-38A170621C15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E9933515-20BF-4768-A321-E47364887FF5}" srcId="{00CA9F66-E955-4B08-BA58-C369FAE7213E}" destId="{41815AF0-8F65-49A9-B708-F88CA9D2B62D}" srcOrd="2" destOrd="0" parTransId="{4B5C6E68-69AA-4D18-BB28-D1C3CE67EE66}" sibTransId="{B84EB890-3DC7-4807-B920-49B3C0546BF3}"/>
    <dgm:cxn modelId="{DA254B39-EF71-4597-AE80-A3A0DFA3F79B}" type="presOf" srcId="{DBD1737D-3724-42CA-A80C-38A170621C15}" destId="{7D0E92BE-86D5-4F12-A57F-BE18610A234D}" srcOrd="0" destOrd="0" presId="urn:microsoft.com/office/officeart/2005/8/layout/vList2"/>
    <dgm:cxn modelId="{E3F55340-2000-42A0-BA3E-869EACDC0C80}" srcId="{00CA9F66-E955-4B08-BA58-C369FAE7213E}" destId="{C1C8EB46-2C82-4B1D-A7BB-4AE2D3A9C364}" srcOrd="0" destOrd="0" parTransId="{13F1AC1B-D9A0-4B17-8266-7A21FAC10796}" sibTransId="{61575BE9-419B-408C-ADE8-5EA184315120}"/>
    <dgm:cxn modelId="{BEB89543-9914-4E8C-9EC6-8D8E79F0438A}" srcId="{00CA9F66-E955-4B08-BA58-C369FAE7213E}" destId="{045671D0-664A-481F-95B7-36B85E4811D3}" srcOrd="1" destOrd="0" parTransId="{5AE41F42-F7B1-4E22-9B0F-73CD9E3350BD}" sibTransId="{57F4A752-B7EB-490E-981E-02692931B6DD}"/>
    <dgm:cxn modelId="{4290204D-5A95-4DB4-8FC1-A02EF8904FEF}" srcId="{00CA9F66-E955-4B08-BA58-C369FAE7213E}" destId="{DBD1737D-3724-42CA-A80C-38A170621C15}" srcOrd="3" destOrd="0" parTransId="{58C5F28E-ABA1-4D09-84AB-20722306908E}" sibTransId="{A6A82DD6-64EA-4F60-B551-C8273E0F36C8}"/>
    <dgm:cxn modelId="{BCE76159-7FE4-4AB9-A707-18CD4774EA8D}" type="presOf" srcId="{045671D0-664A-481F-95B7-36B85E4811D3}" destId="{2CCF2E20-BABD-46DB-8801-11B3D2D53CB0}" srcOrd="0" destOrd="0" presId="urn:microsoft.com/office/officeart/2005/8/layout/vList2"/>
    <dgm:cxn modelId="{6B5893B7-A89C-4A17-8401-5477FF58C413}" type="presOf" srcId="{41815AF0-8F65-49A9-B708-F88CA9D2B62D}" destId="{BAE4E10C-7C69-45C2-8704-A3BD4A782059}" srcOrd="0" destOrd="0" presId="urn:microsoft.com/office/officeart/2005/8/layout/vList2"/>
    <dgm:cxn modelId="{134BFFEB-19D5-4DC6-8354-9D9D43662E44}" type="presOf" srcId="{00CA9F66-E955-4B08-BA58-C369FAE7213E}" destId="{9F601B5D-66B6-4B6E-BAE1-A77252C2ACF6}" srcOrd="0" destOrd="0" presId="urn:microsoft.com/office/officeart/2005/8/layout/vList2"/>
    <dgm:cxn modelId="{E49D5CF0-6B8D-4FDB-8C6B-2E45FA83D21B}" type="presOf" srcId="{C1C8EB46-2C82-4B1D-A7BB-4AE2D3A9C364}" destId="{525DFFBF-27C2-4FE8-84F9-908B50B169D2}" srcOrd="0" destOrd="0" presId="urn:microsoft.com/office/officeart/2005/8/layout/vList2"/>
    <dgm:cxn modelId="{C49437B5-48E3-4F57-A2E8-9440035822EE}" type="presParOf" srcId="{9F601B5D-66B6-4B6E-BAE1-A77252C2ACF6}" destId="{525DFFBF-27C2-4FE8-84F9-908B50B169D2}" srcOrd="0" destOrd="0" presId="urn:microsoft.com/office/officeart/2005/8/layout/vList2"/>
    <dgm:cxn modelId="{6617E9B3-7A4D-4237-A057-A145EE7AB0B3}" type="presParOf" srcId="{9F601B5D-66B6-4B6E-BAE1-A77252C2ACF6}" destId="{7FB4C07E-E2B8-476F-BE71-38F4722200D6}" srcOrd="1" destOrd="0" presId="urn:microsoft.com/office/officeart/2005/8/layout/vList2"/>
    <dgm:cxn modelId="{D9557733-EE4F-4452-95F3-A9A81A936D54}" type="presParOf" srcId="{9F601B5D-66B6-4B6E-BAE1-A77252C2ACF6}" destId="{2CCF2E20-BABD-46DB-8801-11B3D2D53CB0}" srcOrd="2" destOrd="0" presId="urn:microsoft.com/office/officeart/2005/8/layout/vList2"/>
    <dgm:cxn modelId="{603A9F92-4DEB-4C2D-B5A9-68AF70998FFE}" type="presParOf" srcId="{9F601B5D-66B6-4B6E-BAE1-A77252C2ACF6}" destId="{96267D51-C657-4152-9F9A-F0C73B84E6F0}" srcOrd="3" destOrd="0" presId="urn:microsoft.com/office/officeart/2005/8/layout/vList2"/>
    <dgm:cxn modelId="{899A05E6-2FD4-49BE-9C0E-BBD3D2903D78}" type="presParOf" srcId="{9F601B5D-66B6-4B6E-BAE1-A77252C2ACF6}" destId="{BAE4E10C-7C69-45C2-8704-A3BD4A782059}" srcOrd="4" destOrd="0" presId="urn:microsoft.com/office/officeart/2005/8/layout/vList2"/>
    <dgm:cxn modelId="{70167A70-5CAC-463D-B190-354DEC226ABE}" type="presParOf" srcId="{9F601B5D-66B6-4B6E-BAE1-A77252C2ACF6}" destId="{D682AF28-C460-40EB-8CBD-CC657B29B880}" srcOrd="5" destOrd="0" presId="urn:microsoft.com/office/officeart/2005/8/layout/vList2"/>
    <dgm:cxn modelId="{E2B3E7A1-24CE-4363-83A4-6B8354B201F5}" type="presParOf" srcId="{9F601B5D-66B6-4B6E-BAE1-A77252C2ACF6}" destId="{7D0E92BE-86D5-4F12-A57F-BE18610A234D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8B2F4070-E6AA-4046-88A5-D505904247E7}" type="doc">
      <dgm:prSet loTypeId="urn:diagrams.loki3.com/BracketLis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AU"/>
        </a:p>
      </dgm:t>
    </dgm:pt>
    <dgm:pt modelId="{3A69F0E8-C23B-4A00-ACE6-1FAD2DEED034}">
      <dgm:prSet/>
      <dgm:spPr/>
      <dgm:t>
        <a:bodyPr/>
        <a:lstStyle/>
        <a:p>
          <a:r>
            <a:rPr lang="en-AU" dirty="0"/>
            <a:t>Count-to-16</a:t>
          </a:r>
        </a:p>
      </dgm:t>
    </dgm:pt>
    <dgm:pt modelId="{2038F6BC-6011-4A04-BE2D-67E913533468}" type="parTrans" cxnId="{ABA92115-4018-41D1-8251-175D52E9740A}">
      <dgm:prSet/>
      <dgm:spPr/>
      <dgm:t>
        <a:bodyPr/>
        <a:lstStyle/>
        <a:p>
          <a:endParaRPr lang="en-AU"/>
        </a:p>
      </dgm:t>
    </dgm:pt>
    <dgm:pt modelId="{7374FE0A-EA65-4B6F-B940-A9EB8900ECD9}" type="sibTrans" cxnId="{ABA92115-4018-41D1-8251-175D52E9740A}">
      <dgm:prSet/>
      <dgm:spPr/>
      <dgm:t>
        <a:bodyPr/>
        <a:lstStyle/>
        <a:p>
          <a:endParaRPr lang="en-AU"/>
        </a:p>
      </dgm:t>
    </dgm:pt>
    <dgm:pt modelId="{EA596FF1-0DF9-4348-A779-66E8BEA88385}">
      <dgm:prSet/>
      <dgm:spPr/>
      <dgm:t>
        <a:bodyPr/>
        <a:lstStyle/>
        <a:p>
          <a:r>
            <a:rPr lang="en-GB"/>
            <a:t>Split horizon</a:t>
          </a:r>
          <a:endParaRPr lang="en-AU"/>
        </a:p>
      </dgm:t>
    </dgm:pt>
    <dgm:pt modelId="{DA42F391-2C64-417B-88ED-090991F41F1B}" type="parTrans" cxnId="{50755576-CEF7-4833-A730-CC60F8E6536D}">
      <dgm:prSet/>
      <dgm:spPr/>
      <dgm:t>
        <a:bodyPr/>
        <a:lstStyle/>
        <a:p>
          <a:endParaRPr lang="en-AU"/>
        </a:p>
      </dgm:t>
    </dgm:pt>
    <dgm:pt modelId="{0FA96874-E94D-472A-8CF7-7CB46988F66C}" type="sibTrans" cxnId="{50755576-CEF7-4833-A730-CC60F8E6536D}">
      <dgm:prSet/>
      <dgm:spPr/>
      <dgm:t>
        <a:bodyPr/>
        <a:lstStyle/>
        <a:p>
          <a:endParaRPr lang="en-AU"/>
        </a:p>
      </dgm:t>
    </dgm:pt>
    <dgm:pt modelId="{FAE22B4D-29D9-4E6B-813C-05A186E0A17D}">
      <dgm:prSet/>
      <dgm:spPr/>
      <dgm:t>
        <a:bodyPr/>
        <a:lstStyle/>
        <a:p>
          <a:r>
            <a:rPr lang="en-GB" dirty="0">
              <a:solidFill>
                <a:schemeClr val="tx1">
                  <a:lumMod val="75000"/>
                  <a:lumOff val="25000"/>
                </a:schemeClr>
              </a:solidFill>
            </a:rPr>
            <a:t>Don’t send a neighbour the routing information learned from this neighbour </a:t>
          </a:r>
          <a:r>
            <a:rPr lang="en-US" dirty="0">
              <a:solidFill>
                <a:schemeClr val="tx1">
                  <a:lumMod val="75000"/>
                  <a:lumOff val="25000"/>
                </a:schemeClr>
              </a:solidFill>
            </a:rPr>
            <a:t>​</a:t>
          </a:r>
          <a:endParaRPr lang="en-AU" dirty="0">
            <a:solidFill>
              <a:schemeClr val="tx1">
                <a:lumMod val="75000"/>
                <a:lumOff val="25000"/>
              </a:schemeClr>
            </a:solidFill>
          </a:endParaRPr>
        </a:p>
      </dgm:t>
    </dgm:pt>
    <dgm:pt modelId="{568EAF07-53F9-47DD-8307-4B983DB13D59}" type="parTrans" cxnId="{B6A46E60-E5C0-4315-8EAA-F005852E761D}">
      <dgm:prSet/>
      <dgm:spPr/>
      <dgm:t>
        <a:bodyPr/>
        <a:lstStyle/>
        <a:p>
          <a:endParaRPr lang="en-AU"/>
        </a:p>
      </dgm:t>
    </dgm:pt>
    <dgm:pt modelId="{1AC798F6-4942-4DF6-967B-76DE4064BAFE}" type="sibTrans" cxnId="{B6A46E60-E5C0-4315-8EAA-F005852E761D}">
      <dgm:prSet/>
      <dgm:spPr/>
      <dgm:t>
        <a:bodyPr/>
        <a:lstStyle/>
        <a:p>
          <a:endParaRPr lang="en-AU"/>
        </a:p>
      </dgm:t>
    </dgm:pt>
    <dgm:pt modelId="{E62338A9-AB89-45A7-B2E3-19178B01832D}">
      <dgm:prSet/>
      <dgm:spPr/>
      <dgm:t>
        <a:bodyPr/>
        <a:lstStyle/>
        <a:p>
          <a:r>
            <a:rPr lang="en-GB"/>
            <a:t>Split horizon with poison reverse</a:t>
          </a:r>
          <a:endParaRPr lang="en-AU"/>
        </a:p>
      </dgm:t>
    </dgm:pt>
    <dgm:pt modelId="{A0D87C85-C7C5-413D-932F-00385D12EDF8}" type="parTrans" cxnId="{623A88FB-4F88-465B-AE74-3F2DE9654DE0}">
      <dgm:prSet/>
      <dgm:spPr/>
      <dgm:t>
        <a:bodyPr/>
        <a:lstStyle/>
        <a:p>
          <a:endParaRPr lang="en-AU"/>
        </a:p>
      </dgm:t>
    </dgm:pt>
    <dgm:pt modelId="{B44EE3C8-2D04-4914-9DCD-9E1C9485F04C}" type="sibTrans" cxnId="{623A88FB-4F88-465B-AE74-3F2DE9654DE0}">
      <dgm:prSet/>
      <dgm:spPr/>
      <dgm:t>
        <a:bodyPr/>
        <a:lstStyle/>
        <a:p>
          <a:endParaRPr lang="en-AU"/>
        </a:p>
      </dgm:t>
    </dgm:pt>
    <dgm:pt modelId="{80A3D85D-616C-489C-BF52-FC536FF7B644}">
      <dgm:prSet/>
      <dgm:spPr/>
      <dgm:t>
        <a:bodyPr/>
        <a:lstStyle/>
        <a:p>
          <a:r>
            <a:rPr lang="en-GB" dirty="0">
              <a:solidFill>
                <a:schemeClr val="tx1">
                  <a:lumMod val="75000"/>
                  <a:lumOff val="25000"/>
                </a:schemeClr>
              </a:solidFill>
            </a:rPr>
            <a:t>Send the routing information learned from this neighbour but set their metrics to infinity</a:t>
          </a:r>
          <a:r>
            <a:rPr lang="en-AU" dirty="0">
              <a:solidFill>
                <a:schemeClr val="tx1">
                  <a:lumMod val="75000"/>
                  <a:lumOff val="25000"/>
                </a:schemeClr>
              </a:solidFill>
            </a:rPr>
            <a:t>​</a:t>
          </a:r>
        </a:p>
      </dgm:t>
    </dgm:pt>
    <dgm:pt modelId="{8F7B367A-ABAC-44C4-B366-21323815402F}" type="parTrans" cxnId="{A3E385F5-17F4-455E-B133-81B93B5B41A8}">
      <dgm:prSet/>
      <dgm:spPr/>
      <dgm:t>
        <a:bodyPr/>
        <a:lstStyle/>
        <a:p>
          <a:endParaRPr lang="en-AU"/>
        </a:p>
      </dgm:t>
    </dgm:pt>
    <dgm:pt modelId="{FDBE36E1-5015-46E5-9548-B19EED7F1D09}" type="sibTrans" cxnId="{A3E385F5-17F4-455E-B133-81B93B5B41A8}">
      <dgm:prSet/>
      <dgm:spPr/>
      <dgm:t>
        <a:bodyPr/>
        <a:lstStyle/>
        <a:p>
          <a:endParaRPr lang="en-AU"/>
        </a:p>
      </dgm:t>
    </dgm:pt>
    <dgm:pt modelId="{A520ED70-C202-4FFB-B67A-D56A54203AFC}">
      <dgm:prSet/>
      <dgm:spPr/>
      <dgm:t>
        <a:bodyPr/>
        <a:lstStyle/>
        <a:p>
          <a:r>
            <a:rPr lang="en-GB" dirty="0">
              <a:solidFill>
                <a:schemeClr val="tx1">
                  <a:lumMod val="75000"/>
                  <a:lumOff val="25000"/>
                </a:schemeClr>
              </a:solidFill>
            </a:rPr>
            <a:t>Maximum number of hops bounded to 15</a:t>
          </a:r>
          <a:endParaRPr lang="en-AU" dirty="0">
            <a:solidFill>
              <a:schemeClr val="tx1">
                <a:lumMod val="75000"/>
                <a:lumOff val="25000"/>
              </a:schemeClr>
            </a:solidFill>
          </a:endParaRPr>
        </a:p>
      </dgm:t>
    </dgm:pt>
    <dgm:pt modelId="{90849DBD-B91F-494E-899B-684EDEA1E2E1}" type="parTrans" cxnId="{D482FBF6-B40D-4456-9F5A-ABAA2E4F3CE8}">
      <dgm:prSet/>
      <dgm:spPr/>
      <dgm:t>
        <a:bodyPr/>
        <a:lstStyle/>
        <a:p>
          <a:endParaRPr lang="en-AU"/>
        </a:p>
      </dgm:t>
    </dgm:pt>
    <dgm:pt modelId="{8DE31A77-43BA-4DC8-A33C-08B68F68EB58}" type="sibTrans" cxnId="{D482FBF6-B40D-4456-9F5A-ABAA2E4F3CE8}">
      <dgm:prSet/>
      <dgm:spPr/>
      <dgm:t>
        <a:bodyPr/>
        <a:lstStyle/>
        <a:p>
          <a:endParaRPr lang="en-AU"/>
        </a:p>
      </dgm:t>
    </dgm:pt>
    <dgm:pt modelId="{5EA43B30-ED12-43E2-B316-D9440A1E479F}">
      <dgm:prSet/>
      <dgm:spPr/>
      <dgm:t>
        <a:bodyPr/>
        <a:lstStyle/>
        <a:p>
          <a:r>
            <a:rPr lang="en-AU" dirty="0">
              <a:solidFill>
                <a:schemeClr val="tx1">
                  <a:lumMod val="75000"/>
                  <a:lumOff val="25000"/>
                </a:schemeClr>
              </a:solidFill>
            </a:rPr>
            <a:t>A metric of infinity is set to 16</a:t>
          </a:r>
        </a:p>
      </dgm:t>
    </dgm:pt>
    <dgm:pt modelId="{F2C4CFC3-AA3A-40CB-9750-94F5B9EE1DFB}" type="parTrans" cxnId="{8EC79CCA-F0D9-440F-B111-9DB2690D02FA}">
      <dgm:prSet/>
      <dgm:spPr/>
      <dgm:t>
        <a:bodyPr/>
        <a:lstStyle/>
        <a:p>
          <a:endParaRPr lang="en-AU"/>
        </a:p>
      </dgm:t>
    </dgm:pt>
    <dgm:pt modelId="{9FECCC5B-2CA7-41B5-94CA-3F12E25E252E}" type="sibTrans" cxnId="{8EC79CCA-F0D9-440F-B111-9DB2690D02FA}">
      <dgm:prSet/>
      <dgm:spPr/>
      <dgm:t>
        <a:bodyPr/>
        <a:lstStyle/>
        <a:p>
          <a:endParaRPr lang="en-AU"/>
        </a:p>
      </dgm:t>
    </dgm:pt>
    <dgm:pt modelId="{26D06B97-59A5-4445-B279-43852F7EB6CC}" type="pres">
      <dgm:prSet presAssocID="{8B2F4070-E6AA-4046-88A5-D505904247E7}" presName="Name0" presStyleCnt="0">
        <dgm:presLayoutVars>
          <dgm:dir/>
          <dgm:animLvl val="lvl"/>
          <dgm:resizeHandles val="exact"/>
        </dgm:presLayoutVars>
      </dgm:prSet>
      <dgm:spPr/>
    </dgm:pt>
    <dgm:pt modelId="{EAFBFC0E-B2B8-4AEB-B934-EA3C30101685}" type="pres">
      <dgm:prSet presAssocID="{3A69F0E8-C23B-4A00-ACE6-1FAD2DEED034}" presName="linNode" presStyleCnt="0"/>
      <dgm:spPr/>
    </dgm:pt>
    <dgm:pt modelId="{9A7C1D29-C4B8-488F-AB0F-A015260E2B68}" type="pres">
      <dgm:prSet presAssocID="{3A69F0E8-C23B-4A00-ACE6-1FAD2DEED034}" presName="parTx" presStyleLbl="revTx" presStyleIdx="0" presStyleCnt="3">
        <dgm:presLayoutVars>
          <dgm:chMax val="1"/>
          <dgm:bulletEnabled val="1"/>
        </dgm:presLayoutVars>
      </dgm:prSet>
      <dgm:spPr/>
    </dgm:pt>
    <dgm:pt modelId="{5D670BA6-A671-4A5F-B531-7277D5AAD58A}" type="pres">
      <dgm:prSet presAssocID="{3A69F0E8-C23B-4A00-ACE6-1FAD2DEED034}" presName="bracket" presStyleLbl="parChTrans1D1" presStyleIdx="0" presStyleCnt="3"/>
      <dgm:spPr/>
    </dgm:pt>
    <dgm:pt modelId="{1D4C1443-D20F-4600-9D86-6227EFF005EE}" type="pres">
      <dgm:prSet presAssocID="{3A69F0E8-C23B-4A00-ACE6-1FAD2DEED034}" presName="spH" presStyleCnt="0"/>
      <dgm:spPr/>
    </dgm:pt>
    <dgm:pt modelId="{51D27865-465B-4D6D-8CDA-25CE65CD1138}" type="pres">
      <dgm:prSet presAssocID="{3A69F0E8-C23B-4A00-ACE6-1FAD2DEED034}" presName="desTx" presStyleLbl="node1" presStyleIdx="0" presStyleCnt="3">
        <dgm:presLayoutVars>
          <dgm:bulletEnabled val="1"/>
        </dgm:presLayoutVars>
      </dgm:prSet>
      <dgm:spPr/>
    </dgm:pt>
    <dgm:pt modelId="{C152029E-42B1-49DC-8056-3DE07E46BE19}" type="pres">
      <dgm:prSet presAssocID="{7374FE0A-EA65-4B6F-B940-A9EB8900ECD9}" presName="spV" presStyleCnt="0"/>
      <dgm:spPr/>
    </dgm:pt>
    <dgm:pt modelId="{991C2131-4BBA-4DB7-9198-75B95158989D}" type="pres">
      <dgm:prSet presAssocID="{EA596FF1-0DF9-4348-A779-66E8BEA88385}" presName="linNode" presStyleCnt="0"/>
      <dgm:spPr/>
    </dgm:pt>
    <dgm:pt modelId="{BF557F43-2B24-4BA2-B3A2-383D38A7EE95}" type="pres">
      <dgm:prSet presAssocID="{EA596FF1-0DF9-4348-A779-66E8BEA88385}" presName="parTx" presStyleLbl="revTx" presStyleIdx="1" presStyleCnt="3">
        <dgm:presLayoutVars>
          <dgm:chMax val="1"/>
          <dgm:bulletEnabled val="1"/>
        </dgm:presLayoutVars>
      </dgm:prSet>
      <dgm:spPr/>
    </dgm:pt>
    <dgm:pt modelId="{7257903C-5C4B-4380-8A35-DF8F02C176E2}" type="pres">
      <dgm:prSet presAssocID="{EA596FF1-0DF9-4348-A779-66E8BEA88385}" presName="bracket" presStyleLbl="parChTrans1D1" presStyleIdx="1" presStyleCnt="3"/>
      <dgm:spPr/>
    </dgm:pt>
    <dgm:pt modelId="{0D17EDC3-BD62-4D41-9CC2-95832CA0441B}" type="pres">
      <dgm:prSet presAssocID="{EA596FF1-0DF9-4348-A779-66E8BEA88385}" presName="spH" presStyleCnt="0"/>
      <dgm:spPr/>
    </dgm:pt>
    <dgm:pt modelId="{0DC35ABD-E9DD-4B15-90B0-8C31F8A0DC29}" type="pres">
      <dgm:prSet presAssocID="{EA596FF1-0DF9-4348-A779-66E8BEA88385}" presName="desTx" presStyleLbl="node1" presStyleIdx="1" presStyleCnt="3">
        <dgm:presLayoutVars>
          <dgm:bulletEnabled val="1"/>
        </dgm:presLayoutVars>
      </dgm:prSet>
      <dgm:spPr/>
    </dgm:pt>
    <dgm:pt modelId="{76BC0E6C-627D-49CE-B864-3EFCB1E26EEF}" type="pres">
      <dgm:prSet presAssocID="{0FA96874-E94D-472A-8CF7-7CB46988F66C}" presName="spV" presStyleCnt="0"/>
      <dgm:spPr/>
    </dgm:pt>
    <dgm:pt modelId="{32883BA9-84FE-43A1-9161-9ED32EE6F5D0}" type="pres">
      <dgm:prSet presAssocID="{E62338A9-AB89-45A7-B2E3-19178B01832D}" presName="linNode" presStyleCnt="0"/>
      <dgm:spPr/>
    </dgm:pt>
    <dgm:pt modelId="{666190DD-4FEF-46FC-8FAD-138200460753}" type="pres">
      <dgm:prSet presAssocID="{E62338A9-AB89-45A7-B2E3-19178B01832D}" presName="parTx" presStyleLbl="revTx" presStyleIdx="2" presStyleCnt="3">
        <dgm:presLayoutVars>
          <dgm:chMax val="1"/>
          <dgm:bulletEnabled val="1"/>
        </dgm:presLayoutVars>
      </dgm:prSet>
      <dgm:spPr/>
    </dgm:pt>
    <dgm:pt modelId="{5257144C-17E4-48C8-BC15-A7FE4C450CE8}" type="pres">
      <dgm:prSet presAssocID="{E62338A9-AB89-45A7-B2E3-19178B01832D}" presName="bracket" presStyleLbl="parChTrans1D1" presStyleIdx="2" presStyleCnt="3"/>
      <dgm:spPr/>
    </dgm:pt>
    <dgm:pt modelId="{0644DE8D-1FDE-4557-AC97-AA285EC74DD9}" type="pres">
      <dgm:prSet presAssocID="{E62338A9-AB89-45A7-B2E3-19178B01832D}" presName="spH" presStyleCnt="0"/>
      <dgm:spPr/>
    </dgm:pt>
    <dgm:pt modelId="{C347F533-658B-46C8-87F5-20A2BF3BA148}" type="pres">
      <dgm:prSet presAssocID="{E62338A9-AB89-45A7-B2E3-19178B01832D}" presName="desTx" presStyleLbl="node1" presStyleIdx="2" presStyleCnt="3">
        <dgm:presLayoutVars>
          <dgm:bulletEnabled val="1"/>
        </dgm:presLayoutVars>
      </dgm:prSet>
      <dgm:spPr/>
    </dgm:pt>
  </dgm:ptLst>
  <dgm:cxnLst>
    <dgm:cxn modelId="{ABA92115-4018-41D1-8251-175D52E9740A}" srcId="{8B2F4070-E6AA-4046-88A5-D505904247E7}" destId="{3A69F0E8-C23B-4A00-ACE6-1FAD2DEED034}" srcOrd="0" destOrd="0" parTransId="{2038F6BC-6011-4A04-BE2D-67E913533468}" sibTransId="{7374FE0A-EA65-4B6F-B940-A9EB8900ECD9}"/>
    <dgm:cxn modelId="{5094521A-C5DD-4544-B761-3B63CA1C33FB}" type="presOf" srcId="{E62338A9-AB89-45A7-B2E3-19178B01832D}" destId="{666190DD-4FEF-46FC-8FAD-138200460753}" srcOrd="0" destOrd="0" presId="urn:diagrams.loki3.com/BracketList"/>
    <dgm:cxn modelId="{F5133F57-BF91-4A57-B5D3-01A32398331E}" type="presOf" srcId="{8B2F4070-E6AA-4046-88A5-D505904247E7}" destId="{26D06B97-59A5-4445-B279-43852F7EB6CC}" srcOrd="0" destOrd="0" presId="urn:diagrams.loki3.com/BracketList"/>
    <dgm:cxn modelId="{B6A46E60-E5C0-4315-8EAA-F005852E761D}" srcId="{EA596FF1-0DF9-4348-A779-66E8BEA88385}" destId="{FAE22B4D-29D9-4E6B-813C-05A186E0A17D}" srcOrd="0" destOrd="0" parTransId="{568EAF07-53F9-47DD-8307-4B983DB13D59}" sibTransId="{1AC798F6-4942-4DF6-967B-76DE4064BAFE}"/>
    <dgm:cxn modelId="{63BA5C71-BEBD-42E9-9519-A1B6D0FA3254}" type="presOf" srcId="{A520ED70-C202-4FFB-B67A-D56A54203AFC}" destId="{51D27865-465B-4D6D-8CDA-25CE65CD1138}" srcOrd="0" destOrd="0" presId="urn:diagrams.loki3.com/BracketList"/>
    <dgm:cxn modelId="{50755576-CEF7-4833-A730-CC60F8E6536D}" srcId="{8B2F4070-E6AA-4046-88A5-D505904247E7}" destId="{EA596FF1-0DF9-4348-A779-66E8BEA88385}" srcOrd="1" destOrd="0" parTransId="{DA42F391-2C64-417B-88ED-090991F41F1B}" sibTransId="{0FA96874-E94D-472A-8CF7-7CB46988F66C}"/>
    <dgm:cxn modelId="{3C2644C1-CFE2-464A-AC49-29582F2ACF9E}" type="presOf" srcId="{5EA43B30-ED12-43E2-B316-D9440A1E479F}" destId="{51D27865-465B-4D6D-8CDA-25CE65CD1138}" srcOrd="0" destOrd="1" presId="urn:diagrams.loki3.com/BracketList"/>
    <dgm:cxn modelId="{8EC79CCA-F0D9-440F-B111-9DB2690D02FA}" srcId="{3A69F0E8-C23B-4A00-ACE6-1FAD2DEED034}" destId="{5EA43B30-ED12-43E2-B316-D9440A1E479F}" srcOrd="1" destOrd="0" parTransId="{F2C4CFC3-AA3A-40CB-9750-94F5B9EE1DFB}" sibTransId="{9FECCC5B-2CA7-41B5-94CA-3F12E25E252E}"/>
    <dgm:cxn modelId="{4E2FE1D3-193C-4DB3-AC2B-228CD7BEE5E9}" type="presOf" srcId="{80A3D85D-616C-489C-BF52-FC536FF7B644}" destId="{C347F533-658B-46C8-87F5-20A2BF3BA148}" srcOrd="0" destOrd="0" presId="urn:diagrams.loki3.com/BracketList"/>
    <dgm:cxn modelId="{EE701BDE-E41D-4EA4-84AF-0CFA72F11EB7}" type="presOf" srcId="{3A69F0E8-C23B-4A00-ACE6-1FAD2DEED034}" destId="{9A7C1D29-C4B8-488F-AB0F-A015260E2B68}" srcOrd="0" destOrd="0" presId="urn:diagrams.loki3.com/BracketList"/>
    <dgm:cxn modelId="{22BD45ED-D9F4-4540-BAD0-C85F0BED06D2}" type="presOf" srcId="{FAE22B4D-29D9-4E6B-813C-05A186E0A17D}" destId="{0DC35ABD-E9DD-4B15-90B0-8C31F8A0DC29}" srcOrd="0" destOrd="0" presId="urn:diagrams.loki3.com/BracketList"/>
    <dgm:cxn modelId="{CB0198EE-8641-43E6-9624-C76D9DE28722}" type="presOf" srcId="{EA596FF1-0DF9-4348-A779-66E8BEA88385}" destId="{BF557F43-2B24-4BA2-B3A2-383D38A7EE95}" srcOrd="0" destOrd="0" presId="urn:diagrams.loki3.com/BracketList"/>
    <dgm:cxn modelId="{A3E385F5-17F4-455E-B133-81B93B5B41A8}" srcId="{E62338A9-AB89-45A7-B2E3-19178B01832D}" destId="{80A3D85D-616C-489C-BF52-FC536FF7B644}" srcOrd="0" destOrd="0" parTransId="{8F7B367A-ABAC-44C4-B366-21323815402F}" sibTransId="{FDBE36E1-5015-46E5-9548-B19EED7F1D09}"/>
    <dgm:cxn modelId="{D482FBF6-B40D-4456-9F5A-ABAA2E4F3CE8}" srcId="{3A69F0E8-C23B-4A00-ACE6-1FAD2DEED034}" destId="{A520ED70-C202-4FFB-B67A-D56A54203AFC}" srcOrd="0" destOrd="0" parTransId="{90849DBD-B91F-494E-899B-684EDEA1E2E1}" sibTransId="{8DE31A77-43BA-4DC8-A33C-08B68F68EB58}"/>
    <dgm:cxn modelId="{623A88FB-4F88-465B-AE74-3F2DE9654DE0}" srcId="{8B2F4070-E6AA-4046-88A5-D505904247E7}" destId="{E62338A9-AB89-45A7-B2E3-19178B01832D}" srcOrd="2" destOrd="0" parTransId="{A0D87C85-C7C5-413D-932F-00385D12EDF8}" sibTransId="{B44EE3C8-2D04-4914-9DCD-9E1C9485F04C}"/>
    <dgm:cxn modelId="{11A8D26D-641C-4ED6-9FF4-20EA6D49202C}" type="presParOf" srcId="{26D06B97-59A5-4445-B279-43852F7EB6CC}" destId="{EAFBFC0E-B2B8-4AEB-B934-EA3C30101685}" srcOrd="0" destOrd="0" presId="urn:diagrams.loki3.com/BracketList"/>
    <dgm:cxn modelId="{6B4E3854-3623-4189-950E-C9EE15611D3A}" type="presParOf" srcId="{EAFBFC0E-B2B8-4AEB-B934-EA3C30101685}" destId="{9A7C1D29-C4B8-488F-AB0F-A015260E2B68}" srcOrd="0" destOrd="0" presId="urn:diagrams.loki3.com/BracketList"/>
    <dgm:cxn modelId="{1CD9F091-ABDA-4950-A213-F6A04FABE757}" type="presParOf" srcId="{EAFBFC0E-B2B8-4AEB-B934-EA3C30101685}" destId="{5D670BA6-A671-4A5F-B531-7277D5AAD58A}" srcOrd="1" destOrd="0" presId="urn:diagrams.loki3.com/BracketList"/>
    <dgm:cxn modelId="{E9A83C68-501E-4B1C-91F5-C2A7CE67C0D3}" type="presParOf" srcId="{EAFBFC0E-B2B8-4AEB-B934-EA3C30101685}" destId="{1D4C1443-D20F-4600-9D86-6227EFF005EE}" srcOrd="2" destOrd="0" presId="urn:diagrams.loki3.com/BracketList"/>
    <dgm:cxn modelId="{D7506AA1-8527-4528-A9D1-158D4A0B37AD}" type="presParOf" srcId="{EAFBFC0E-B2B8-4AEB-B934-EA3C30101685}" destId="{51D27865-465B-4D6D-8CDA-25CE65CD1138}" srcOrd="3" destOrd="0" presId="urn:diagrams.loki3.com/BracketList"/>
    <dgm:cxn modelId="{EE6434E6-0DBA-4C17-9839-3F17E6B87C5B}" type="presParOf" srcId="{26D06B97-59A5-4445-B279-43852F7EB6CC}" destId="{C152029E-42B1-49DC-8056-3DE07E46BE19}" srcOrd="1" destOrd="0" presId="urn:diagrams.loki3.com/BracketList"/>
    <dgm:cxn modelId="{900E31F4-CD89-40DE-B94F-526DECE61486}" type="presParOf" srcId="{26D06B97-59A5-4445-B279-43852F7EB6CC}" destId="{991C2131-4BBA-4DB7-9198-75B95158989D}" srcOrd="2" destOrd="0" presId="urn:diagrams.loki3.com/BracketList"/>
    <dgm:cxn modelId="{59D2356C-56F9-4DCA-BED1-85D503FAD80C}" type="presParOf" srcId="{991C2131-4BBA-4DB7-9198-75B95158989D}" destId="{BF557F43-2B24-4BA2-B3A2-383D38A7EE95}" srcOrd="0" destOrd="0" presId="urn:diagrams.loki3.com/BracketList"/>
    <dgm:cxn modelId="{CE302724-0B13-4F53-BC94-A7907C2D317C}" type="presParOf" srcId="{991C2131-4BBA-4DB7-9198-75B95158989D}" destId="{7257903C-5C4B-4380-8A35-DF8F02C176E2}" srcOrd="1" destOrd="0" presId="urn:diagrams.loki3.com/BracketList"/>
    <dgm:cxn modelId="{5941E871-D8F9-4B17-A6FD-D9F35748686E}" type="presParOf" srcId="{991C2131-4BBA-4DB7-9198-75B95158989D}" destId="{0D17EDC3-BD62-4D41-9CC2-95832CA0441B}" srcOrd="2" destOrd="0" presId="urn:diagrams.loki3.com/BracketList"/>
    <dgm:cxn modelId="{009AB4DB-8C65-46C9-BDE1-366B9513B560}" type="presParOf" srcId="{991C2131-4BBA-4DB7-9198-75B95158989D}" destId="{0DC35ABD-E9DD-4B15-90B0-8C31F8A0DC29}" srcOrd="3" destOrd="0" presId="urn:diagrams.loki3.com/BracketList"/>
    <dgm:cxn modelId="{3EAC0623-DAFE-4D6D-B5B6-AE3EFFF032F3}" type="presParOf" srcId="{26D06B97-59A5-4445-B279-43852F7EB6CC}" destId="{76BC0E6C-627D-49CE-B864-3EFCB1E26EEF}" srcOrd="3" destOrd="0" presId="urn:diagrams.loki3.com/BracketList"/>
    <dgm:cxn modelId="{84351B4F-3C16-4D82-91D3-635C8115DF79}" type="presParOf" srcId="{26D06B97-59A5-4445-B279-43852F7EB6CC}" destId="{32883BA9-84FE-43A1-9161-9ED32EE6F5D0}" srcOrd="4" destOrd="0" presId="urn:diagrams.loki3.com/BracketList"/>
    <dgm:cxn modelId="{32D0E9D1-C22B-40EB-B41E-04E8EA3B6904}" type="presParOf" srcId="{32883BA9-84FE-43A1-9161-9ED32EE6F5D0}" destId="{666190DD-4FEF-46FC-8FAD-138200460753}" srcOrd="0" destOrd="0" presId="urn:diagrams.loki3.com/BracketList"/>
    <dgm:cxn modelId="{77B03D44-CC22-4E5C-965C-697FEE8BB34C}" type="presParOf" srcId="{32883BA9-84FE-43A1-9161-9ED32EE6F5D0}" destId="{5257144C-17E4-48C8-BC15-A7FE4C450CE8}" srcOrd="1" destOrd="0" presId="urn:diagrams.loki3.com/BracketList"/>
    <dgm:cxn modelId="{02F73148-48F0-43B0-B348-7FB4ECC57FF4}" type="presParOf" srcId="{32883BA9-84FE-43A1-9161-9ED32EE6F5D0}" destId="{0644DE8D-1FDE-4557-AC97-AA285EC74DD9}" srcOrd="2" destOrd="0" presId="urn:diagrams.loki3.com/BracketList"/>
    <dgm:cxn modelId="{12B11380-4C67-4497-930B-F1BD5201F3D3}" type="presParOf" srcId="{32883BA9-84FE-43A1-9161-9ED32EE6F5D0}" destId="{C347F533-658B-46C8-87F5-20A2BF3BA148}" srcOrd="3" destOrd="0" presId="urn:diagrams.loki3.com/Bracket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DB652CD7-B158-4992-B141-25A2A97B79AF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NZ"/>
        </a:p>
      </dgm:t>
    </dgm:pt>
    <dgm:pt modelId="{38FCB51B-C690-4F48-9A57-B879DBE3302B}">
      <dgm:prSet/>
      <dgm:spPr/>
      <dgm:t>
        <a:bodyPr/>
        <a:lstStyle/>
        <a:p>
          <a:r>
            <a:rPr lang="en-US" dirty="0">
              <a:solidFill>
                <a:schemeClr val="tx1"/>
              </a:solidFill>
            </a:rPr>
            <a:t>Open: </a:t>
          </a:r>
          <a:r>
            <a:rPr lang="en-GB" dirty="0">
              <a:solidFill>
                <a:schemeClr val="tx1"/>
              </a:solidFill>
            </a:rPr>
            <a:t>published in the open literature</a:t>
          </a:r>
          <a:endParaRPr lang="en-NZ" dirty="0">
            <a:solidFill>
              <a:schemeClr val="tx1"/>
            </a:solidFill>
          </a:endParaRPr>
        </a:p>
      </dgm:t>
    </dgm:pt>
    <dgm:pt modelId="{36CD3504-DDF7-4469-850D-34245D53C7F6}" type="parTrans" cxnId="{5376D53F-860F-4236-B8CA-CB270B4CFDFA}">
      <dgm:prSet/>
      <dgm:spPr/>
      <dgm:t>
        <a:bodyPr/>
        <a:lstStyle/>
        <a:p>
          <a:endParaRPr lang="en-NZ"/>
        </a:p>
      </dgm:t>
    </dgm:pt>
    <dgm:pt modelId="{28743AF5-700A-40F0-A1F0-311388D284D3}" type="sibTrans" cxnId="{5376D53F-860F-4236-B8CA-CB270B4CFDFA}">
      <dgm:prSet/>
      <dgm:spPr/>
      <dgm:t>
        <a:bodyPr/>
        <a:lstStyle/>
        <a:p>
          <a:endParaRPr lang="en-NZ"/>
        </a:p>
      </dgm:t>
    </dgm:pt>
    <dgm:pt modelId="{AD750453-1E6B-47C4-BCA2-72DFCD56CEBC}">
      <dgm:prSet/>
      <dgm:spPr/>
      <dgm:t>
        <a:bodyPr/>
        <a:lstStyle/>
        <a:p>
          <a:r>
            <a:rPr lang="en-US" dirty="0">
              <a:solidFill>
                <a:schemeClr val="tx1"/>
              </a:solidFill>
            </a:rPr>
            <a:t>Use the </a:t>
          </a:r>
          <a:r>
            <a:rPr lang="en-US" dirty="0">
              <a:solidFill>
                <a:srgbClr val="FF0000"/>
              </a:solidFill>
            </a:rPr>
            <a:t>link-state routing </a:t>
          </a:r>
          <a:r>
            <a:rPr lang="en-US" dirty="0">
              <a:solidFill>
                <a:schemeClr val="tx1"/>
              </a:solidFill>
            </a:rPr>
            <a:t>algorithm </a:t>
          </a:r>
          <a:endParaRPr lang="en-NZ" dirty="0">
            <a:solidFill>
              <a:schemeClr val="tx1"/>
            </a:solidFill>
          </a:endParaRPr>
        </a:p>
      </dgm:t>
    </dgm:pt>
    <dgm:pt modelId="{80D3188F-478E-49E2-A95C-F98D881BA09F}" type="parTrans" cxnId="{2650BE97-3BDB-43C6-86C3-CE4240D7F596}">
      <dgm:prSet/>
      <dgm:spPr/>
      <dgm:t>
        <a:bodyPr/>
        <a:lstStyle/>
        <a:p>
          <a:endParaRPr lang="en-NZ"/>
        </a:p>
      </dgm:t>
    </dgm:pt>
    <dgm:pt modelId="{71CB3CA2-55D0-4573-9CEA-6DDEFFF5262B}" type="sibTrans" cxnId="{2650BE97-3BDB-43C6-86C3-CE4240D7F596}">
      <dgm:prSet/>
      <dgm:spPr/>
      <dgm:t>
        <a:bodyPr/>
        <a:lstStyle/>
        <a:p>
          <a:endParaRPr lang="en-NZ"/>
        </a:p>
      </dgm:t>
    </dgm:pt>
    <dgm:pt modelId="{D4D8E78C-89AF-4B0C-BAF6-60BA9025C337}">
      <dgm:prSet/>
      <dgm:spPr/>
      <dgm:t>
        <a:bodyPr/>
        <a:lstStyle/>
        <a:p>
          <a:r>
            <a:rPr lang="en-NZ" dirty="0">
              <a:solidFill>
                <a:schemeClr val="tx1"/>
              </a:solidFill>
            </a:rPr>
            <a:t>Advertisements disseminated to the entire AS (via broadcasting)​ and carried directly by IP</a:t>
          </a:r>
        </a:p>
      </dgm:t>
    </dgm:pt>
    <dgm:pt modelId="{654125C6-E312-497C-95BB-FABFD9EE5B19}" type="parTrans" cxnId="{AFC545C5-800F-4842-A35C-F7ED30AB3189}">
      <dgm:prSet/>
      <dgm:spPr/>
      <dgm:t>
        <a:bodyPr/>
        <a:lstStyle/>
        <a:p>
          <a:endParaRPr lang="en-NZ"/>
        </a:p>
      </dgm:t>
    </dgm:pt>
    <dgm:pt modelId="{6A4A5F9B-48F2-481D-B0A0-46B3F9696F8D}" type="sibTrans" cxnId="{AFC545C5-800F-4842-A35C-F7ED30AB3189}">
      <dgm:prSet/>
      <dgm:spPr/>
      <dgm:t>
        <a:bodyPr/>
        <a:lstStyle/>
        <a:p>
          <a:endParaRPr lang="en-NZ"/>
        </a:p>
      </dgm:t>
    </dgm:pt>
    <dgm:pt modelId="{7D22D2C2-29FC-4DCC-B7FA-C0F48C8ABC07}">
      <dgm:prSet/>
      <dgm:spPr/>
      <dgm:t>
        <a:bodyPr/>
        <a:lstStyle/>
        <a:p>
          <a:r>
            <a:rPr lang="en-GB" dirty="0">
              <a:solidFill>
                <a:schemeClr val="tx1"/>
              </a:solidFill>
            </a:rPr>
            <a:t>The current version of OSPF known as OSPF version 2 (RFC 2328)</a:t>
          </a:r>
          <a:endParaRPr lang="en-NZ" dirty="0">
            <a:solidFill>
              <a:schemeClr val="tx1"/>
            </a:solidFill>
          </a:endParaRPr>
        </a:p>
      </dgm:t>
    </dgm:pt>
    <dgm:pt modelId="{FA78447C-07D0-4412-A579-CF9E9FC6411E}" type="parTrans" cxnId="{284655B1-000D-4493-862E-DB9D96085FB6}">
      <dgm:prSet/>
      <dgm:spPr/>
      <dgm:t>
        <a:bodyPr/>
        <a:lstStyle/>
        <a:p>
          <a:endParaRPr lang="en-NZ"/>
        </a:p>
      </dgm:t>
    </dgm:pt>
    <dgm:pt modelId="{545C86BA-4145-4038-9021-FB76BC4B4EC7}" type="sibTrans" cxnId="{284655B1-000D-4493-862E-DB9D96085FB6}">
      <dgm:prSet/>
      <dgm:spPr/>
      <dgm:t>
        <a:bodyPr/>
        <a:lstStyle/>
        <a:p>
          <a:endParaRPr lang="en-NZ"/>
        </a:p>
      </dgm:t>
    </dgm:pt>
    <dgm:pt modelId="{21443AC0-8770-4C46-9785-A85BD9D59582}" type="pres">
      <dgm:prSet presAssocID="{DB652CD7-B158-4992-B141-25A2A97B79AF}" presName="linear" presStyleCnt="0">
        <dgm:presLayoutVars>
          <dgm:animLvl val="lvl"/>
          <dgm:resizeHandles val="exact"/>
        </dgm:presLayoutVars>
      </dgm:prSet>
      <dgm:spPr/>
    </dgm:pt>
    <dgm:pt modelId="{06A45D6C-A08A-4D75-B6F5-C283E3B91B41}" type="pres">
      <dgm:prSet presAssocID="{38FCB51B-C690-4F48-9A57-B879DBE3302B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049CA820-A4EE-4A62-ACAA-EF373765E76D}" type="pres">
      <dgm:prSet presAssocID="{28743AF5-700A-40F0-A1F0-311388D284D3}" presName="spacer" presStyleCnt="0"/>
      <dgm:spPr/>
    </dgm:pt>
    <dgm:pt modelId="{70712A73-5F97-46D8-80DB-5002EBE58260}" type="pres">
      <dgm:prSet presAssocID="{AD750453-1E6B-47C4-BCA2-72DFCD56CEBC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02512285-1840-4C71-A8C8-204E468C6FB4}" type="pres">
      <dgm:prSet presAssocID="{71CB3CA2-55D0-4573-9CEA-6DDEFFF5262B}" presName="spacer" presStyleCnt="0"/>
      <dgm:spPr/>
    </dgm:pt>
    <dgm:pt modelId="{1412F5C5-F182-48CD-AF41-1C676E9AD2B6}" type="pres">
      <dgm:prSet presAssocID="{D4D8E78C-89AF-4B0C-BAF6-60BA9025C337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48A69F8A-76F2-4C55-86C9-F81E0EE7E949}" type="pres">
      <dgm:prSet presAssocID="{6A4A5F9B-48F2-481D-B0A0-46B3F9696F8D}" presName="spacer" presStyleCnt="0"/>
      <dgm:spPr/>
    </dgm:pt>
    <dgm:pt modelId="{892D73D1-4850-430A-8053-6B374DE5C8E5}" type="pres">
      <dgm:prSet presAssocID="{7D22D2C2-29FC-4DCC-B7FA-C0F48C8ABC07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5376D53F-860F-4236-B8CA-CB270B4CFDFA}" srcId="{DB652CD7-B158-4992-B141-25A2A97B79AF}" destId="{38FCB51B-C690-4F48-9A57-B879DBE3302B}" srcOrd="0" destOrd="0" parTransId="{36CD3504-DDF7-4469-850D-34245D53C7F6}" sibTransId="{28743AF5-700A-40F0-A1F0-311388D284D3}"/>
    <dgm:cxn modelId="{9196C050-5AB4-47CD-856C-956A452A745C}" type="presOf" srcId="{DB652CD7-B158-4992-B141-25A2A97B79AF}" destId="{21443AC0-8770-4C46-9785-A85BD9D59582}" srcOrd="0" destOrd="0" presId="urn:microsoft.com/office/officeart/2005/8/layout/vList2"/>
    <dgm:cxn modelId="{F77A745E-D1B1-4EED-8568-95502FE3BC7F}" type="presOf" srcId="{38FCB51B-C690-4F48-9A57-B879DBE3302B}" destId="{06A45D6C-A08A-4D75-B6F5-C283E3B91B41}" srcOrd="0" destOrd="0" presId="urn:microsoft.com/office/officeart/2005/8/layout/vList2"/>
    <dgm:cxn modelId="{E1787F88-ACD8-41A0-8614-CF8C90424A01}" type="presOf" srcId="{AD750453-1E6B-47C4-BCA2-72DFCD56CEBC}" destId="{70712A73-5F97-46D8-80DB-5002EBE58260}" srcOrd="0" destOrd="0" presId="urn:microsoft.com/office/officeart/2005/8/layout/vList2"/>
    <dgm:cxn modelId="{41428F8B-27A7-48B4-84A2-CDCB13B77FAD}" type="presOf" srcId="{D4D8E78C-89AF-4B0C-BAF6-60BA9025C337}" destId="{1412F5C5-F182-48CD-AF41-1C676E9AD2B6}" srcOrd="0" destOrd="0" presId="urn:microsoft.com/office/officeart/2005/8/layout/vList2"/>
    <dgm:cxn modelId="{2650BE97-3BDB-43C6-86C3-CE4240D7F596}" srcId="{DB652CD7-B158-4992-B141-25A2A97B79AF}" destId="{AD750453-1E6B-47C4-BCA2-72DFCD56CEBC}" srcOrd="1" destOrd="0" parTransId="{80D3188F-478E-49E2-A95C-F98D881BA09F}" sibTransId="{71CB3CA2-55D0-4573-9CEA-6DDEFFF5262B}"/>
    <dgm:cxn modelId="{284655B1-000D-4493-862E-DB9D96085FB6}" srcId="{DB652CD7-B158-4992-B141-25A2A97B79AF}" destId="{7D22D2C2-29FC-4DCC-B7FA-C0F48C8ABC07}" srcOrd="3" destOrd="0" parTransId="{FA78447C-07D0-4412-A579-CF9E9FC6411E}" sibTransId="{545C86BA-4145-4038-9021-FB76BC4B4EC7}"/>
    <dgm:cxn modelId="{6F878DB9-4D40-4B06-87A0-0E13728735BB}" type="presOf" srcId="{7D22D2C2-29FC-4DCC-B7FA-C0F48C8ABC07}" destId="{892D73D1-4850-430A-8053-6B374DE5C8E5}" srcOrd="0" destOrd="0" presId="urn:microsoft.com/office/officeart/2005/8/layout/vList2"/>
    <dgm:cxn modelId="{AFC545C5-800F-4842-A35C-F7ED30AB3189}" srcId="{DB652CD7-B158-4992-B141-25A2A97B79AF}" destId="{D4D8E78C-89AF-4B0C-BAF6-60BA9025C337}" srcOrd="2" destOrd="0" parTransId="{654125C6-E312-497C-95BB-FABFD9EE5B19}" sibTransId="{6A4A5F9B-48F2-481D-B0A0-46B3F9696F8D}"/>
    <dgm:cxn modelId="{5DEB03C3-74DA-4472-85EA-8E616A89CFCE}" type="presParOf" srcId="{21443AC0-8770-4C46-9785-A85BD9D59582}" destId="{06A45D6C-A08A-4D75-B6F5-C283E3B91B41}" srcOrd="0" destOrd="0" presId="urn:microsoft.com/office/officeart/2005/8/layout/vList2"/>
    <dgm:cxn modelId="{24FC9CAE-4AB6-4138-8979-2FEDA9E08E9F}" type="presParOf" srcId="{21443AC0-8770-4C46-9785-A85BD9D59582}" destId="{049CA820-A4EE-4A62-ACAA-EF373765E76D}" srcOrd="1" destOrd="0" presId="urn:microsoft.com/office/officeart/2005/8/layout/vList2"/>
    <dgm:cxn modelId="{BC9F33FF-6774-4629-92FB-E8666BE0944B}" type="presParOf" srcId="{21443AC0-8770-4C46-9785-A85BD9D59582}" destId="{70712A73-5F97-46D8-80DB-5002EBE58260}" srcOrd="2" destOrd="0" presId="urn:microsoft.com/office/officeart/2005/8/layout/vList2"/>
    <dgm:cxn modelId="{0581E4F3-271B-44FE-9DDB-B4E5AE1E65D8}" type="presParOf" srcId="{21443AC0-8770-4C46-9785-A85BD9D59582}" destId="{02512285-1840-4C71-A8C8-204E468C6FB4}" srcOrd="3" destOrd="0" presId="urn:microsoft.com/office/officeart/2005/8/layout/vList2"/>
    <dgm:cxn modelId="{C1414EBC-4C55-47A1-BC46-97F98B573C12}" type="presParOf" srcId="{21443AC0-8770-4C46-9785-A85BD9D59582}" destId="{1412F5C5-F182-48CD-AF41-1C676E9AD2B6}" srcOrd="4" destOrd="0" presId="urn:microsoft.com/office/officeart/2005/8/layout/vList2"/>
    <dgm:cxn modelId="{4C68C67A-D201-4825-A844-BF38C28F2FC5}" type="presParOf" srcId="{21443AC0-8770-4C46-9785-A85BD9D59582}" destId="{48A69F8A-76F2-4C55-86C9-F81E0EE7E949}" srcOrd="5" destOrd="0" presId="urn:microsoft.com/office/officeart/2005/8/layout/vList2"/>
    <dgm:cxn modelId="{87FB9996-4695-4458-AC72-6204F99DB68F}" type="presParOf" srcId="{21443AC0-8770-4C46-9785-A85BD9D59582}" destId="{892D73D1-4850-430A-8053-6B374DE5C8E5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45EB7DFF-6156-43AC-BFE8-98A88099AA63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AU"/>
        </a:p>
      </dgm:t>
    </dgm:pt>
    <dgm:pt modelId="{F23E0AF7-E02C-48FF-83DD-704BA946AC63}">
      <dgm:prSet/>
      <dgm:spPr/>
      <dgm:t>
        <a:bodyPr/>
        <a:lstStyle/>
        <a:p>
          <a:r>
            <a:rPr lang="en-US" dirty="0">
              <a:solidFill>
                <a:schemeClr val="tx2">
                  <a:lumMod val="85000"/>
                  <a:lumOff val="15000"/>
                </a:schemeClr>
              </a:solidFill>
            </a:rPr>
            <a:t>Security</a:t>
          </a:r>
          <a:endParaRPr lang="en-AU" dirty="0">
            <a:solidFill>
              <a:schemeClr val="tx2">
                <a:lumMod val="85000"/>
                <a:lumOff val="15000"/>
              </a:schemeClr>
            </a:solidFill>
          </a:endParaRPr>
        </a:p>
      </dgm:t>
    </dgm:pt>
    <dgm:pt modelId="{FD9AFB61-C981-4E33-8819-A81698AB05A7}" type="parTrans" cxnId="{19E9B54A-30F7-452D-950A-B3EF59BF5F84}">
      <dgm:prSet/>
      <dgm:spPr/>
      <dgm:t>
        <a:bodyPr/>
        <a:lstStyle/>
        <a:p>
          <a:endParaRPr lang="en-AU"/>
        </a:p>
      </dgm:t>
    </dgm:pt>
    <dgm:pt modelId="{242462E4-4D46-4041-A583-2C91E0B9696E}" type="sibTrans" cxnId="{19E9B54A-30F7-452D-950A-B3EF59BF5F84}">
      <dgm:prSet/>
      <dgm:spPr/>
      <dgm:t>
        <a:bodyPr/>
        <a:lstStyle/>
        <a:p>
          <a:endParaRPr lang="en-AU"/>
        </a:p>
      </dgm:t>
    </dgm:pt>
    <dgm:pt modelId="{4A771EA7-9AEF-4C79-A93C-B63A8F4CD85E}">
      <dgm:prSet/>
      <dgm:spPr/>
      <dgm:t>
        <a:bodyPr/>
        <a:lstStyle/>
        <a:p>
          <a:r>
            <a:rPr lang="en-GB" dirty="0"/>
            <a:t>All OSPF protocol exchanges are </a:t>
          </a:r>
          <a:r>
            <a:rPr lang="en-GB" dirty="0">
              <a:solidFill>
                <a:srgbClr val="FF0000"/>
              </a:solidFill>
            </a:rPr>
            <a:t>authenticated</a:t>
          </a:r>
          <a:r>
            <a:rPr lang="en-GB" dirty="0"/>
            <a:t>. </a:t>
          </a:r>
          <a:endParaRPr lang="en-AU" dirty="0"/>
        </a:p>
      </dgm:t>
    </dgm:pt>
    <dgm:pt modelId="{BE12A7AC-556D-42CB-B1C8-1C9B124C9390}" type="parTrans" cxnId="{A1A56165-82B0-49CA-A95F-9A94BFAD0EC2}">
      <dgm:prSet/>
      <dgm:spPr/>
      <dgm:t>
        <a:bodyPr/>
        <a:lstStyle/>
        <a:p>
          <a:endParaRPr lang="en-AU"/>
        </a:p>
      </dgm:t>
    </dgm:pt>
    <dgm:pt modelId="{31FFE189-E1D3-42F3-84B2-481E25A8A0CC}" type="sibTrans" cxnId="{A1A56165-82B0-49CA-A95F-9A94BFAD0EC2}">
      <dgm:prSet/>
      <dgm:spPr/>
      <dgm:t>
        <a:bodyPr/>
        <a:lstStyle/>
        <a:p>
          <a:endParaRPr lang="en-AU"/>
        </a:p>
      </dgm:t>
    </dgm:pt>
    <dgm:pt modelId="{E78912C4-5AE3-4D8A-AE85-9C50E7E6F437}">
      <dgm:prSet/>
      <dgm:spPr/>
      <dgm:t>
        <a:bodyPr/>
        <a:lstStyle/>
        <a:p>
          <a:r>
            <a:rPr lang="en-US" dirty="0">
              <a:solidFill>
                <a:schemeClr val="tx2">
                  <a:lumMod val="85000"/>
                  <a:lumOff val="15000"/>
                </a:schemeClr>
              </a:solidFill>
            </a:rPr>
            <a:t>Equal-cost multipath (ECMP)</a:t>
          </a:r>
          <a:endParaRPr lang="en-AU" dirty="0">
            <a:solidFill>
              <a:schemeClr val="tx2">
                <a:lumMod val="85000"/>
                <a:lumOff val="15000"/>
              </a:schemeClr>
            </a:solidFill>
          </a:endParaRPr>
        </a:p>
      </dgm:t>
    </dgm:pt>
    <dgm:pt modelId="{298BCDD6-CA45-4D1D-99E4-83CB609F415E}" type="parTrans" cxnId="{EFFB1908-A873-4A20-B1E9-92249A433425}">
      <dgm:prSet/>
      <dgm:spPr/>
      <dgm:t>
        <a:bodyPr/>
        <a:lstStyle/>
        <a:p>
          <a:endParaRPr lang="en-AU"/>
        </a:p>
      </dgm:t>
    </dgm:pt>
    <dgm:pt modelId="{B408DD7B-623C-49DA-87DA-1EC595A65F1B}" type="sibTrans" cxnId="{EFFB1908-A873-4A20-B1E9-92249A433425}">
      <dgm:prSet/>
      <dgm:spPr/>
      <dgm:t>
        <a:bodyPr/>
        <a:lstStyle/>
        <a:p>
          <a:endParaRPr lang="en-AU"/>
        </a:p>
      </dgm:t>
    </dgm:pt>
    <dgm:pt modelId="{E87FC99D-FB7D-4BED-8B05-A2249502F926}">
      <dgm:prSet/>
      <dgm:spPr/>
      <dgm:t>
        <a:bodyPr/>
        <a:lstStyle/>
        <a:p>
          <a:r>
            <a:rPr lang="en-GB" dirty="0"/>
            <a:t>OSPF remembers the set of shortest paths and splits the traffic across them during packet forwarding to </a:t>
          </a:r>
          <a:r>
            <a:rPr lang="en-GB" dirty="0">
              <a:solidFill>
                <a:srgbClr val="FF0000"/>
              </a:solidFill>
            </a:rPr>
            <a:t>balance load</a:t>
          </a:r>
          <a:r>
            <a:rPr lang="en-GB" dirty="0"/>
            <a:t>.</a:t>
          </a:r>
          <a:r>
            <a:rPr lang="en-US" dirty="0"/>
            <a:t> </a:t>
          </a:r>
          <a:endParaRPr lang="en-AU" dirty="0"/>
        </a:p>
      </dgm:t>
    </dgm:pt>
    <dgm:pt modelId="{70B34473-B77D-4A59-B93A-2E391822BE9D}" type="parTrans" cxnId="{5C97C436-D35F-4B23-B2E6-B82B11675CE1}">
      <dgm:prSet/>
      <dgm:spPr/>
      <dgm:t>
        <a:bodyPr/>
        <a:lstStyle/>
        <a:p>
          <a:endParaRPr lang="en-AU"/>
        </a:p>
      </dgm:t>
    </dgm:pt>
    <dgm:pt modelId="{B7CD400C-D660-4646-8C8B-BE2B3DA6929C}" type="sibTrans" cxnId="{5C97C436-D35F-4B23-B2E6-B82B11675CE1}">
      <dgm:prSet/>
      <dgm:spPr/>
      <dgm:t>
        <a:bodyPr/>
        <a:lstStyle/>
        <a:p>
          <a:endParaRPr lang="en-AU"/>
        </a:p>
      </dgm:t>
    </dgm:pt>
    <dgm:pt modelId="{D87043B8-CDFB-49D5-A993-13CF7CA58A13}">
      <dgm:prSet/>
      <dgm:spPr/>
      <dgm:t>
        <a:bodyPr/>
        <a:lstStyle/>
        <a:p>
          <a:r>
            <a:rPr lang="en-US" dirty="0">
              <a:solidFill>
                <a:schemeClr val="tx2">
                  <a:lumMod val="85000"/>
                  <a:lumOff val="15000"/>
                </a:schemeClr>
              </a:solidFill>
            </a:rPr>
            <a:t>Traffic engineering</a:t>
          </a:r>
          <a:endParaRPr lang="en-AU" dirty="0">
            <a:solidFill>
              <a:schemeClr val="tx2">
                <a:lumMod val="85000"/>
                <a:lumOff val="15000"/>
              </a:schemeClr>
            </a:solidFill>
          </a:endParaRPr>
        </a:p>
      </dgm:t>
    </dgm:pt>
    <dgm:pt modelId="{4E8C062A-7F1E-44D5-8B54-CE8AC3CAD9AA}" type="parTrans" cxnId="{1D5B72D6-DA13-4CB5-8437-60675528DBB6}">
      <dgm:prSet/>
      <dgm:spPr/>
      <dgm:t>
        <a:bodyPr/>
        <a:lstStyle/>
        <a:p>
          <a:endParaRPr lang="en-AU"/>
        </a:p>
      </dgm:t>
    </dgm:pt>
    <dgm:pt modelId="{C8E1AFF2-A045-4582-AE5B-4839784AFE7D}" type="sibTrans" cxnId="{1D5B72D6-DA13-4CB5-8437-60675528DBB6}">
      <dgm:prSet/>
      <dgm:spPr/>
      <dgm:t>
        <a:bodyPr/>
        <a:lstStyle/>
        <a:p>
          <a:endParaRPr lang="en-AU"/>
        </a:p>
      </dgm:t>
    </dgm:pt>
    <dgm:pt modelId="{BCEEC83B-648B-4100-813D-B72930E98E64}">
      <dgm:prSet/>
      <dgm:spPr/>
      <dgm:t>
        <a:bodyPr/>
        <a:lstStyle/>
        <a:p>
          <a:r>
            <a:rPr lang="en-GB" dirty="0"/>
            <a:t>OSPF computes a route through the internet that incurs the least cost based on a </a:t>
          </a:r>
          <a:r>
            <a:rPr lang="en-GB" dirty="0">
              <a:solidFill>
                <a:srgbClr val="FF0000"/>
              </a:solidFill>
            </a:rPr>
            <a:t>user-configurable</a:t>
          </a:r>
          <a:r>
            <a:rPr lang="en-GB" dirty="0"/>
            <a:t> metric of cost.</a:t>
          </a:r>
          <a:endParaRPr lang="en-AU" dirty="0"/>
        </a:p>
      </dgm:t>
    </dgm:pt>
    <dgm:pt modelId="{8ECD5228-AFD5-4214-AAFA-6D27E2D0FA65}" type="parTrans" cxnId="{EB6817B9-79B2-4738-A999-8B6864926B4A}">
      <dgm:prSet/>
      <dgm:spPr/>
      <dgm:t>
        <a:bodyPr/>
        <a:lstStyle/>
        <a:p>
          <a:endParaRPr lang="en-AU"/>
        </a:p>
      </dgm:t>
    </dgm:pt>
    <dgm:pt modelId="{2031EF29-12EC-4349-9950-AE913BED46F5}" type="sibTrans" cxnId="{EB6817B9-79B2-4738-A999-8B6864926B4A}">
      <dgm:prSet/>
      <dgm:spPr/>
      <dgm:t>
        <a:bodyPr/>
        <a:lstStyle/>
        <a:p>
          <a:endParaRPr lang="en-AU"/>
        </a:p>
      </dgm:t>
    </dgm:pt>
    <dgm:pt modelId="{D8B858D4-4593-4A23-B636-81347A4BEDC5}">
      <dgm:prSet/>
      <dgm:spPr/>
      <dgm:t>
        <a:bodyPr/>
        <a:lstStyle/>
        <a:p>
          <a:r>
            <a:rPr lang="en-US" dirty="0">
              <a:solidFill>
                <a:schemeClr val="tx2">
                  <a:lumMod val="85000"/>
                  <a:lumOff val="15000"/>
                </a:schemeClr>
              </a:solidFill>
            </a:rPr>
            <a:t>Area routing</a:t>
          </a:r>
          <a:endParaRPr lang="en-AU" dirty="0">
            <a:solidFill>
              <a:schemeClr val="tx2">
                <a:lumMod val="85000"/>
                <a:lumOff val="15000"/>
              </a:schemeClr>
            </a:solidFill>
          </a:endParaRPr>
        </a:p>
      </dgm:t>
    </dgm:pt>
    <dgm:pt modelId="{E6189E78-F25D-4B81-80F5-3CB894D4E27A}" type="parTrans" cxnId="{B6DA1F9A-0923-44F1-887E-0918D4CA05BE}">
      <dgm:prSet/>
      <dgm:spPr/>
      <dgm:t>
        <a:bodyPr/>
        <a:lstStyle/>
        <a:p>
          <a:endParaRPr lang="en-AU"/>
        </a:p>
      </dgm:t>
    </dgm:pt>
    <dgm:pt modelId="{2D36E864-632B-4519-B023-68B7454CF34E}" type="sibTrans" cxnId="{B6DA1F9A-0923-44F1-887E-0918D4CA05BE}">
      <dgm:prSet/>
      <dgm:spPr/>
      <dgm:t>
        <a:bodyPr/>
        <a:lstStyle/>
        <a:p>
          <a:endParaRPr lang="en-AU"/>
        </a:p>
      </dgm:t>
    </dgm:pt>
    <dgm:pt modelId="{A7B920F0-0779-473B-A2F0-AC8BA9C53AF1}">
      <dgm:prSet/>
      <dgm:spPr/>
      <dgm:t>
        <a:bodyPr/>
        <a:lstStyle/>
        <a:p>
          <a:r>
            <a:rPr lang="en-GB" dirty="0"/>
            <a:t>OSPF allows an AS to be divided into </a:t>
          </a:r>
          <a:r>
            <a:rPr lang="en-GB" dirty="0">
              <a:solidFill>
                <a:srgbClr val="FF0000"/>
              </a:solidFill>
            </a:rPr>
            <a:t>numbered areas</a:t>
          </a:r>
          <a:r>
            <a:rPr lang="en-GB" dirty="0"/>
            <a:t>.</a:t>
          </a:r>
          <a:endParaRPr lang="en-AU" dirty="0"/>
        </a:p>
      </dgm:t>
    </dgm:pt>
    <dgm:pt modelId="{8F87D1EB-8659-41DB-AC50-F92A9208089A}" type="parTrans" cxnId="{CC5E93B2-BBDD-41F1-9575-504DBF971B39}">
      <dgm:prSet/>
      <dgm:spPr/>
      <dgm:t>
        <a:bodyPr/>
        <a:lstStyle/>
        <a:p>
          <a:endParaRPr lang="en-AU"/>
        </a:p>
      </dgm:t>
    </dgm:pt>
    <dgm:pt modelId="{3505AF82-BE92-48F3-B487-AF586413AE27}" type="sibTrans" cxnId="{CC5E93B2-BBDD-41F1-9575-504DBF971B39}">
      <dgm:prSet/>
      <dgm:spPr/>
      <dgm:t>
        <a:bodyPr/>
        <a:lstStyle/>
        <a:p>
          <a:endParaRPr lang="en-AU"/>
        </a:p>
      </dgm:t>
    </dgm:pt>
    <dgm:pt modelId="{2FCD5566-9077-412C-A044-78B29ED140B5}" type="pres">
      <dgm:prSet presAssocID="{45EB7DFF-6156-43AC-BFE8-98A88099AA63}" presName="linear" presStyleCnt="0">
        <dgm:presLayoutVars>
          <dgm:animLvl val="lvl"/>
          <dgm:resizeHandles val="exact"/>
        </dgm:presLayoutVars>
      </dgm:prSet>
      <dgm:spPr/>
    </dgm:pt>
    <dgm:pt modelId="{26C77A6D-EC82-4B53-B566-9B83A311F2C7}" type="pres">
      <dgm:prSet presAssocID="{F23E0AF7-E02C-48FF-83DD-704BA946AC63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E4E968B8-95BF-41A1-BBC3-F670048A9C26}" type="pres">
      <dgm:prSet presAssocID="{F23E0AF7-E02C-48FF-83DD-704BA946AC63}" presName="childText" presStyleLbl="revTx" presStyleIdx="0" presStyleCnt="4">
        <dgm:presLayoutVars>
          <dgm:bulletEnabled val="1"/>
        </dgm:presLayoutVars>
      </dgm:prSet>
      <dgm:spPr/>
    </dgm:pt>
    <dgm:pt modelId="{D49005EB-E747-4AF4-BE7A-CA1A0A4D1B1F}" type="pres">
      <dgm:prSet presAssocID="{E78912C4-5AE3-4D8A-AE85-9C50E7E6F437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FCC62AC9-F04B-4317-B8EF-E8C4860A8FAD}" type="pres">
      <dgm:prSet presAssocID="{E78912C4-5AE3-4D8A-AE85-9C50E7E6F437}" presName="childText" presStyleLbl="revTx" presStyleIdx="1" presStyleCnt="4">
        <dgm:presLayoutVars>
          <dgm:bulletEnabled val="1"/>
        </dgm:presLayoutVars>
      </dgm:prSet>
      <dgm:spPr/>
    </dgm:pt>
    <dgm:pt modelId="{E854F45D-34AF-4268-9FBD-CB2AD7401C2E}" type="pres">
      <dgm:prSet presAssocID="{D87043B8-CDFB-49D5-A993-13CF7CA58A13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5CA2DB86-2826-47DE-ADF9-C6E5AC6F4168}" type="pres">
      <dgm:prSet presAssocID="{D87043B8-CDFB-49D5-A993-13CF7CA58A13}" presName="childText" presStyleLbl="revTx" presStyleIdx="2" presStyleCnt="4">
        <dgm:presLayoutVars>
          <dgm:bulletEnabled val="1"/>
        </dgm:presLayoutVars>
      </dgm:prSet>
      <dgm:spPr/>
    </dgm:pt>
    <dgm:pt modelId="{42B028E1-2D25-4452-939F-5E838DEF6796}" type="pres">
      <dgm:prSet presAssocID="{D8B858D4-4593-4A23-B636-81347A4BEDC5}" presName="parentText" presStyleLbl="node1" presStyleIdx="3" presStyleCnt="4">
        <dgm:presLayoutVars>
          <dgm:chMax val="0"/>
          <dgm:bulletEnabled val="1"/>
        </dgm:presLayoutVars>
      </dgm:prSet>
      <dgm:spPr/>
    </dgm:pt>
    <dgm:pt modelId="{BF53E36E-A8B8-49E4-AB0E-E231484DECD4}" type="pres">
      <dgm:prSet presAssocID="{D8B858D4-4593-4A23-B636-81347A4BEDC5}" presName="childText" presStyleLbl="revTx" presStyleIdx="3" presStyleCnt="4">
        <dgm:presLayoutVars>
          <dgm:bulletEnabled val="1"/>
        </dgm:presLayoutVars>
      </dgm:prSet>
      <dgm:spPr/>
    </dgm:pt>
  </dgm:ptLst>
  <dgm:cxnLst>
    <dgm:cxn modelId="{EFFB1908-A873-4A20-B1E9-92249A433425}" srcId="{45EB7DFF-6156-43AC-BFE8-98A88099AA63}" destId="{E78912C4-5AE3-4D8A-AE85-9C50E7E6F437}" srcOrd="1" destOrd="0" parTransId="{298BCDD6-CA45-4D1D-99E4-83CB609F415E}" sibTransId="{B408DD7B-623C-49DA-87DA-1EC595A65F1B}"/>
    <dgm:cxn modelId="{855E7011-D17D-4329-88B0-23FF1B73CBEB}" type="presOf" srcId="{A7B920F0-0779-473B-A2F0-AC8BA9C53AF1}" destId="{BF53E36E-A8B8-49E4-AB0E-E231484DECD4}" srcOrd="0" destOrd="0" presId="urn:microsoft.com/office/officeart/2005/8/layout/vList2"/>
    <dgm:cxn modelId="{C8623912-81CC-45A5-B1D6-86D710EE7DDD}" type="presOf" srcId="{F23E0AF7-E02C-48FF-83DD-704BA946AC63}" destId="{26C77A6D-EC82-4B53-B566-9B83A311F2C7}" srcOrd="0" destOrd="0" presId="urn:microsoft.com/office/officeart/2005/8/layout/vList2"/>
    <dgm:cxn modelId="{5C97C436-D35F-4B23-B2E6-B82B11675CE1}" srcId="{E78912C4-5AE3-4D8A-AE85-9C50E7E6F437}" destId="{E87FC99D-FB7D-4BED-8B05-A2249502F926}" srcOrd="0" destOrd="0" parTransId="{70B34473-B77D-4A59-B93A-2E391822BE9D}" sibTransId="{B7CD400C-D660-4646-8C8B-BE2B3DA6929C}"/>
    <dgm:cxn modelId="{1C3B0E46-2848-4B75-B12C-C48D1B7C0009}" type="presOf" srcId="{E87FC99D-FB7D-4BED-8B05-A2249502F926}" destId="{FCC62AC9-F04B-4317-B8EF-E8C4860A8FAD}" srcOrd="0" destOrd="0" presId="urn:microsoft.com/office/officeart/2005/8/layout/vList2"/>
    <dgm:cxn modelId="{19E9B54A-30F7-452D-950A-B3EF59BF5F84}" srcId="{45EB7DFF-6156-43AC-BFE8-98A88099AA63}" destId="{F23E0AF7-E02C-48FF-83DD-704BA946AC63}" srcOrd="0" destOrd="0" parTransId="{FD9AFB61-C981-4E33-8819-A81698AB05A7}" sibTransId="{242462E4-4D46-4041-A583-2C91E0B9696E}"/>
    <dgm:cxn modelId="{938F1F62-403E-4C81-8ED7-7AC99E561B84}" type="presOf" srcId="{E78912C4-5AE3-4D8A-AE85-9C50E7E6F437}" destId="{D49005EB-E747-4AF4-BE7A-CA1A0A4D1B1F}" srcOrd="0" destOrd="0" presId="urn:microsoft.com/office/officeart/2005/8/layout/vList2"/>
    <dgm:cxn modelId="{A1A56165-82B0-49CA-A95F-9A94BFAD0EC2}" srcId="{F23E0AF7-E02C-48FF-83DD-704BA946AC63}" destId="{4A771EA7-9AEF-4C79-A93C-B63A8F4CD85E}" srcOrd="0" destOrd="0" parTransId="{BE12A7AC-556D-42CB-B1C8-1C9B124C9390}" sibTransId="{31FFE189-E1D3-42F3-84B2-481E25A8A0CC}"/>
    <dgm:cxn modelId="{F393D768-A348-41F5-AA33-765EEF9A089E}" type="presOf" srcId="{D8B858D4-4593-4A23-B636-81347A4BEDC5}" destId="{42B028E1-2D25-4452-939F-5E838DEF6796}" srcOrd="0" destOrd="0" presId="urn:microsoft.com/office/officeart/2005/8/layout/vList2"/>
    <dgm:cxn modelId="{ACCA838D-4EC5-455D-860E-5E7118CE213F}" type="presOf" srcId="{45EB7DFF-6156-43AC-BFE8-98A88099AA63}" destId="{2FCD5566-9077-412C-A044-78B29ED140B5}" srcOrd="0" destOrd="0" presId="urn:microsoft.com/office/officeart/2005/8/layout/vList2"/>
    <dgm:cxn modelId="{B6DA1F9A-0923-44F1-887E-0918D4CA05BE}" srcId="{45EB7DFF-6156-43AC-BFE8-98A88099AA63}" destId="{D8B858D4-4593-4A23-B636-81347A4BEDC5}" srcOrd="3" destOrd="0" parTransId="{E6189E78-F25D-4B81-80F5-3CB894D4E27A}" sibTransId="{2D36E864-632B-4519-B023-68B7454CF34E}"/>
    <dgm:cxn modelId="{CC5E93B2-BBDD-41F1-9575-504DBF971B39}" srcId="{D8B858D4-4593-4A23-B636-81347A4BEDC5}" destId="{A7B920F0-0779-473B-A2F0-AC8BA9C53AF1}" srcOrd="0" destOrd="0" parTransId="{8F87D1EB-8659-41DB-AC50-F92A9208089A}" sibTransId="{3505AF82-BE92-48F3-B487-AF586413AE27}"/>
    <dgm:cxn modelId="{EB6817B9-79B2-4738-A999-8B6864926B4A}" srcId="{D87043B8-CDFB-49D5-A993-13CF7CA58A13}" destId="{BCEEC83B-648B-4100-813D-B72930E98E64}" srcOrd="0" destOrd="0" parTransId="{8ECD5228-AFD5-4214-AAFA-6D27E2D0FA65}" sibTransId="{2031EF29-12EC-4349-9950-AE913BED46F5}"/>
    <dgm:cxn modelId="{8444C9C6-ACA8-4F57-85F9-5BC13F4994A8}" type="presOf" srcId="{4A771EA7-9AEF-4C79-A93C-B63A8F4CD85E}" destId="{E4E968B8-95BF-41A1-BBC3-F670048A9C26}" srcOrd="0" destOrd="0" presId="urn:microsoft.com/office/officeart/2005/8/layout/vList2"/>
    <dgm:cxn modelId="{1D5B72D6-DA13-4CB5-8437-60675528DBB6}" srcId="{45EB7DFF-6156-43AC-BFE8-98A88099AA63}" destId="{D87043B8-CDFB-49D5-A993-13CF7CA58A13}" srcOrd="2" destOrd="0" parTransId="{4E8C062A-7F1E-44D5-8B54-CE8AC3CAD9AA}" sibTransId="{C8E1AFF2-A045-4582-AE5B-4839784AFE7D}"/>
    <dgm:cxn modelId="{93BE25E1-ADCE-4119-B240-9B22F4F5738B}" type="presOf" srcId="{BCEEC83B-648B-4100-813D-B72930E98E64}" destId="{5CA2DB86-2826-47DE-ADF9-C6E5AC6F4168}" srcOrd="0" destOrd="0" presId="urn:microsoft.com/office/officeart/2005/8/layout/vList2"/>
    <dgm:cxn modelId="{99718CF2-B447-4D59-ABB3-287C65769C4E}" type="presOf" srcId="{D87043B8-CDFB-49D5-A993-13CF7CA58A13}" destId="{E854F45D-34AF-4268-9FBD-CB2AD7401C2E}" srcOrd="0" destOrd="0" presId="urn:microsoft.com/office/officeart/2005/8/layout/vList2"/>
    <dgm:cxn modelId="{03C82ADE-E474-4196-AD3C-6B5B12DA4F6D}" type="presParOf" srcId="{2FCD5566-9077-412C-A044-78B29ED140B5}" destId="{26C77A6D-EC82-4B53-B566-9B83A311F2C7}" srcOrd="0" destOrd="0" presId="urn:microsoft.com/office/officeart/2005/8/layout/vList2"/>
    <dgm:cxn modelId="{0ED62899-A350-4931-B639-E9EB22120953}" type="presParOf" srcId="{2FCD5566-9077-412C-A044-78B29ED140B5}" destId="{E4E968B8-95BF-41A1-BBC3-F670048A9C26}" srcOrd="1" destOrd="0" presId="urn:microsoft.com/office/officeart/2005/8/layout/vList2"/>
    <dgm:cxn modelId="{85397AFC-F1CA-4B8F-B776-DF804B2ED0BC}" type="presParOf" srcId="{2FCD5566-9077-412C-A044-78B29ED140B5}" destId="{D49005EB-E747-4AF4-BE7A-CA1A0A4D1B1F}" srcOrd="2" destOrd="0" presId="urn:microsoft.com/office/officeart/2005/8/layout/vList2"/>
    <dgm:cxn modelId="{E2722850-A40D-461D-A298-3F8B942A9FF9}" type="presParOf" srcId="{2FCD5566-9077-412C-A044-78B29ED140B5}" destId="{FCC62AC9-F04B-4317-B8EF-E8C4860A8FAD}" srcOrd="3" destOrd="0" presId="urn:microsoft.com/office/officeart/2005/8/layout/vList2"/>
    <dgm:cxn modelId="{C703C280-E0D4-4F6D-835E-CA48CABABC0B}" type="presParOf" srcId="{2FCD5566-9077-412C-A044-78B29ED140B5}" destId="{E854F45D-34AF-4268-9FBD-CB2AD7401C2E}" srcOrd="4" destOrd="0" presId="urn:microsoft.com/office/officeart/2005/8/layout/vList2"/>
    <dgm:cxn modelId="{4617278C-7C44-43E0-B63F-7F081EA43B96}" type="presParOf" srcId="{2FCD5566-9077-412C-A044-78B29ED140B5}" destId="{5CA2DB86-2826-47DE-ADF9-C6E5AC6F4168}" srcOrd="5" destOrd="0" presId="urn:microsoft.com/office/officeart/2005/8/layout/vList2"/>
    <dgm:cxn modelId="{3A6DDBAF-77EE-4E81-8BCA-06CA3655CBE5}" type="presParOf" srcId="{2FCD5566-9077-412C-A044-78B29ED140B5}" destId="{42B028E1-2D25-4452-939F-5E838DEF6796}" srcOrd="6" destOrd="0" presId="urn:microsoft.com/office/officeart/2005/8/layout/vList2"/>
    <dgm:cxn modelId="{22802FD9-3A86-4EB8-9C5F-CE8977F0D0BC}" type="presParOf" srcId="{2FCD5566-9077-412C-A044-78B29ED140B5}" destId="{BF53E36E-A8B8-49E4-AB0E-E231484DECD4}" srcOrd="7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20FA53EC-8201-4031-AC42-4BE7F102C838}" type="doc">
      <dgm:prSet loTypeId="urn:microsoft.com/office/officeart/2008/layout/LinedLis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NZ"/>
        </a:p>
      </dgm:t>
    </dgm:pt>
    <dgm:pt modelId="{C0DF131C-84A4-4E07-AF28-D972CD6CB5FD}">
      <dgm:prSet/>
      <dgm:spPr/>
      <dgm:t>
        <a:bodyPr/>
        <a:lstStyle/>
        <a:p>
          <a:r>
            <a:rPr lang="en-US" dirty="0"/>
            <a:t>NAT violates the architectural model of IP.</a:t>
          </a:r>
          <a:endParaRPr lang="en-NZ" dirty="0"/>
        </a:p>
      </dgm:t>
    </dgm:pt>
    <dgm:pt modelId="{0DC746FB-36E2-4EC0-A30D-19CAB121DD29}" type="parTrans" cxnId="{9284E0C4-49E2-4AC6-8DF3-82D96194317C}">
      <dgm:prSet/>
      <dgm:spPr/>
      <dgm:t>
        <a:bodyPr/>
        <a:lstStyle/>
        <a:p>
          <a:endParaRPr lang="en-NZ"/>
        </a:p>
      </dgm:t>
    </dgm:pt>
    <dgm:pt modelId="{96CBED0E-3DB2-40F9-8B86-D58AE7E7DF7D}" type="sibTrans" cxnId="{9284E0C4-49E2-4AC6-8DF3-82D96194317C}">
      <dgm:prSet/>
      <dgm:spPr/>
      <dgm:t>
        <a:bodyPr/>
        <a:lstStyle/>
        <a:p>
          <a:endParaRPr lang="en-NZ"/>
        </a:p>
      </dgm:t>
    </dgm:pt>
    <dgm:pt modelId="{85724A84-7643-4CF9-8ABF-8DEA5D4CE91B}">
      <dgm:prSet/>
      <dgm:spPr/>
      <dgm:t>
        <a:bodyPr/>
        <a:lstStyle/>
        <a:p>
          <a:r>
            <a:rPr lang="en-US" dirty="0"/>
            <a:t>NAT breaks the end-to-end connectivity model of the Internet.</a:t>
          </a:r>
          <a:endParaRPr lang="en-NZ" dirty="0"/>
        </a:p>
      </dgm:t>
    </dgm:pt>
    <dgm:pt modelId="{D6FC34C2-FC57-42B5-B2A0-99865B159B7E}" type="parTrans" cxnId="{04015E4F-C93F-488A-A36B-F7E2B37870CA}">
      <dgm:prSet/>
      <dgm:spPr/>
      <dgm:t>
        <a:bodyPr/>
        <a:lstStyle/>
        <a:p>
          <a:endParaRPr lang="en-NZ"/>
        </a:p>
      </dgm:t>
    </dgm:pt>
    <dgm:pt modelId="{427E157E-8E98-402C-8ED1-B01E42B05B69}" type="sibTrans" cxnId="{04015E4F-C93F-488A-A36B-F7E2B37870CA}">
      <dgm:prSet/>
      <dgm:spPr/>
      <dgm:t>
        <a:bodyPr/>
        <a:lstStyle/>
        <a:p>
          <a:endParaRPr lang="en-NZ"/>
        </a:p>
      </dgm:t>
    </dgm:pt>
    <dgm:pt modelId="{CB5DD58F-E0F0-4E48-AB40-EBC4530AEAF9}">
      <dgm:prSet/>
      <dgm:spPr/>
      <dgm:t>
        <a:bodyPr/>
        <a:lstStyle/>
        <a:p>
          <a:r>
            <a:rPr lang="en-US" dirty="0"/>
            <a:t>Some processes on the Internet are not required to use TCP or UDP.</a:t>
          </a:r>
          <a:endParaRPr lang="en-NZ" dirty="0"/>
        </a:p>
      </dgm:t>
    </dgm:pt>
    <dgm:pt modelId="{3EF7AE19-AF64-44B5-AD1B-CFCA923FE994}" type="parTrans" cxnId="{C9E04281-353F-4228-9E09-5EE1E64D5F92}">
      <dgm:prSet/>
      <dgm:spPr/>
      <dgm:t>
        <a:bodyPr/>
        <a:lstStyle/>
        <a:p>
          <a:endParaRPr lang="en-NZ"/>
        </a:p>
      </dgm:t>
    </dgm:pt>
    <dgm:pt modelId="{D6EE390B-DB94-4D35-8277-5845C43B9150}" type="sibTrans" cxnId="{C9E04281-353F-4228-9E09-5EE1E64D5F92}">
      <dgm:prSet/>
      <dgm:spPr/>
      <dgm:t>
        <a:bodyPr/>
        <a:lstStyle/>
        <a:p>
          <a:endParaRPr lang="en-NZ"/>
        </a:p>
      </dgm:t>
    </dgm:pt>
    <dgm:pt modelId="{A9112939-49EC-4375-AB70-0A9A733434D9}">
      <dgm:prSet/>
      <dgm:spPr/>
      <dgm:t>
        <a:bodyPr/>
        <a:lstStyle/>
        <a:p>
          <a:r>
            <a:rPr lang="en-GB" dirty="0"/>
            <a:t>NAT violates the most fundamental rule of protocol layering.</a:t>
          </a:r>
          <a:endParaRPr lang="en-NZ" dirty="0"/>
        </a:p>
      </dgm:t>
    </dgm:pt>
    <dgm:pt modelId="{307653EC-5262-44BC-BC04-388AB3660ED1}" type="parTrans" cxnId="{027D9B4A-76DE-4E56-8063-C91C2DE73AF5}">
      <dgm:prSet/>
      <dgm:spPr/>
      <dgm:t>
        <a:bodyPr/>
        <a:lstStyle/>
        <a:p>
          <a:endParaRPr lang="en-NZ"/>
        </a:p>
      </dgm:t>
    </dgm:pt>
    <dgm:pt modelId="{CD822F24-C0AC-40B0-85E0-3BC2657393D8}" type="sibTrans" cxnId="{027D9B4A-76DE-4E56-8063-C91C2DE73AF5}">
      <dgm:prSet/>
      <dgm:spPr/>
      <dgm:t>
        <a:bodyPr/>
        <a:lstStyle/>
        <a:p>
          <a:endParaRPr lang="en-NZ"/>
        </a:p>
      </dgm:t>
    </dgm:pt>
    <dgm:pt modelId="{B4DD67E1-04B9-4448-8733-A5A373611E65}">
      <dgm:prSet/>
      <dgm:spPr/>
      <dgm:t>
        <a:bodyPr/>
        <a:lstStyle/>
        <a:p>
          <a:r>
            <a:rPr lang="en-US" dirty="0"/>
            <a:t>The port-number is a 16-bit field.</a:t>
          </a:r>
          <a:endParaRPr lang="en-NZ" dirty="0"/>
        </a:p>
      </dgm:t>
    </dgm:pt>
    <dgm:pt modelId="{99320128-70AA-4574-9538-67989C33696B}" type="parTrans" cxnId="{145E5941-D89D-4087-A164-C4126DCD1B88}">
      <dgm:prSet/>
      <dgm:spPr/>
      <dgm:t>
        <a:bodyPr/>
        <a:lstStyle/>
        <a:p>
          <a:endParaRPr lang="en-NZ"/>
        </a:p>
      </dgm:t>
    </dgm:pt>
    <dgm:pt modelId="{819A874F-6545-470C-BA4D-6107948EF35F}" type="sibTrans" cxnId="{145E5941-D89D-4087-A164-C4126DCD1B88}">
      <dgm:prSet/>
      <dgm:spPr/>
      <dgm:t>
        <a:bodyPr/>
        <a:lstStyle/>
        <a:p>
          <a:endParaRPr lang="en-NZ"/>
        </a:p>
      </dgm:t>
    </dgm:pt>
    <dgm:pt modelId="{B930F4D9-0E90-4AEB-AB62-ADD03F59546A}" type="pres">
      <dgm:prSet presAssocID="{20FA53EC-8201-4031-AC42-4BE7F102C838}" presName="vert0" presStyleCnt="0">
        <dgm:presLayoutVars>
          <dgm:dir/>
          <dgm:animOne val="branch"/>
          <dgm:animLvl val="lvl"/>
        </dgm:presLayoutVars>
      </dgm:prSet>
      <dgm:spPr/>
    </dgm:pt>
    <dgm:pt modelId="{ABC22C7D-9A9F-4392-992A-309723D6E850}" type="pres">
      <dgm:prSet presAssocID="{C0DF131C-84A4-4E07-AF28-D972CD6CB5FD}" presName="thickLine" presStyleLbl="alignNode1" presStyleIdx="0" presStyleCnt="5"/>
      <dgm:spPr/>
    </dgm:pt>
    <dgm:pt modelId="{D85110C1-9E24-42B2-A8C2-C86B352F7914}" type="pres">
      <dgm:prSet presAssocID="{C0DF131C-84A4-4E07-AF28-D972CD6CB5FD}" presName="horz1" presStyleCnt="0"/>
      <dgm:spPr/>
    </dgm:pt>
    <dgm:pt modelId="{472A7800-2E08-47CD-B40F-71904FD71545}" type="pres">
      <dgm:prSet presAssocID="{C0DF131C-84A4-4E07-AF28-D972CD6CB5FD}" presName="tx1" presStyleLbl="revTx" presStyleIdx="0" presStyleCnt="5"/>
      <dgm:spPr/>
    </dgm:pt>
    <dgm:pt modelId="{E31B4121-CFCE-4700-A328-447D320D9B83}" type="pres">
      <dgm:prSet presAssocID="{C0DF131C-84A4-4E07-AF28-D972CD6CB5FD}" presName="vert1" presStyleCnt="0"/>
      <dgm:spPr/>
    </dgm:pt>
    <dgm:pt modelId="{DAC918D3-8048-488F-8C75-9C12895D408E}" type="pres">
      <dgm:prSet presAssocID="{85724A84-7643-4CF9-8ABF-8DEA5D4CE91B}" presName="thickLine" presStyleLbl="alignNode1" presStyleIdx="1" presStyleCnt="5"/>
      <dgm:spPr/>
    </dgm:pt>
    <dgm:pt modelId="{2300D3F6-741B-4D3E-9CA3-95D350BF5426}" type="pres">
      <dgm:prSet presAssocID="{85724A84-7643-4CF9-8ABF-8DEA5D4CE91B}" presName="horz1" presStyleCnt="0"/>
      <dgm:spPr/>
    </dgm:pt>
    <dgm:pt modelId="{1BB98708-FD5E-4D7B-A879-6A8F99229D90}" type="pres">
      <dgm:prSet presAssocID="{85724A84-7643-4CF9-8ABF-8DEA5D4CE91B}" presName="tx1" presStyleLbl="revTx" presStyleIdx="1" presStyleCnt="5"/>
      <dgm:spPr/>
    </dgm:pt>
    <dgm:pt modelId="{687459B3-AEE3-4103-A95A-E182592E77DE}" type="pres">
      <dgm:prSet presAssocID="{85724A84-7643-4CF9-8ABF-8DEA5D4CE91B}" presName="vert1" presStyleCnt="0"/>
      <dgm:spPr/>
    </dgm:pt>
    <dgm:pt modelId="{2F6813ED-9C12-48E9-965D-A9B97045B752}" type="pres">
      <dgm:prSet presAssocID="{CB5DD58F-E0F0-4E48-AB40-EBC4530AEAF9}" presName="thickLine" presStyleLbl="alignNode1" presStyleIdx="2" presStyleCnt="5"/>
      <dgm:spPr/>
    </dgm:pt>
    <dgm:pt modelId="{E9A74936-F72F-45E4-B60A-303CBB03EE15}" type="pres">
      <dgm:prSet presAssocID="{CB5DD58F-E0F0-4E48-AB40-EBC4530AEAF9}" presName="horz1" presStyleCnt="0"/>
      <dgm:spPr/>
    </dgm:pt>
    <dgm:pt modelId="{C08F3080-3507-4186-81ED-C08EEDFD19CE}" type="pres">
      <dgm:prSet presAssocID="{CB5DD58F-E0F0-4E48-AB40-EBC4530AEAF9}" presName="tx1" presStyleLbl="revTx" presStyleIdx="2" presStyleCnt="5"/>
      <dgm:spPr/>
    </dgm:pt>
    <dgm:pt modelId="{0B68FFB9-CAEA-4313-9E8A-0D15C448646B}" type="pres">
      <dgm:prSet presAssocID="{CB5DD58F-E0F0-4E48-AB40-EBC4530AEAF9}" presName="vert1" presStyleCnt="0"/>
      <dgm:spPr/>
    </dgm:pt>
    <dgm:pt modelId="{421184D5-C853-40EB-B22E-B71996812BA2}" type="pres">
      <dgm:prSet presAssocID="{A9112939-49EC-4375-AB70-0A9A733434D9}" presName="thickLine" presStyleLbl="alignNode1" presStyleIdx="3" presStyleCnt="5"/>
      <dgm:spPr/>
    </dgm:pt>
    <dgm:pt modelId="{F4CC5B87-3BDE-4495-8F13-705920822270}" type="pres">
      <dgm:prSet presAssocID="{A9112939-49EC-4375-AB70-0A9A733434D9}" presName="horz1" presStyleCnt="0"/>
      <dgm:spPr/>
    </dgm:pt>
    <dgm:pt modelId="{1EAD7891-6A51-4525-98D2-48339657F546}" type="pres">
      <dgm:prSet presAssocID="{A9112939-49EC-4375-AB70-0A9A733434D9}" presName="tx1" presStyleLbl="revTx" presStyleIdx="3" presStyleCnt="5"/>
      <dgm:spPr/>
    </dgm:pt>
    <dgm:pt modelId="{FB9CF661-A101-404B-B2B4-943FA8EBD4FA}" type="pres">
      <dgm:prSet presAssocID="{A9112939-49EC-4375-AB70-0A9A733434D9}" presName="vert1" presStyleCnt="0"/>
      <dgm:spPr/>
    </dgm:pt>
    <dgm:pt modelId="{5B019FB1-0384-43FA-895A-61BEFC8863A5}" type="pres">
      <dgm:prSet presAssocID="{B4DD67E1-04B9-4448-8733-A5A373611E65}" presName="thickLine" presStyleLbl="alignNode1" presStyleIdx="4" presStyleCnt="5"/>
      <dgm:spPr/>
    </dgm:pt>
    <dgm:pt modelId="{F8B344BF-4CEE-4358-B54E-5436EEE82522}" type="pres">
      <dgm:prSet presAssocID="{B4DD67E1-04B9-4448-8733-A5A373611E65}" presName="horz1" presStyleCnt="0"/>
      <dgm:spPr/>
    </dgm:pt>
    <dgm:pt modelId="{F1F7008E-A6D3-4241-8EA7-050F1FF37983}" type="pres">
      <dgm:prSet presAssocID="{B4DD67E1-04B9-4448-8733-A5A373611E65}" presName="tx1" presStyleLbl="revTx" presStyleIdx="4" presStyleCnt="5"/>
      <dgm:spPr/>
    </dgm:pt>
    <dgm:pt modelId="{1D4A7A85-F581-4E7F-90F9-73BB36F7CCA4}" type="pres">
      <dgm:prSet presAssocID="{B4DD67E1-04B9-4448-8733-A5A373611E65}" presName="vert1" presStyleCnt="0"/>
      <dgm:spPr/>
    </dgm:pt>
  </dgm:ptLst>
  <dgm:cxnLst>
    <dgm:cxn modelId="{145E5941-D89D-4087-A164-C4126DCD1B88}" srcId="{20FA53EC-8201-4031-AC42-4BE7F102C838}" destId="{B4DD67E1-04B9-4448-8733-A5A373611E65}" srcOrd="4" destOrd="0" parTransId="{99320128-70AA-4574-9538-67989C33696B}" sibTransId="{819A874F-6545-470C-BA4D-6107948EF35F}"/>
    <dgm:cxn modelId="{027D9B4A-76DE-4E56-8063-C91C2DE73AF5}" srcId="{20FA53EC-8201-4031-AC42-4BE7F102C838}" destId="{A9112939-49EC-4375-AB70-0A9A733434D9}" srcOrd="3" destOrd="0" parTransId="{307653EC-5262-44BC-BC04-388AB3660ED1}" sibTransId="{CD822F24-C0AC-40B0-85E0-3BC2657393D8}"/>
    <dgm:cxn modelId="{04015E4F-C93F-488A-A36B-F7E2B37870CA}" srcId="{20FA53EC-8201-4031-AC42-4BE7F102C838}" destId="{85724A84-7643-4CF9-8ABF-8DEA5D4CE91B}" srcOrd="1" destOrd="0" parTransId="{D6FC34C2-FC57-42B5-B2A0-99865B159B7E}" sibTransId="{427E157E-8E98-402C-8ED1-B01E42B05B69}"/>
    <dgm:cxn modelId="{C057636D-D4E2-498D-AB33-6B0E30B6AD6F}" type="presOf" srcId="{C0DF131C-84A4-4E07-AF28-D972CD6CB5FD}" destId="{472A7800-2E08-47CD-B40F-71904FD71545}" srcOrd="0" destOrd="0" presId="urn:microsoft.com/office/officeart/2008/layout/LinedList"/>
    <dgm:cxn modelId="{C9E04281-353F-4228-9E09-5EE1E64D5F92}" srcId="{20FA53EC-8201-4031-AC42-4BE7F102C838}" destId="{CB5DD58F-E0F0-4E48-AB40-EBC4530AEAF9}" srcOrd="2" destOrd="0" parTransId="{3EF7AE19-AF64-44B5-AD1B-CFCA923FE994}" sibTransId="{D6EE390B-DB94-4D35-8277-5845C43B9150}"/>
    <dgm:cxn modelId="{C68A4487-B806-4487-B230-48381F39360A}" type="presOf" srcId="{A9112939-49EC-4375-AB70-0A9A733434D9}" destId="{1EAD7891-6A51-4525-98D2-48339657F546}" srcOrd="0" destOrd="0" presId="urn:microsoft.com/office/officeart/2008/layout/LinedList"/>
    <dgm:cxn modelId="{1DC7F29A-71B1-45CB-822A-EF7851783438}" type="presOf" srcId="{CB5DD58F-E0F0-4E48-AB40-EBC4530AEAF9}" destId="{C08F3080-3507-4186-81ED-C08EEDFD19CE}" srcOrd="0" destOrd="0" presId="urn:microsoft.com/office/officeart/2008/layout/LinedList"/>
    <dgm:cxn modelId="{9284E0C4-49E2-4AC6-8DF3-82D96194317C}" srcId="{20FA53EC-8201-4031-AC42-4BE7F102C838}" destId="{C0DF131C-84A4-4E07-AF28-D972CD6CB5FD}" srcOrd="0" destOrd="0" parTransId="{0DC746FB-36E2-4EC0-A30D-19CAB121DD29}" sibTransId="{96CBED0E-3DB2-40F9-8B86-D58AE7E7DF7D}"/>
    <dgm:cxn modelId="{D68614CB-4A16-4D3D-8255-9900CEBAF980}" type="presOf" srcId="{20FA53EC-8201-4031-AC42-4BE7F102C838}" destId="{B930F4D9-0E90-4AEB-AB62-ADD03F59546A}" srcOrd="0" destOrd="0" presId="urn:microsoft.com/office/officeart/2008/layout/LinedList"/>
    <dgm:cxn modelId="{9D4A33D6-CC3C-4FCB-AAFF-8E4967F3C5CF}" type="presOf" srcId="{B4DD67E1-04B9-4448-8733-A5A373611E65}" destId="{F1F7008E-A6D3-4241-8EA7-050F1FF37983}" srcOrd="0" destOrd="0" presId="urn:microsoft.com/office/officeart/2008/layout/LinedList"/>
    <dgm:cxn modelId="{319C3AFD-A9A1-4040-9204-4DDCCB139A17}" type="presOf" srcId="{85724A84-7643-4CF9-8ABF-8DEA5D4CE91B}" destId="{1BB98708-FD5E-4D7B-A879-6A8F99229D90}" srcOrd="0" destOrd="0" presId="urn:microsoft.com/office/officeart/2008/layout/LinedList"/>
    <dgm:cxn modelId="{F788786F-D57C-4210-BBC2-B28705E877C2}" type="presParOf" srcId="{B930F4D9-0E90-4AEB-AB62-ADD03F59546A}" destId="{ABC22C7D-9A9F-4392-992A-309723D6E850}" srcOrd="0" destOrd="0" presId="urn:microsoft.com/office/officeart/2008/layout/LinedList"/>
    <dgm:cxn modelId="{871A8D7C-FD95-4BF3-BC62-3D2B74178E0F}" type="presParOf" srcId="{B930F4D9-0E90-4AEB-AB62-ADD03F59546A}" destId="{D85110C1-9E24-42B2-A8C2-C86B352F7914}" srcOrd="1" destOrd="0" presId="urn:microsoft.com/office/officeart/2008/layout/LinedList"/>
    <dgm:cxn modelId="{90AE215E-E9BB-4D33-A00F-8727FF6C4F4A}" type="presParOf" srcId="{D85110C1-9E24-42B2-A8C2-C86B352F7914}" destId="{472A7800-2E08-47CD-B40F-71904FD71545}" srcOrd="0" destOrd="0" presId="urn:microsoft.com/office/officeart/2008/layout/LinedList"/>
    <dgm:cxn modelId="{996EFE4D-1285-45C4-AA69-27A4298DB945}" type="presParOf" srcId="{D85110C1-9E24-42B2-A8C2-C86B352F7914}" destId="{E31B4121-CFCE-4700-A328-447D320D9B83}" srcOrd="1" destOrd="0" presId="urn:microsoft.com/office/officeart/2008/layout/LinedList"/>
    <dgm:cxn modelId="{A8D7F0E9-68D6-4913-A28E-946CE4554580}" type="presParOf" srcId="{B930F4D9-0E90-4AEB-AB62-ADD03F59546A}" destId="{DAC918D3-8048-488F-8C75-9C12895D408E}" srcOrd="2" destOrd="0" presId="urn:microsoft.com/office/officeart/2008/layout/LinedList"/>
    <dgm:cxn modelId="{5AD9D916-BB22-43AD-BBC4-B13D9E99D2BD}" type="presParOf" srcId="{B930F4D9-0E90-4AEB-AB62-ADD03F59546A}" destId="{2300D3F6-741B-4D3E-9CA3-95D350BF5426}" srcOrd="3" destOrd="0" presId="urn:microsoft.com/office/officeart/2008/layout/LinedList"/>
    <dgm:cxn modelId="{54F944BF-D808-456C-BB6A-7DFDFCC8C00C}" type="presParOf" srcId="{2300D3F6-741B-4D3E-9CA3-95D350BF5426}" destId="{1BB98708-FD5E-4D7B-A879-6A8F99229D90}" srcOrd="0" destOrd="0" presId="urn:microsoft.com/office/officeart/2008/layout/LinedList"/>
    <dgm:cxn modelId="{93D4EE9B-CEF7-4D19-926C-3E094730E661}" type="presParOf" srcId="{2300D3F6-741B-4D3E-9CA3-95D350BF5426}" destId="{687459B3-AEE3-4103-A95A-E182592E77DE}" srcOrd="1" destOrd="0" presId="urn:microsoft.com/office/officeart/2008/layout/LinedList"/>
    <dgm:cxn modelId="{200B5C68-1C81-4557-9089-A20593AB69AE}" type="presParOf" srcId="{B930F4D9-0E90-4AEB-AB62-ADD03F59546A}" destId="{2F6813ED-9C12-48E9-965D-A9B97045B752}" srcOrd="4" destOrd="0" presId="urn:microsoft.com/office/officeart/2008/layout/LinedList"/>
    <dgm:cxn modelId="{A2B16F40-53DC-411E-A6D4-7BAF8EF57B99}" type="presParOf" srcId="{B930F4D9-0E90-4AEB-AB62-ADD03F59546A}" destId="{E9A74936-F72F-45E4-B60A-303CBB03EE15}" srcOrd="5" destOrd="0" presId="urn:microsoft.com/office/officeart/2008/layout/LinedList"/>
    <dgm:cxn modelId="{61241325-E957-4224-A92C-E81D0EB54CD7}" type="presParOf" srcId="{E9A74936-F72F-45E4-B60A-303CBB03EE15}" destId="{C08F3080-3507-4186-81ED-C08EEDFD19CE}" srcOrd="0" destOrd="0" presId="urn:microsoft.com/office/officeart/2008/layout/LinedList"/>
    <dgm:cxn modelId="{55BBF289-62E2-46B1-9BD5-83DBBC1DA6ED}" type="presParOf" srcId="{E9A74936-F72F-45E4-B60A-303CBB03EE15}" destId="{0B68FFB9-CAEA-4313-9E8A-0D15C448646B}" srcOrd="1" destOrd="0" presId="urn:microsoft.com/office/officeart/2008/layout/LinedList"/>
    <dgm:cxn modelId="{9C0D5638-C25D-4482-96B4-C2F90E2A604E}" type="presParOf" srcId="{B930F4D9-0E90-4AEB-AB62-ADD03F59546A}" destId="{421184D5-C853-40EB-B22E-B71996812BA2}" srcOrd="6" destOrd="0" presId="urn:microsoft.com/office/officeart/2008/layout/LinedList"/>
    <dgm:cxn modelId="{D176F8E2-2BDE-497C-BBA6-F7C41C25705D}" type="presParOf" srcId="{B930F4D9-0E90-4AEB-AB62-ADD03F59546A}" destId="{F4CC5B87-3BDE-4495-8F13-705920822270}" srcOrd="7" destOrd="0" presId="urn:microsoft.com/office/officeart/2008/layout/LinedList"/>
    <dgm:cxn modelId="{1663C9A3-BE0B-4D32-A008-75B71CDD0AF3}" type="presParOf" srcId="{F4CC5B87-3BDE-4495-8F13-705920822270}" destId="{1EAD7891-6A51-4525-98D2-48339657F546}" srcOrd="0" destOrd="0" presId="urn:microsoft.com/office/officeart/2008/layout/LinedList"/>
    <dgm:cxn modelId="{787393BF-B88A-45C1-97C9-AEDBB3A8E5F2}" type="presParOf" srcId="{F4CC5B87-3BDE-4495-8F13-705920822270}" destId="{FB9CF661-A101-404B-B2B4-943FA8EBD4FA}" srcOrd="1" destOrd="0" presId="urn:microsoft.com/office/officeart/2008/layout/LinedList"/>
    <dgm:cxn modelId="{BC185442-6DC8-4095-BE50-371AE7CFE53D}" type="presParOf" srcId="{B930F4D9-0E90-4AEB-AB62-ADD03F59546A}" destId="{5B019FB1-0384-43FA-895A-61BEFC8863A5}" srcOrd="8" destOrd="0" presId="urn:microsoft.com/office/officeart/2008/layout/LinedList"/>
    <dgm:cxn modelId="{1A8A8D82-813B-4D3F-B5F0-640144978BB1}" type="presParOf" srcId="{B930F4D9-0E90-4AEB-AB62-ADD03F59546A}" destId="{F8B344BF-4CEE-4358-B54E-5436EEE82522}" srcOrd="9" destOrd="0" presId="urn:microsoft.com/office/officeart/2008/layout/LinedList"/>
    <dgm:cxn modelId="{D6797AB0-CB99-4C09-A7AE-70E34E0DA328}" type="presParOf" srcId="{F8B344BF-4CEE-4358-B54E-5436EEE82522}" destId="{F1F7008E-A6D3-4241-8EA7-050F1FF37983}" srcOrd="0" destOrd="0" presId="urn:microsoft.com/office/officeart/2008/layout/LinedList"/>
    <dgm:cxn modelId="{B02DE61E-393D-4148-BECA-C6135FB4C730}" type="presParOf" srcId="{F8B344BF-4CEE-4358-B54E-5436EEE82522}" destId="{1D4A7A85-F581-4E7F-90F9-73BB36F7CCA4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9201904-1D16-48E1-9EFE-F70BFDB1DE72}">
      <dsp:nvSpPr>
        <dsp:cNvPr id="0" name=""/>
        <dsp:cNvSpPr/>
      </dsp:nvSpPr>
      <dsp:spPr>
        <a:xfrm>
          <a:off x="0" y="0"/>
          <a:ext cx="6583680" cy="117347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NZ" sz="2000" kern="1200" dirty="0">
              <a:solidFill>
                <a:schemeClr val="tx1"/>
              </a:solidFill>
            </a:rPr>
            <a:t>Learn from </a:t>
          </a:r>
          <a:r>
            <a:rPr lang="en-NZ" sz="2000" b="1" kern="1200" dirty="0">
              <a:solidFill>
                <a:schemeClr val="tx1"/>
              </a:solidFill>
            </a:rPr>
            <a:t>inter-AS routing protocol </a:t>
          </a:r>
          <a:r>
            <a:rPr lang="en-NZ" sz="2000" kern="1200" dirty="0">
              <a:solidFill>
                <a:schemeClr val="tx1"/>
              </a:solidFill>
            </a:rPr>
            <a:t>that subnet x is reachable via multiple gateways.</a:t>
          </a:r>
        </a:p>
      </dsp:txBody>
      <dsp:txXfrm>
        <a:off x="34370" y="34370"/>
        <a:ext cx="5218244" cy="1104739"/>
      </dsp:txXfrm>
    </dsp:sp>
    <dsp:sp modelId="{8F26D77B-26A8-414C-8052-04F3A7964881}">
      <dsp:nvSpPr>
        <dsp:cNvPr id="0" name=""/>
        <dsp:cNvSpPr/>
      </dsp:nvSpPr>
      <dsp:spPr>
        <a:xfrm>
          <a:off x="551383" y="1386840"/>
          <a:ext cx="6583680" cy="117347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NZ" sz="2000" kern="1200" dirty="0">
              <a:solidFill>
                <a:schemeClr val="tx1"/>
              </a:solidFill>
            </a:rPr>
            <a:t>Use routing info from </a:t>
          </a:r>
          <a:r>
            <a:rPr lang="en-NZ" sz="2000" b="1" kern="1200" dirty="0">
              <a:solidFill>
                <a:schemeClr val="tx1"/>
              </a:solidFill>
            </a:rPr>
            <a:t>intra-AS routing protocol</a:t>
          </a:r>
          <a:r>
            <a:rPr lang="en-NZ" sz="2000" kern="1200" dirty="0">
              <a:solidFill>
                <a:schemeClr val="tx1"/>
              </a:solidFill>
            </a:rPr>
            <a:t> to determine costs of </a:t>
          </a:r>
          <a:r>
            <a:rPr lang="en-NZ" sz="2000" b="1" kern="1200" dirty="0">
              <a:solidFill>
                <a:schemeClr val="tx1"/>
              </a:solidFill>
            </a:rPr>
            <a:t>least-cost paths to each of the gateways</a:t>
          </a:r>
          <a:r>
            <a:rPr lang="en-NZ" sz="2000" kern="1200" dirty="0">
              <a:solidFill>
                <a:schemeClr val="tx1"/>
              </a:solidFill>
            </a:rPr>
            <a:t>.</a:t>
          </a:r>
        </a:p>
      </dsp:txBody>
      <dsp:txXfrm>
        <a:off x="585753" y="1421210"/>
        <a:ext cx="5200794" cy="1104740"/>
      </dsp:txXfrm>
    </dsp:sp>
    <dsp:sp modelId="{A49B1CEC-7BF0-4391-BF98-8C999ECE53B2}">
      <dsp:nvSpPr>
        <dsp:cNvPr id="0" name=""/>
        <dsp:cNvSpPr/>
      </dsp:nvSpPr>
      <dsp:spPr>
        <a:xfrm>
          <a:off x="1094536" y="2773680"/>
          <a:ext cx="6583680" cy="117347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NZ" sz="2000" b="1" kern="1200" dirty="0">
              <a:solidFill>
                <a:schemeClr val="tx1"/>
              </a:solidFill>
            </a:rPr>
            <a:t>Hot-potato routing</a:t>
          </a:r>
          <a:r>
            <a:rPr lang="en-NZ" sz="2000" kern="1200" dirty="0">
              <a:solidFill>
                <a:schemeClr val="tx1"/>
              </a:solidFill>
            </a:rPr>
            <a:t>: Choose the least-cost gateway from intra-AS routing protocol.</a:t>
          </a:r>
        </a:p>
      </dsp:txBody>
      <dsp:txXfrm>
        <a:off x="1128906" y="2808050"/>
        <a:ext cx="5209024" cy="1104739"/>
      </dsp:txXfrm>
    </dsp:sp>
    <dsp:sp modelId="{BC070DB0-64F7-4F80-8924-658931E8899E}">
      <dsp:nvSpPr>
        <dsp:cNvPr id="0" name=""/>
        <dsp:cNvSpPr/>
      </dsp:nvSpPr>
      <dsp:spPr>
        <a:xfrm>
          <a:off x="1645920" y="4160520"/>
          <a:ext cx="6583680" cy="117347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NZ" sz="2000" kern="1200" dirty="0">
              <a:solidFill>
                <a:schemeClr val="tx1"/>
              </a:solidFill>
            </a:rPr>
            <a:t>Determine from </a:t>
          </a:r>
          <a:r>
            <a:rPr lang="en-NZ" sz="2000" b="1" kern="1200" dirty="0">
              <a:solidFill>
                <a:schemeClr val="tx1"/>
              </a:solidFill>
            </a:rPr>
            <a:t>intra-AS routing protocol </a:t>
          </a:r>
          <a:r>
            <a:rPr lang="en-NZ" sz="2000" kern="1200" dirty="0">
              <a:solidFill>
                <a:schemeClr val="tx1"/>
              </a:solidFill>
            </a:rPr>
            <a:t>the </a:t>
          </a:r>
          <a:r>
            <a:rPr lang="en-NZ" sz="2000" b="1" kern="1200" dirty="0">
              <a:solidFill>
                <a:schemeClr val="tx1"/>
              </a:solidFill>
            </a:rPr>
            <a:t>router interface </a:t>
          </a:r>
          <a:r>
            <a:rPr lang="en-NZ" sz="2000" kern="1200" dirty="0">
              <a:solidFill>
                <a:schemeClr val="tx1"/>
              </a:solidFill>
            </a:rPr>
            <a:t>I that leads to least-cost gateway. Enter (</a:t>
          </a:r>
          <a:r>
            <a:rPr lang="en-NZ" sz="2000" kern="1200" dirty="0" err="1">
              <a:solidFill>
                <a:schemeClr val="tx1"/>
              </a:solidFill>
            </a:rPr>
            <a:t>x,I</a:t>
          </a:r>
          <a:r>
            <a:rPr lang="en-NZ" sz="2000" kern="1200" dirty="0">
              <a:solidFill>
                <a:schemeClr val="tx1"/>
              </a:solidFill>
            </a:rPr>
            <a:t>) in forwarding table.</a:t>
          </a:r>
        </a:p>
      </dsp:txBody>
      <dsp:txXfrm>
        <a:off x="1680290" y="4194890"/>
        <a:ext cx="5200794" cy="1104739"/>
      </dsp:txXfrm>
    </dsp:sp>
    <dsp:sp modelId="{6116102D-A502-4148-A207-C9D359C141BD}">
      <dsp:nvSpPr>
        <dsp:cNvPr id="0" name=""/>
        <dsp:cNvSpPr/>
      </dsp:nvSpPr>
      <dsp:spPr>
        <a:xfrm>
          <a:off x="5820917" y="898778"/>
          <a:ext cx="762762" cy="762762"/>
        </a:xfrm>
        <a:prstGeom prst="downArrow">
          <a:avLst>
            <a:gd name="adj1" fmla="val 55000"/>
            <a:gd name="adj2" fmla="val 45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9370" tIns="39370" rIns="39370" bIns="39370" numCol="1" spcCol="1270" anchor="ctr" anchorCtr="0">
          <a:noAutofit/>
        </a:bodyPr>
        <a:lstStyle/>
        <a:p>
          <a:pPr marL="0" lvl="0" indent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NZ" sz="3100" kern="1200"/>
        </a:p>
      </dsp:txBody>
      <dsp:txXfrm>
        <a:off x="5992538" y="898778"/>
        <a:ext cx="419520" cy="573978"/>
      </dsp:txXfrm>
    </dsp:sp>
    <dsp:sp modelId="{904C428A-4EDE-4326-AD6E-7000B7C3ECC5}">
      <dsp:nvSpPr>
        <dsp:cNvPr id="0" name=""/>
        <dsp:cNvSpPr/>
      </dsp:nvSpPr>
      <dsp:spPr>
        <a:xfrm>
          <a:off x="6372301" y="2285619"/>
          <a:ext cx="762762" cy="762762"/>
        </a:xfrm>
        <a:prstGeom prst="downArrow">
          <a:avLst>
            <a:gd name="adj1" fmla="val 55000"/>
            <a:gd name="adj2" fmla="val 45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9370" tIns="39370" rIns="39370" bIns="39370" numCol="1" spcCol="1270" anchor="ctr" anchorCtr="0">
          <a:noAutofit/>
        </a:bodyPr>
        <a:lstStyle/>
        <a:p>
          <a:pPr marL="0" lvl="0" indent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NZ" sz="3100" kern="1200"/>
        </a:p>
      </dsp:txBody>
      <dsp:txXfrm>
        <a:off x="6543922" y="2285619"/>
        <a:ext cx="419520" cy="573978"/>
      </dsp:txXfrm>
    </dsp:sp>
    <dsp:sp modelId="{5EE20228-4FE8-4A12-B158-25CF17F82F36}">
      <dsp:nvSpPr>
        <dsp:cNvPr id="0" name=""/>
        <dsp:cNvSpPr/>
      </dsp:nvSpPr>
      <dsp:spPr>
        <a:xfrm>
          <a:off x="6915454" y="3672458"/>
          <a:ext cx="762762" cy="762762"/>
        </a:xfrm>
        <a:prstGeom prst="downArrow">
          <a:avLst>
            <a:gd name="adj1" fmla="val 55000"/>
            <a:gd name="adj2" fmla="val 45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9370" tIns="39370" rIns="39370" bIns="39370" numCol="1" spcCol="1270" anchor="ctr" anchorCtr="0">
          <a:noAutofit/>
        </a:bodyPr>
        <a:lstStyle/>
        <a:p>
          <a:pPr marL="0" lvl="0" indent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NZ" sz="3100" kern="1200"/>
        </a:p>
      </dsp:txBody>
      <dsp:txXfrm>
        <a:off x="7087075" y="3672458"/>
        <a:ext cx="419520" cy="573978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A09B1A6-5AF2-4C4B-B96D-5C4045EBCF7E}">
      <dsp:nvSpPr>
        <dsp:cNvPr id="0" name=""/>
        <dsp:cNvSpPr/>
      </dsp:nvSpPr>
      <dsp:spPr>
        <a:xfrm>
          <a:off x="0" y="304800"/>
          <a:ext cx="8229600" cy="1023164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400" kern="1200" dirty="0">
              <a:solidFill>
                <a:srgbClr val="FF0000"/>
              </a:solidFill>
            </a:rPr>
            <a:t>The </a:t>
          </a:r>
          <a:r>
            <a:rPr lang="en-GB" sz="2400" i="1" kern="1200" dirty="0">
              <a:solidFill>
                <a:srgbClr val="FF0000"/>
              </a:solidFill>
            </a:rPr>
            <a:t>de facto</a:t>
          </a:r>
          <a:r>
            <a:rPr lang="en-GB" sz="2400" kern="1200" dirty="0">
              <a:solidFill>
                <a:srgbClr val="FF0000"/>
              </a:solidFill>
            </a:rPr>
            <a:t> exterior router protocol</a:t>
          </a:r>
          <a:r>
            <a:rPr lang="en-GB" sz="2400" kern="1200" dirty="0">
              <a:solidFill>
                <a:schemeClr val="tx1"/>
              </a:solidFill>
            </a:rPr>
            <a:t> for the Internet</a:t>
          </a:r>
          <a:endParaRPr lang="en-NZ" sz="2400" kern="1200" dirty="0">
            <a:solidFill>
              <a:schemeClr val="tx1"/>
            </a:solidFill>
          </a:endParaRPr>
        </a:p>
      </dsp:txBody>
      <dsp:txXfrm>
        <a:off x="49947" y="354747"/>
        <a:ext cx="8129706" cy="923270"/>
      </dsp:txXfrm>
    </dsp:sp>
    <dsp:sp modelId="{D26408A2-C999-426F-91BB-BF57EAB2F51F}">
      <dsp:nvSpPr>
        <dsp:cNvPr id="0" name=""/>
        <dsp:cNvSpPr/>
      </dsp:nvSpPr>
      <dsp:spPr>
        <a:xfrm>
          <a:off x="0" y="1523999"/>
          <a:ext cx="8229600" cy="1023164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400" kern="1200" dirty="0">
              <a:solidFill>
                <a:schemeClr val="tx1"/>
              </a:solidFill>
            </a:rPr>
            <a:t>Allow routers/gateways in </a:t>
          </a:r>
          <a:r>
            <a:rPr lang="en-GB" sz="2400" kern="1200" dirty="0">
              <a:solidFill>
                <a:srgbClr val="FF0000"/>
              </a:solidFill>
            </a:rPr>
            <a:t>different autonomous systems </a:t>
          </a:r>
          <a:r>
            <a:rPr lang="en-GB" sz="2400" kern="1200" dirty="0">
              <a:solidFill>
                <a:schemeClr val="tx1"/>
              </a:solidFill>
            </a:rPr>
            <a:t>(ASs) to cooperate in the exchange of routing information</a:t>
          </a:r>
          <a:endParaRPr lang="en-NZ" sz="2400" kern="1200" dirty="0">
            <a:solidFill>
              <a:schemeClr val="tx1"/>
            </a:solidFill>
          </a:endParaRPr>
        </a:p>
      </dsp:txBody>
      <dsp:txXfrm>
        <a:off x="49947" y="1573946"/>
        <a:ext cx="8129706" cy="923270"/>
      </dsp:txXfrm>
    </dsp:sp>
    <dsp:sp modelId="{6394EDD7-1CDD-4B47-AF18-DA5022C4CB41}">
      <dsp:nvSpPr>
        <dsp:cNvPr id="0" name=""/>
        <dsp:cNvSpPr/>
      </dsp:nvSpPr>
      <dsp:spPr>
        <a:xfrm>
          <a:off x="0" y="2786835"/>
          <a:ext cx="8229600" cy="1023164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400" kern="1200" dirty="0">
              <a:solidFill>
                <a:schemeClr val="tx1"/>
              </a:solidFill>
            </a:rPr>
            <a:t>Use a modified distance vector algorithm, referred to as a “Path Vector” algorithm</a:t>
          </a:r>
          <a:endParaRPr lang="en-NZ" sz="2400" kern="1200" dirty="0">
            <a:solidFill>
              <a:schemeClr val="tx1"/>
            </a:solidFill>
          </a:endParaRPr>
        </a:p>
      </dsp:txBody>
      <dsp:txXfrm>
        <a:off x="49947" y="2836782"/>
        <a:ext cx="8129706" cy="923270"/>
      </dsp:txXfrm>
    </dsp:sp>
    <dsp:sp modelId="{BBA20CBE-DF0C-41AD-A820-5ADA7E1DE7BE}">
      <dsp:nvSpPr>
        <dsp:cNvPr id="0" name=""/>
        <dsp:cNvSpPr/>
      </dsp:nvSpPr>
      <dsp:spPr>
        <a:xfrm>
          <a:off x="0" y="4006034"/>
          <a:ext cx="8229600" cy="1023164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400" kern="1200" dirty="0">
              <a:solidFill>
                <a:schemeClr val="tx1"/>
              </a:solidFill>
            </a:rPr>
            <a:t>The current version of BGP known as BGP-4 (RFC 4271)</a:t>
          </a:r>
          <a:endParaRPr lang="en-NZ" sz="2400" kern="1200" dirty="0">
            <a:solidFill>
              <a:schemeClr val="tx1"/>
            </a:solidFill>
          </a:endParaRPr>
        </a:p>
      </dsp:txBody>
      <dsp:txXfrm>
        <a:off x="49947" y="4055981"/>
        <a:ext cx="8129706" cy="92327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25DFFBF-27C2-4FE8-84F9-908B50B169D2}">
      <dsp:nvSpPr>
        <dsp:cNvPr id="0" name=""/>
        <dsp:cNvSpPr/>
      </dsp:nvSpPr>
      <dsp:spPr>
        <a:xfrm>
          <a:off x="0" y="117269"/>
          <a:ext cx="8229600" cy="11510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700" kern="1200" dirty="0">
              <a:solidFill>
                <a:schemeClr val="tx1"/>
              </a:solidFill>
            </a:rPr>
            <a:t>One of the oldest distance vector routing protocols</a:t>
          </a:r>
          <a:endParaRPr lang="en-NZ" sz="2700" kern="1200" dirty="0">
            <a:solidFill>
              <a:schemeClr val="tx1"/>
            </a:solidFill>
          </a:endParaRPr>
        </a:p>
      </dsp:txBody>
      <dsp:txXfrm>
        <a:off x="56190" y="173459"/>
        <a:ext cx="8117220" cy="1038680"/>
      </dsp:txXfrm>
    </dsp:sp>
    <dsp:sp modelId="{2CCF2E20-BABD-46DB-8801-11B3D2D53CB0}">
      <dsp:nvSpPr>
        <dsp:cNvPr id="0" name=""/>
        <dsp:cNvSpPr/>
      </dsp:nvSpPr>
      <dsp:spPr>
        <a:xfrm>
          <a:off x="0" y="1346090"/>
          <a:ext cx="8229600" cy="11510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700" kern="1200" dirty="0">
              <a:solidFill>
                <a:schemeClr val="tx1"/>
              </a:solidFill>
            </a:rPr>
            <a:t>Based on the Bellman-Ford algorithm</a:t>
          </a:r>
          <a:endParaRPr lang="en-NZ" sz="2700" kern="1200" dirty="0">
            <a:solidFill>
              <a:schemeClr val="tx1"/>
            </a:solidFill>
          </a:endParaRPr>
        </a:p>
      </dsp:txBody>
      <dsp:txXfrm>
        <a:off x="56190" y="1402280"/>
        <a:ext cx="8117220" cy="1038680"/>
      </dsp:txXfrm>
    </dsp:sp>
    <dsp:sp modelId="{BAE4E10C-7C69-45C2-8704-A3BD4A782059}">
      <dsp:nvSpPr>
        <dsp:cNvPr id="0" name=""/>
        <dsp:cNvSpPr/>
      </dsp:nvSpPr>
      <dsp:spPr>
        <a:xfrm>
          <a:off x="0" y="2574910"/>
          <a:ext cx="8229600" cy="11510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700" kern="1200" dirty="0">
              <a:solidFill>
                <a:schemeClr val="tx1"/>
              </a:solidFill>
            </a:rPr>
            <a:t>Use </a:t>
          </a:r>
          <a:r>
            <a:rPr lang="en-GB" sz="2700" kern="1200" dirty="0">
              <a:solidFill>
                <a:srgbClr val="FF0000"/>
              </a:solidFill>
            </a:rPr>
            <a:t>the hop count </a:t>
          </a:r>
          <a:r>
            <a:rPr lang="en-GB" sz="2700" kern="1200" dirty="0">
              <a:solidFill>
                <a:schemeClr val="tx1"/>
              </a:solidFill>
            </a:rPr>
            <a:t>as the </a:t>
          </a:r>
          <a:r>
            <a:rPr lang="en-US" sz="2700" kern="1200" dirty="0">
              <a:solidFill>
                <a:schemeClr val="tx1"/>
              </a:solidFill>
            </a:rPr>
            <a:t>distance metric</a:t>
          </a:r>
          <a:endParaRPr lang="en-NZ" sz="2700" kern="1200" dirty="0">
            <a:solidFill>
              <a:schemeClr val="tx1"/>
            </a:solidFill>
          </a:endParaRPr>
        </a:p>
      </dsp:txBody>
      <dsp:txXfrm>
        <a:off x="56190" y="2631100"/>
        <a:ext cx="8117220" cy="1038680"/>
      </dsp:txXfrm>
    </dsp:sp>
    <dsp:sp modelId="{7D0E92BE-86D5-4F12-A57F-BE18610A234D}">
      <dsp:nvSpPr>
        <dsp:cNvPr id="0" name=""/>
        <dsp:cNvSpPr/>
      </dsp:nvSpPr>
      <dsp:spPr>
        <a:xfrm>
          <a:off x="0" y="3803731"/>
          <a:ext cx="8229600" cy="11510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700" kern="1200" dirty="0">
              <a:solidFill>
                <a:schemeClr val="tx1"/>
              </a:solidFill>
            </a:rPr>
            <a:t>The current version of RIP known as RIP version 2 (RFC 2453)</a:t>
          </a:r>
          <a:endParaRPr lang="en-NZ" sz="2700" kern="1200" dirty="0">
            <a:solidFill>
              <a:schemeClr val="tx1"/>
            </a:solidFill>
          </a:endParaRPr>
        </a:p>
      </dsp:txBody>
      <dsp:txXfrm>
        <a:off x="56190" y="3859921"/>
        <a:ext cx="8117220" cy="1038680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A7C1D29-C4B8-488F-AB0F-A015260E2B68}">
      <dsp:nvSpPr>
        <dsp:cNvPr id="0" name=""/>
        <dsp:cNvSpPr/>
      </dsp:nvSpPr>
      <dsp:spPr>
        <a:xfrm>
          <a:off x="4018" y="292996"/>
          <a:ext cx="2055390" cy="94916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84912" tIns="66040" rIns="184912" bIns="66040" numCol="1" spcCol="1270" anchor="ctr" anchorCtr="0">
          <a:noAutofit/>
        </a:bodyPr>
        <a:lstStyle/>
        <a:p>
          <a:pPr marL="0" lvl="0" indent="0" algn="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AU" sz="2600" kern="1200" dirty="0"/>
            <a:t>Count-to-16</a:t>
          </a:r>
        </a:p>
      </dsp:txBody>
      <dsp:txXfrm>
        <a:off x="4018" y="292996"/>
        <a:ext cx="2055390" cy="949162"/>
      </dsp:txXfrm>
    </dsp:sp>
    <dsp:sp modelId="{5D670BA6-A671-4A5F-B531-7277D5AAD58A}">
      <dsp:nvSpPr>
        <dsp:cNvPr id="0" name=""/>
        <dsp:cNvSpPr/>
      </dsp:nvSpPr>
      <dsp:spPr>
        <a:xfrm>
          <a:off x="2059409" y="26044"/>
          <a:ext cx="411078" cy="1483066"/>
        </a:xfrm>
        <a:prstGeom prst="leftBrace">
          <a:avLst>
            <a:gd name="adj1" fmla="val 35000"/>
            <a:gd name="adj2" fmla="val 50000"/>
          </a:avLst>
        </a:pr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1D27865-465B-4D6D-8CDA-25CE65CD1138}">
      <dsp:nvSpPr>
        <dsp:cNvPr id="0" name=""/>
        <dsp:cNvSpPr/>
      </dsp:nvSpPr>
      <dsp:spPr>
        <a:xfrm>
          <a:off x="2634918" y="26044"/>
          <a:ext cx="5590663" cy="148306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228600" lvl="1" indent="-228600" algn="l" defTabSz="11557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2600" kern="1200" dirty="0">
              <a:solidFill>
                <a:schemeClr val="tx1">
                  <a:lumMod val="75000"/>
                  <a:lumOff val="25000"/>
                </a:schemeClr>
              </a:solidFill>
            </a:rPr>
            <a:t>Maximum number of hops bounded to 15</a:t>
          </a:r>
          <a:endParaRPr lang="en-AU" sz="2600" kern="1200" dirty="0">
            <a:solidFill>
              <a:schemeClr val="tx1">
                <a:lumMod val="75000"/>
                <a:lumOff val="25000"/>
              </a:schemeClr>
            </a:solidFill>
          </a:endParaRPr>
        </a:p>
        <a:p>
          <a:pPr marL="228600" lvl="1" indent="-228600" algn="l" defTabSz="11557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AU" sz="2600" kern="1200" dirty="0">
              <a:solidFill>
                <a:schemeClr val="tx1">
                  <a:lumMod val="75000"/>
                  <a:lumOff val="25000"/>
                </a:schemeClr>
              </a:solidFill>
            </a:rPr>
            <a:t>A metric of infinity is set to 16</a:t>
          </a:r>
        </a:p>
      </dsp:txBody>
      <dsp:txXfrm>
        <a:off x="2634918" y="26044"/>
        <a:ext cx="5590663" cy="1483066"/>
      </dsp:txXfrm>
    </dsp:sp>
    <dsp:sp modelId="{BF557F43-2B24-4BA2-B3A2-383D38A7EE95}">
      <dsp:nvSpPr>
        <dsp:cNvPr id="0" name=""/>
        <dsp:cNvSpPr/>
      </dsp:nvSpPr>
      <dsp:spPr>
        <a:xfrm>
          <a:off x="4018" y="1840001"/>
          <a:ext cx="2055390" cy="94916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84912" tIns="66040" rIns="184912" bIns="66040" numCol="1" spcCol="1270" anchor="ctr" anchorCtr="0">
          <a:noAutofit/>
        </a:bodyPr>
        <a:lstStyle/>
        <a:p>
          <a:pPr marL="0" lvl="0" indent="0" algn="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600" kern="1200"/>
            <a:t>Split horizon</a:t>
          </a:r>
          <a:endParaRPr lang="en-AU" sz="2600" kern="1200"/>
        </a:p>
      </dsp:txBody>
      <dsp:txXfrm>
        <a:off x="4018" y="1840001"/>
        <a:ext cx="2055390" cy="949162"/>
      </dsp:txXfrm>
    </dsp:sp>
    <dsp:sp modelId="{7257903C-5C4B-4380-8A35-DF8F02C176E2}">
      <dsp:nvSpPr>
        <dsp:cNvPr id="0" name=""/>
        <dsp:cNvSpPr/>
      </dsp:nvSpPr>
      <dsp:spPr>
        <a:xfrm>
          <a:off x="2059409" y="1602711"/>
          <a:ext cx="411078" cy="1423743"/>
        </a:xfrm>
        <a:prstGeom prst="leftBrace">
          <a:avLst>
            <a:gd name="adj1" fmla="val 35000"/>
            <a:gd name="adj2" fmla="val 50000"/>
          </a:avLst>
        </a:pr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DC35ABD-E9DD-4B15-90B0-8C31F8A0DC29}">
      <dsp:nvSpPr>
        <dsp:cNvPr id="0" name=""/>
        <dsp:cNvSpPr/>
      </dsp:nvSpPr>
      <dsp:spPr>
        <a:xfrm>
          <a:off x="2634918" y="1602711"/>
          <a:ext cx="5590663" cy="142374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228600" lvl="1" indent="-228600" algn="l" defTabSz="11557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2600" kern="1200" dirty="0">
              <a:solidFill>
                <a:schemeClr val="tx1">
                  <a:lumMod val="75000"/>
                  <a:lumOff val="25000"/>
                </a:schemeClr>
              </a:solidFill>
            </a:rPr>
            <a:t>Don’t send a neighbour the routing information learned from this neighbour </a:t>
          </a:r>
          <a:r>
            <a:rPr lang="en-US" sz="2600" kern="1200" dirty="0">
              <a:solidFill>
                <a:schemeClr val="tx1">
                  <a:lumMod val="75000"/>
                  <a:lumOff val="25000"/>
                </a:schemeClr>
              </a:solidFill>
            </a:rPr>
            <a:t>​</a:t>
          </a:r>
          <a:endParaRPr lang="en-AU" sz="2600" kern="1200" dirty="0">
            <a:solidFill>
              <a:schemeClr val="tx1">
                <a:lumMod val="75000"/>
                <a:lumOff val="25000"/>
              </a:schemeClr>
            </a:solidFill>
          </a:endParaRPr>
        </a:p>
      </dsp:txBody>
      <dsp:txXfrm>
        <a:off x="2634918" y="1602711"/>
        <a:ext cx="5590663" cy="1423743"/>
      </dsp:txXfrm>
    </dsp:sp>
    <dsp:sp modelId="{666190DD-4FEF-46FC-8FAD-138200460753}">
      <dsp:nvSpPr>
        <dsp:cNvPr id="0" name=""/>
        <dsp:cNvSpPr/>
      </dsp:nvSpPr>
      <dsp:spPr>
        <a:xfrm>
          <a:off x="4018" y="3120055"/>
          <a:ext cx="2055390" cy="21879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84912" tIns="66040" rIns="184912" bIns="66040" numCol="1" spcCol="1270" anchor="ctr" anchorCtr="0">
          <a:noAutofit/>
        </a:bodyPr>
        <a:lstStyle/>
        <a:p>
          <a:pPr marL="0" lvl="0" indent="0" algn="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600" kern="1200"/>
            <a:t>Split horizon with poison reverse</a:t>
          </a:r>
          <a:endParaRPr lang="en-AU" sz="2600" kern="1200"/>
        </a:p>
      </dsp:txBody>
      <dsp:txXfrm>
        <a:off x="4018" y="3120055"/>
        <a:ext cx="2055390" cy="2187900"/>
      </dsp:txXfrm>
    </dsp:sp>
    <dsp:sp modelId="{5257144C-17E4-48C8-BC15-A7FE4C450CE8}">
      <dsp:nvSpPr>
        <dsp:cNvPr id="0" name=""/>
        <dsp:cNvSpPr/>
      </dsp:nvSpPr>
      <dsp:spPr>
        <a:xfrm>
          <a:off x="2059409" y="3120055"/>
          <a:ext cx="411078" cy="2187900"/>
        </a:xfrm>
        <a:prstGeom prst="leftBrace">
          <a:avLst>
            <a:gd name="adj1" fmla="val 35000"/>
            <a:gd name="adj2" fmla="val 50000"/>
          </a:avLst>
        </a:pr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347F533-658B-46C8-87F5-20A2BF3BA148}">
      <dsp:nvSpPr>
        <dsp:cNvPr id="0" name=""/>
        <dsp:cNvSpPr/>
      </dsp:nvSpPr>
      <dsp:spPr>
        <a:xfrm>
          <a:off x="2634918" y="3120055"/>
          <a:ext cx="5590663" cy="218790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228600" lvl="1" indent="-228600" algn="l" defTabSz="11557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2600" kern="1200" dirty="0">
              <a:solidFill>
                <a:schemeClr val="tx1">
                  <a:lumMod val="75000"/>
                  <a:lumOff val="25000"/>
                </a:schemeClr>
              </a:solidFill>
            </a:rPr>
            <a:t>Send the routing information learned from this neighbour but set their metrics to infinity</a:t>
          </a:r>
          <a:r>
            <a:rPr lang="en-AU" sz="2600" kern="1200" dirty="0">
              <a:solidFill>
                <a:schemeClr val="tx1">
                  <a:lumMod val="75000"/>
                  <a:lumOff val="25000"/>
                </a:schemeClr>
              </a:solidFill>
            </a:rPr>
            <a:t>​</a:t>
          </a:r>
        </a:p>
      </dsp:txBody>
      <dsp:txXfrm>
        <a:off x="2634918" y="3120055"/>
        <a:ext cx="5590663" cy="2187900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6A45D6C-A08A-4D75-B6F5-C283E3B91B41}">
      <dsp:nvSpPr>
        <dsp:cNvPr id="0" name=""/>
        <dsp:cNvSpPr/>
      </dsp:nvSpPr>
      <dsp:spPr>
        <a:xfrm>
          <a:off x="0" y="44355"/>
          <a:ext cx="8229600" cy="1193692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 dirty="0">
              <a:solidFill>
                <a:schemeClr val="tx1"/>
              </a:solidFill>
            </a:rPr>
            <a:t>Open: </a:t>
          </a:r>
          <a:r>
            <a:rPr lang="en-GB" sz="2800" kern="1200" dirty="0">
              <a:solidFill>
                <a:schemeClr val="tx1"/>
              </a:solidFill>
            </a:rPr>
            <a:t>published in the open literature</a:t>
          </a:r>
          <a:endParaRPr lang="en-NZ" sz="2800" kern="1200" dirty="0">
            <a:solidFill>
              <a:schemeClr val="tx1"/>
            </a:solidFill>
          </a:endParaRPr>
        </a:p>
      </dsp:txBody>
      <dsp:txXfrm>
        <a:off x="58271" y="102626"/>
        <a:ext cx="8113058" cy="1077150"/>
      </dsp:txXfrm>
    </dsp:sp>
    <dsp:sp modelId="{70712A73-5F97-46D8-80DB-5002EBE58260}">
      <dsp:nvSpPr>
        <dsp:cNvPr id="0" name=""/>
        <dsp:cNvSpPr/>
      </dsp:nvSpPr>
      <dsp:spPr>
        <a:xfrm>
          <a:off x="0" y="1318687"/>
          <a:ext cx="8229600" cy="1193692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 dirty="0">
              <a:solidFill>
                <a:schemeClr val="tx1"/>
              </a:solidFill>
            </a:rPr>
            <a:t>Use the </a:t>
          </a:r>
          <a:r>
            <a:rPr lang="en-US" sz="2800" kern="1200" dirty="0">
              <a:solidFill>
                <a:srgbClr val="FF0000"/>
              </a:solidFill>
            </a:rPr>
            <a:t>link-state routing </a:t>
          </a:r>
          <a:r>
            <a:rPr lang="en-US" sz="2800" kern="1200" dirty="0">
              <a:solidFill>
                <a:schemeClr val="tx1"/>
              </a:solidFill>
            </a:rPr>
            <a:t>algorithm </a:t>
          </a:r>
          <a:endParaRPr lang="en-NZ" sz="2800" kern="1200" dirty="0">
            <a:solidFill>
              <a:schemeClr val="tx1"/>
            </a:solidFill>
          </a:endParaRPr>
        </a:p>
      </dsp:txBody>
      <dsp:txXfrm>
        <a:off x="58271" y="1376958"/>
        <a:ext cx="8113058" cy="1077150"/>
      </dsp:txXfrm>
    </dsp:sp>
    <dsp:sp modelId="{1412F5C5-F182-48CD-AF41-1C676E9AD2B6}">
      <dsp:nvSpPr>
        <dsp:cNvPr id="0" name=""/>
        <dsp:cNvSpPr/>
      </dsp:nvSpPr>
      <dsp:spPr>
        <a:xfrm>
          <a:off x="0" y="2593020"/>
          <a:ext cx="8229600" cy="1193692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NZ" sz="2800" kern="1200" dirty="0">
              <a:solidFill>
                <a:schemeClr val="tx1"/>
              </a:solidFill>
            </a:rPr>
            <a:t>Advertisements disseminated to the entire AS (via broadcasting)​ and carried directly by IP</a:t>
          </a:r>
        </a:p>
      </dsp:txBody>
      <dsp:txXfrm>
        <a:off x="58271" y="2651291"/>
        <a:ext cx="8113058" cy="1077150"/>
      </dsp:txXfrm>
    </dsp:sp>
    <dsp:sp modelId="{892D73D1-4850-430A-8053-6B374DE5C8E5}">
      <dsp:nvSpPr>
        <dsp:cNvPr id="0" name=""/>
        <dsp:cNvSpPr/>
      </dsp:nvSpPr>
      <dsp:spPr>
        <a:xfrm>
          <a:off x="0" y="3867352"/>
          <a:ext cx="8229600" cy="1193692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800" kern="1200" dirty="0">
              <a:solidFill>
                <a:schemeClr val="tx1"/>
              </a:solidFill>
            </a:rPr>
            <a:t>The current version of OSPF known as OSPF version 2 (RFC 2328)</a:t>
          </a:r>
          <a:endParaRPr lang="en-NZ" sz="2800" kern="1200" dirty="0">
            <a:solidFill>
              <a:schemeClr val="tx1"/>
            </a:solidFill>
          </a:endParaRPr>
        </a:p>
      </dsp:txBody>
      <dsp:txXfrm>
        <a:off x="58271" y="3925623"/>
        <a:ext cx="8113058" cy="1077150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6C77A6D-EC82-4B53-B566-9B83A311F2C7}">
      <dsp:nvSpPr>
        <dsp:cNvPr id="0" name=""/>
        <dsp:cNvSpPr/>
      </dsp:nvSpPr>
      <dsp:spPr>
        <a:xfrm>
          <a:off x="0" y="99492"/>
          <a:ext cx="8229600" cy="6692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 dirty="0">
              <a:solidFill>
                <a:schemeClr val="tx2">
                  <a:lumMod val="85000"/>
                  <a:lumOff val="15000"/>
                </a:schemeClr>
              </a:solidFill>
            </a:rPr>
            <a:t>Security</a:t>
          </a:r>
          <a:endParaRPr lang="en-AU" sz="2600" kern="1200" dirty="0">
            <a:solidFill>
              <a:schemeClr val="tx2">
                <a:lumMod val="85000"/>
                <a:lumOff val="15000"/>
              </a:schemeClr>
            </a:solidFill>
          </a:endParaRPr>
        </a:p>
      </dsp:txBody>
      <dsp:txXfrm>
        <a:off x="32670" y="132162"/>
        <a:ext cx="8164260" cy="603900"/>
      </dsp:txXfrm>
    </dsp:sp>
    <dsp:sp modelId="{E4E968B8-95BF-41A1-BBC3-F670048A9C26}">
      <dsp:nvSpPr>
        <dsp:cNvPr id="0" name=""/>
        <dsp:cNvSpPr/>
      </dsp:nvSpPr>
      <dsp:spPr>
        <a:xfrm>
          <a:off x="0" y="768732"/>
          <a:ext cx="8229600" cy="43056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1290" tIns="33020" rIns="184912" bIns="33020" numCol="1" spcCol="1270" anchor="t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GB" sz="2000" kern="1200" dirty="0"/>
            <a:t>All OSPF protocol exchanges are </a:t>
          </a:r>
          <a:r>
            <a:rPr lang="en-GB" sz="2000" kern="1200" dirty="0">
              <a:solidFill>
                <a:srgbClr val="FF0000"/>
              </a:solidFill>
            </a:rPr>
            <a:t>authenticated</a:t>
          </a:r>
          <a:r>
            <a:rPr lang="en-GB" sz="2000" kern="1200" dirty="0"/>
            <a:t>. </a:t>
          </a:r>
          <a:endParaRPr lang="en-AU" sz="2000" kern="1200" dirty="0"/>
        </a:p>
      </dsp:txBody>
      <dsp:txXfrm>
        <a:off x="0" y="768732"/>
        <a:ext cx="8229600" cy="430560"/>
      </dsp:txXfrm>
    </dsp:sp>
    <dsp:sp modelId="{D49005EB-E747-4AF4-BE7A-CA1A0A4D1B1F}">
      <dsp:nvSpPr>
        <dsp:cNvPr id="0" name=""/>
        <dsp:cNvSpPr/>
      </dsp:nvSpPr>
      <dsp:spPr>
        <a:xfrm>
          <a:off x="0" y="1199292"/>
          <a:ext cx="8229600" cy="6692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 dirty="0">
              <a:solidFill>
                <a:schemeClr val="tx2">
                  <a:lumMod val="85000"/>
                  <a:lumOff val="15000"/>
                </a:schemeClr>
              </a:solidFill>
            </a:rPr>
            <a:t>Equal-cost multipath (ECMP)</a:t>
          </a:r>
          <a:endParaRPr lang="en-AU" sz="2600" kern="1200" dirty="0">
            <a:solidFill>
              <a:schemeClr val="tx2">
                <a:lumMod val="85000"/>
                <a:lumOff val="15000"/>
              </a:schemeClr>
            </a:solidFill>
          </a:endParaRPr>
        </a:p>
      </dsp:txBody>
      <dsp:txXfrm>
        <a:off x="32670" y="1231962"/>
        <a:ext cx="8164260" cy="603900"/>
      </dsp:txXfrm>
    </dsp:sp>
    <dsp:sp modelId="{FCC62AC9-F04B-4317-B8EF-E8C4860A8FAD}">
      <dsp:nvSpPr>
        <dsp:cNvPr id="0" name=""/>
        <dsp:cNvSpPr/>
      </dsp:nvSpPr>
      <dsp:spPr>
        <a:xfrm>
          <a:off x="0" y="1868532"/>
          <a:ext cx="8229600" cy="68620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1290" tIns="33020" rIns="184912" bIns="33020" numCol="1" spcCol="1270" anchor="t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GB" sz="2000" kern="1200" dirty="0"/>
            <a:t>OSPF remembers the set of shortest paths and splits the traffic across them during packet forwarding to </a:t>
          </a:r>
          <a:r>
            <a:rPr lang="en-GB" sz="2000" kern="1200" dirty="0">
              <a:solidFill>
                <a:srgbClr val="FF0000"/>
              </a:solidFill>
            </a:rPr>
            <a:t>balance load</a:t>
          </a:r>
          <a:r>
            <a:rPr lang="en-GB" sz="2000" kern="1200" dirty="0"/>
            <a:t>.</a:t>
          </a:r>
          <a:r>
            <a:rPr lang="en-US" sz="2000" kern="1200" dirty="0"/>
            <a:t> </a:t>
          </a:r>
          <a:endParaRPr lang="en-AU" sz="2000" kern="1200" dirty="0"/>
        </a:p>
      </dsp:txBody>
      <dsp:txXfrm>
        <a:off x="0" y="1868532"/>
        <a:ext cx="8229600" cy="686205"/>
      </dsp:txXfrm>
    </dsp:sp>
    <dsp:sp modelId="{E854F45D-34AF-4268-9FBD-CB2AD7401C2E}">
      <dsp:nvSpPr>
        <dsp:cNvPr id="0" name=""/>
        <dsp:cNvSpPr/>
      </dsp:nvSpPr>
      <dsp:spPr>
        <a:xfrm>
          <a:off x="0" y="2554737"/>
          <a:ext cx="8229600" cy="6692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 dirty="0">
              <a:solidFill>
                <a:schemeClr val="tx2">
                  <a:lumMod val="85000"/>
                  <a:lumOff val="15000"/>
                </a:schemeClr>
              </a:solidFill>
            </a:rPr>
            <a:t>Traffic engineering</a:t>
          </a:r>
          <a:endParaRPr lang="en-AU" sz="2600" kern="1200" dirty="0">
            <a:solidFill>
              <a:schemeClr val="tx2">
                <a:lumMod val="85000"/>
                <a:lumOff val="15000"/>
              </a:schemeClr>
            </a:solidFill>
          </a:endParaRPr>
        </a:p>
      </dsp:txBody>
      <dsp:txXfrm>
        <a:off x="32670" y="2587407"/>
        <a:ext cx="8164260" cy="603900"/>
      </dsp:txXfrm>
    </dsp:sp>
    <dsp:sp modelId="{5CA2DB86-2826-47DE-ADF9-C6E5AC6F4168}">
      <dsp:nvSpPr>
        <dsp:cNvPr id="0" name=""/>
        <dsp:cNvSpPr/>
      </dsp:nvSpPr>
      <dsp:spPr>
        <a:xfrm>
          <a:off x="0" y="3223977"/>
          <a:ext cx="8229600" cy="68620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1290" tIns="33020" rIns="184912" bIns="33020" numCol="1" spcCol="1270" anchor="t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GB" sz="2000" kern="1200" dirty="0"/>
            <a:t>OSPF computes a route through the internet that incurs the least cost based on a </a:t>
          </a:r>
          <a:r>
            <a:rPr lang="en-GB" sz="2000" kern="1200" dirty="0">
              <a:solidFill>
                <a:srgbClr val="FF0000"/>
              </a:solidFill>
            </a:rPr>
            <a:t>user-configurable</a:t>
          </a:r>
          <a:r>
            <a:rPr lang="en-GB" sz="2000" kern="1200" dirty="0"/>
            <a:t> metric of cost.</a:t>
          </a:r>
          <a:endParaRPr lang="en-AU" sz="2000" kern="1200" dirty="0"/>
        </a:p>
      </dsp:txBody>
      <dsp:txXfrm>
        <a:off x="0" y="3223977"/>
        <a:ext cx="8229600" cy="686205"/>
      </dsp:txXfrm>
    </dsp:sp>
    <dsp:sp modelId="{42B028E1-2D25-4452-939F-5E838DEF6796}">
      <dsp:nvSpPr>
        <dsp:cNvPr id="0" name=""/>
        <dsp:cNvSpPr/>
      </dsp:nvSpPr>
      <dsp:spPr>
        <a:xfrm>
          <a:off x="0" y="3910182"/>
          <a:ext cx="8229600" cy="6692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 dirty="0">
              <a:solidFill>
                <a:schemeClr val="tx2">
                  <a:lumMod val="85000"/>
                  <a:lumOff val="15000"/>
                </a:schemeClr>
              </a:solidFill>
            </a:rPr>
            <a:t>Area routing</a:t>
          </a:r>
          <a:endParaRPr lang="en-AU" sz="2600" kern="1200" dirty="0">
            <a:solidFill>
              <a:schemeClr val="tx2">
                <a:lumMod val="85000"/>
                <a:lumOff val="15000"/>
              </a:schemeClr>
            </a:solidFill>
          </a:endParaRPr>
        </a:p>
      </dsp:txBody>
      <dsp:txXfrm>
        <a:off x="32670" y="3942852"/>
        <a:ext cx="8164260" cy="603900"/>
      </dsp:txXfrm>
    </dsp:sp>
    <dsp:sp modelId="{BF53E36E-A8B8-49E4-AB0E-E231484DECD4}">
      <dsp:nvSpPr>
        <dsp:cNvPr id="0" name=""/>
        <dsp:cNvSpPr/>
      </dsp:nvSpPr>
      <dsp:spPr>
        <a:xfrm>
          <a:off x="0" y="4579422"/>
          <a:ext cx="8229600" cy="43056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1290" tIns="33020" rIns="184912" bIns="33020" numCol="1" spcCol="1270" anchor="t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GB" sz="2000" kern="1200" dirty="0"/>
            <a:t>OSPF allows an AS to be divided into </a:t>
          </a:r>
          <a:r>
            <a:rPr lang="en-GB" sz="2000" kern="1200" dirty="0">
              <a:solidFill>
                <a:srgbClr val="FF0000"/>
              </a:solidFill>
            </a:rPr>
            <a:t>numbered areas</a:t>
          </a:r>
          <a:r>
            <a:rPr lang="en-GB" sz="2000" kern="1200" dirty="0"/>
            <a:t>.</a:t>
          </a:r>
          <a:endParaRPr lang="en-AU" sz="2000" kern="1200" dirty="0"/>
        </a:p>
      </dsp:txBody>
      <dsp:txXfrm>
        <a:off x="0" y="4579422"/>
        <a:ext cx="8229600" cy="430560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BC22C7D-9A9F-4392-992A-309723D6E850}">
      <dsp:nvSpPr>
        <dsp:cNvPr id="0" name=""/>
        <dsp:cNvSpPr/>
      </dsp:nvSpPr>
      <dsp:spPr>
        <a:xfrm>
          <a:off x="0" y="632"/>
          <a:ext cx="8229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72A7800-2E08-47CD-B40F-71904FD71545}">
      <dsp:nvSpPr>
        <dsp:cNvPr id="0" name=""/>
        <dsp:cNvSpPr/>
      </dsp:nvSpPr>
      <dsp:spPr>
        <a:xfrm>
          <a:off x="0" y="632"/>
          <a:ext cx="8229600" cy="103606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060" tIns="99060" rIns="99060" bIns="99060" numCol="1" spcCol="1270" anchor="t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 dirty="0"/>
            <a:t>NAT violates the architectural model of IP.</a:t>
          </a:r>
          <a:endParaRPr lang="en-NZ" sz="2600" kern="1200" dirty="0"/>
        </a:p>
      </dsp:txBody>
      <dsp:txXfrm>
        <a:off x="0" y="632"/>
        <a:ext cx="8229600" cy="1036066"/>
      </dsp:txXfrm>
    </dsp:sp>
    <dsp:sp modelId="{DAC918D3-8048-488F-8C75-9C12895D408E}">
      <dsp:nvSpPr>
        <dsp:cNvPr id="0" name=""/>
        <dsp:cNvSpPr/>
      </dsp:nvSpPr>
      <dsp:spPr>
        <a:xfrm>
          <a:off x="0" y="1036699"/>
          <a:ext cx="8229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BB98708-FD5E-4D7B-A879-6A8F99229D90}">
      <dsp:nvSpPr>
        <dsp:cNvPr id="0" name=""/>
        <dsp:cNvSpPr/>
      </dsp:nvSpPr>
      <dsp:spPr>
        <a:xfrm>
          <a:off x="0" y="1036699"/>
          <a:ext cx="8229600" cy="103606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060" tIns="99060" rIns="99060" bIns="99060" numCol="1" spcCol="1270" anchor="t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 dirty="0"/>
            <a:t>NAT breaks the end-to-end connectivity model of the Internet.</a:t>
          </a:r>
          <a:endParaRPr lang="en-NZ" sz="2600" kern="1200" dirty="0"/>
        </a:p>
      </dsp:txBody>
      <dsp:txXfrm>
        <a:off x="0" y="1036699"/>
        <a:ext cx="8229600" cy="1036066"/>
      </dsp:txXfrm>
    </dsp:sp>
    <dsp:sp modelId="{2F6813ED-9C12-48E9-965D-A9B97045B752}">
      <dsp:nvSpPr>
        <dsp:cNvPr id="0" name=""/>
        <dsp:cNvSpPr/>
      </dsp:nvSpPr>
      <dsp:spPr>
        <a:xfrm>
          <a:off x="0" y="2072766"/>
          <a:ext cx="8229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08F3080-3507-4186-81ED-C08EEDFD19CE}">
      <dsp:nvSpPr>
        <dsp:cNvPr id="0" name=""/>
        <dsp:cNvSpPr/>
      </dsp:nvSpPr>
      <dsp:spPr>
        <a:xfrm>
          <a:off x="0" y="2072766"/>
          <a:ext cx="8229600" cy="103606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060" tIns="99060" rIns="99060" bIns="99060" numCol="1" spcCol="1270" anchor="t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 dirty="0"/>
            <a:t>Some processes on the Internet are not required to use TCP or UDP.</a:t>
          </a:r>
          <a:endParaRPr lang="en-NZ" sz="2600" kern="1200" dirty="0"/>
        </a:p>
      </dsp:txBody>
      <dsp:txXfrm>
        <a:off x="0" y="2072766"/>
        <a:ext cx="8229600" cy="1036066"/>
      </dsp:txXfrm>
    </dsp:sp>
    <dsp:sp modelId="{421184D5-C853-40EB-B22E-B71996812BA2}">
      <dsp:nvSpPr>
        <dsp:cNvPr id="0" name=""/>
        <dsp:cNvSpPr/>
      </dsp:nvSpPr>
      <dsp:spPr>
        <a:xfrm>
          <a:off x="0" y="3108833"/>
          <a:ext cx="8229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EAD7891-6A51-4525-98D2-48339657F546}">
      <dsp:nvSpPr>
        <dsp:cNvPr id="0" name=""/>
        <dsp:cNvSpPr/>
      </dsp:nvSpPr>
      <dsp:spPr>
        <a:xfrm>
          <a:off x="0" y="3108833"/>
          <a:ext cx="8229600" cy="103606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060" tIns="99060" rIns="99060" bIns="99060" numCol="1" spcCol="1270" anchor="t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600" kern="1200" dirty="0"/>
            <a:t>NAT violates the most fundamental rule of protocol layering.</a:t>
          </a:r>
          <a:endParaRPr lang="en-NZ" sz="2600" kern="1200" dirty="0"/>
        </a:p>
      </dsp:txBody>
      <dsp:txXfrm>
        <a:off x="0" y="3108833"/>
        <a:ext cx="8229600" cy="1036066"/>
      </dsp:txXfrm>
    </dsp:sp>
    <dsp:sp modelId="{5B019FB1-0384-43FA-895A-61BEFC8863A5}">
      <dsp:nvSpPr>
        <dsp:cNvPr id="0" name=""/>
        <dsp:cNvSpPr/>
      </dsp:nvSpPr>
      <dsp:spPr>
        <a:xfrm>
          <a:off x="0" y="4144900"/>
          <a:ext cx="8229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1F7008E-A6D3-4241-8EA7-050F1FF37983}">
      <dsp:nvSpPr>
        <dsp:cNvPr id="0" name=""/>
        <dsp:cNvSpPr/>
      </dsp:nvSpPr>
      <dsp:spPr>
        <a:xfrm>
          <a:off x="0" y="4144900"/>
          <a:ext cx="8229600" cy="103606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060" tIns="99060" rIns="99060" bIns="99060" numCol="1" spcCol="1270" anchor="t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 dirty="0"/>
            <a:t>The port-number is a 16-bit field.</a:t>
          </a:r>
          <a:endParaRPr lang="en-NZ" sz="2600" kern="1200" dirty="0"/>
        </a:p>
      </dsp:txBody>
      <dsp:txXfrm>
        <a:off x="0" y="4144900"/>
        <a:ext cx="8229600" cy="103606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diagrams.loki3.com/BracketList">
  <dgm:title val="Vertical Bracket List"/>
  <dgm:desc val="Use to show grouped blocks of information.  Works well with large amounts of Level 2 text."/>
  <dgm:catLst>
    <dgm:cat type="list" pri="4110"/>
    <dgm:cat type="officeonline" pri="3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3" srcId="0" destId="1" srcOrd="0" destOrd="0"/>
        <dgm:cxn modelId="4" srcId="1" destId="11" srcOrd="0" destOrd="0"/>
        <dgm:cxn modelId="5" srcId="0" destId="2" srcOrd="0" destOrd="0"/>
        <dgm:cxn modelId="6" srcId="2" destId="21" srcOrd="0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V" refType="primFontSz" refFor="des" refForName="parTx" fact="0.1"/>
      <dgm:constr type="primFontSz" for="des" forName="parTx" val="65"/>
      <dgm:constr type="primFontSz" for="des" forName="desTx" refType="primFontSz" refFor="des" refForName="parTx"/>
      <dgm:constr type="h" for="des" forName="parTx" refType="primFontSz" refFor="des" refForName="parTx" fact="0.55"/>
      <dgm:constr type="h" for="des" forName="bracket" refType="primFontSz" refFor="des" refForName="parTx" fact="0.55"/>
      <dgm:constr type="h" for="des" forName="desTx" refType="primFontSz" refFor="des" refForName="parTx" fact="0.55"/>
    </dgm:constrLst>
    <dgm:ruleLst>
      <dgm:rule type="primFontSz" for="des" forName="parTx" val="5" fact="NaN" max="NaN"/>
    </dgm:ruleLst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Tx" refType="w" fact="0.25"/>
          <dgm:constr type="w" for="ch" forName="bracket" refType="w" fact="0.05"/>
          <dgm:constr type="w" for="ch" forName="spH" refType="w" fact="0.02"/>
          <dgm:constr type="w" for="ch" forName="desTx" refType="w" fact="0.68"/>
          <dgm:constr type="h" for="ch" forName="bracket" refType="h" refFor="ch" refForName="desTx" op="gte"/>
          <dgm:constr type="h" for="ch" forName="bracket" refType="h" refFor="ch" refForName="parTx" op="gte"/>
          <dgm:constr type="h" for="ch" forName="desTx" refType="h" refFor="ch" refForName="parTx" op="gte"/>
        </dgm:constrLst>
        <dgm:ruleLst/>
        <dgm:layoutNode name="parTx" styleLbl="revTx">
          <dgm:varLst>
            <dgm:chMax val="1"/>
            <dgm:bulletEnabled val="1"/>
          </dgm:varLst>
          <dgm:choose name="Name8">
            <dgm:if name="Name9" func="var" arg="dir" op="equ" val="norm">
              <dgm:alg type="tx">
                <dgm:param type="parTxLTRAlign" val="r"/>
              </dgm:alg>
            </dgm:if>
            <dgm:else name="Name10">
              <dgm:alg type="tx">
                <dgm:param type="parTxLTRAlign" val="l"/>
              </dgm:alg>
            </dgm:else>
          </dgm:choose>
          <dgm:shape xmlns:r="http://schemas.openxmlformats.org/officeDocument/2006/relationships" type="rect" r:blip="">
            <dgm:adjLst/>
          </dgm:shape>
          <dgm:presOf axis="self" ptType="node"/>
          <dgm:constrLst>
            <dgm:constr type="tMarg" refType="primFontSz" fact="0.2"/>
            <dgm:constr type="bMarg" refType="primFontSz" fact="0.2"/>
          </dgm:constrLst>
          <dgm:ruleLst>
            <dgm:rule type="h" val="INF" fact="NaN" max="NaN"/>
          </dgm:ruleLst>
        </dgm:layoutNode>
        <dgm:layoutNode name="bracket" styleLbl="parChTrans1D1">
          <dgm:alg type="sp"/>
          <dgm:choose name="Name11">
            <dgm:if name="Name12" func="var" arg="dir" op="equ" val="norm">
              <dgm:shape xmlns:r="http://schemas.openxmlformats.org/officeDocument/2006/relationships" type="leftBrace" r:blip="">
                <dgm:adjLst>
                  <dgm:adj idx="1" val="0.35"/>
                </dgm:adjLst>
              </dgm:shape>
            </dgm:if>
            <dgm:else name="Name13">
              <dgm:shape xmlns:r="http://schemas.openxmlformats.org/officeDocument/2006/relationships" rot="180" type="leftBrace" r:blip="">
                <dgm:adjLst>
                  <dgm:adj idx="1" val="0.35"/>
                </dgm:adjLst>
              </dgm:shape>
            </dgm:else>
          </dgm:choose>
          <dgm:presOf/>
        </dgm:layoutNode>
        <dgm:layoutNode name="spH">
          <dgm:alg type="sp"/>
        </dgm:layoutNode>
        <dgm:choose name="Name14">
          <dgm:if name="Name15" axis="ch" ptType="node" func="cnt" op="gte" val="1">
            <dgm:layoutNode name="desTx" styleLbl="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secFontSz" refType="primFontSz"/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h" val="INF" fact="NaN" max="NaN"/>
              </dgm:ruleLst>
            </dgm:layoutNode>
          </dgm:if>
          <dgm:else name="Name16"/>
        </dgm:choose>
      </dgm:layoutNode>
      <dgm:forEach name="Name17" axis="followSib" ptType="sibTrans" cnt="1">
        <dgm:layoutNode name="spV">
          <dgm:alg type="sp"/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1"/>
            <a:ext cx="4434999" cy="354965"/>
          </a:xfrm>
          <a:prstGeom prst="rect">
            <a:avLst/>
          </a:prstGeom>
        </p:spPr>
        <p:txBody>
          <a:bodyPr vert="horz" lIns="99048" tIns="49524" rIns="99048" bIns="49524" rtlCol="0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5797247" y="1"/>
            <a:ext cx="4434999" cy="354965"/>
          </a:xfrm>
          <a:prstGeom prst="rect">
            <a:avLst/>
          </a:prstGeom>
        </p:spPr>
        <p:txBody>
          <a:bodyPr vert="horz" lIns="99048" tIns="49524" rIns="99048" bIns="49524" rtlCol="0"/>
          <a:lstStyle>
            <a:lvl1pPr algn="r">
              <a:defRPr sz="1300"/>
            </a:lvl1pPr>
          </a:lstStyle>
          <a:p>
            <a:fld id="{9171B9FB-064D-4E1A-BDB0-8DB78ADBE212}" type="datetimeFigureOut">
              <a:rPr lang="en-US" smtClean="0"/>
              <a:pPr/>
              <a:t>9/18/25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1" y="6743104"/>
            <a:ext cx="4434999" cy="354965"/>
          </a:xfrm>
          <a:prstGeom prst="rect">
            <a:avLst/>
          </a:prstGeom>
        </p:spPr>
        <p:txBody>
          <a:bodyPr vert="horz" lIns="99048" tIns="49524" rIns="99048" bIns="49524" rtlCol="0" anchor="b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5797247" y="6743104"/>
            <a:ext cx="4434999" cy="354965"/>
          </a:xfrm>
          <a:prstGeom prst="rect">
            <a:avLst/>
          </a:prstGeom>
        </p:spPr>
        <p:txBody>
          <a:bodyPr vert="horz" lIns="99048" tIns="49524" rIns="99048" bIns="49524" rtlCol="0" anchor="b"/>
          <a:lstStyle>
            <a:lvl1pPr algn="r">
              <a:defRPr sz="1300"/>
            </a:lvl1pPr>
          </a:lstStyle>
          <a:p>
            <a:fld id="{7D18A78B-FBFA-426E-8172-10B041FD672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2049168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1" y="1"/>
            <a:ext cx="4434999" cy="3549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48" tIns="49524" rIns="99048" bIns="49524" numCol="1" anchor="t" anchorCtr="0" compatLnSpc="1">
            <a:prstTxWarp prst="textNoShape">
              <a:avLst/>
            </a:prstTxWarp>
          </a:bodyPr>
          <a:lstStyle>
            <a:lvl1pPr>
              <a:defRPr sz="13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765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5797247" y="1"/>
            <a:ext cx="4434999" cy="3549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48" tIns="49524" rIns="99048" bIns="49524" numCol="1" anchor="t" anchorCtr="0" compatLnSpc="1">
            <a:prstTxWarp prst="textNoShape">
              <a:avLst/>
            </a:prstTxWarp>
          </a:bodyPr>
          <a:lstStyle>
            <a:lvl1pPr algn="r">
              <a:defRPr sz="13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909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3341688" y="533400"/>
            <a:ext cx="3551237" cy="2662238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765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1023462" y="3372167"/>
            <a:ext cx="8187690" cy="319468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48" tIns="49524" rIns="99048" bIns="49524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2765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1" y="6743104"/>
            <a:ext cx="4434999" cy="3549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48" tIns="49524" rIns="99048" bIns="49524" numCol="1" anchor="b" anchorCtr="0" compatLnSpc="1">
            <a:prstTxWarp prst="textNoShape">
              <a:avLst/>
            </a:prstTxWarp>
          </a:bodyPr>
          <a:lstStyle>
            <a:lvl1pPr>
              <a:defRPr sz="13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765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5797247" y="6743104"/>
            <a:ext cx="4434999" cy="3549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48" tIns="49524" rIns="99048" bIns="49524" numCol="1" anchor="b" anchorCtr="0" compatLnSpc="1">
            <a:prstTxWarp prst="textNoShape">
              <a:avLst/>
            </a:prstTxWarp>
          </a:bodyPr>
          <a:lstStyle>
            <a:lvl1pPr algn="r">
              <a:defRPr sz="1300"/>
            </a:lvl1pPr>
          </a:lstStyle>
          <a:p>
            <a:pPr>
              <a:defRPr/>
            </a:pPr>
            <a:fld id="{CDD86EFA-503C-41EF-9C8B-1F7E04CC090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1835052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NZ" dirty="0"/>
          </a:p>
        </p:txBody>
      </p:sp>
    </p:spTree>
    <p:extLst>
      <p:ext uri="{BB962C8B-B14F-4D97-AF65-F5344CB8AC3E}">
        <p14:creationId xmlns:p14="http://schemas.microsoft.com/office/powerpoint/2010/main" val="77445801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NZ" dirty="0"/>
              <a:t>With the exponential growth of internet-connected devices, this pool of addresses has nearly been exhausted.</a:t>
            </a:r>
          </a:p>
          <a:p>
            <a:endParaRPr lang="en-NZ" dirty="0"/>
          </a:p>
          <a:p>
            <a:r>
              <a:rPr lang="en-NZ" dirty="0"/>
              <a:t>Two approaches to mitigate this problem</a:t>
            </a: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DD86EFA-503C-41EF-9C8B-1F7E04CC0902}" type="slidenum">
              <a:rPr lang="en-US" smtClean="0"/>
              <a:pPr>
                <a:defRPr/>
              </a:pPr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620767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GB" sz="1200" dirty="0"/>
              <a:t>A subnet is also called an IP network: </a:t>
            </a:r>
            <a:r>
              <a:rPr lang="en-GB" dirty="0"/>
              <a:t>a logically segmented portion of a larger network</a:t>
            </a:r>
          </a:p>
          <a:p>
            <a:endParaRPr lang="en-GB" dirty="0"/>
          </a:p>
          <a:p>
            <a:r>
              <a:rPr lang="en-GB" dirty="0"/>
              <a:t>IP addressing assigns an address to this subnet.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91466237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51968338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NZ" sz="1800" dirty="0"/>
              <a:t>For each AS, each router is either a </a:t>
            </a:r>
            <a:r>
              <a:rPr lang="en-NZ" sz="1800" b="1" dirty="0"/>
              <a:t>gateway</a:t>
            </a:r>
            <a:r>
              <a:rPr lang="en-NZ" sz="1800" dirty="0"/>
              <a:t> router or an </a:t>
            </a:r>
            <a:r>
              <a:rPr lang="en-NZ" sz="1800" b="1" dirty="0"/>
              <a:t>internal</a:t>
            </a:r>
            <a:r>
              <a:rPr lang="en-NZ" sz="1800" dirty="0"/>
              <a:t> router. </a:t>
            </a:r>
          </a:p>
          <a:p>
            <a:endParaRPr lang="en-NZ" sz="1800" dirty="0"/>
          </a:p>
          <a:p>
            <a:r>
              <a:rPr lang="en-NZ" sz="1800" dirty="0"/>
              <a:t>A </a:t>
            </a:r>
            <a:r>
              <a:rPr lang="en-NZ" sz="1800" b="1" dirty="0"/>
              <a:t>gateway router </a:t>
            </a:r>
            <a:r>
              <a:rPr lang="en-NZ" sz="1800" dirty="0"/>
              <a:t>is a router on the edge of an AS that directly connects to one or more routers in other ASs. </a:t>
            </a:r>
          </a:p>
          <a:p>
            <a:endParaRPr lang="en-NZ" sz="1800" dirty="0"/>
          </a:p>
          <a:p>
            <a:r>
              <a:rPr lang="en-NZ" sz="1800" dirty="0"/>
              <a:t>An </a:t>
            </a:r>
            <a:r>
              <a:rPr lang="en-NZ" sz="1800" b="1" dirty="0"/>
              <a:t>internal router </a:t>
            </a:r>
            <a:r>
              <a:rPr lang="en-NZ" sz="1800" dirty="0"/>
              <a:t>connects only to hosts and routers within its own AS.</a:t>
            </a:r>
          </a:p>
          <a:p>
            <a:pPr algn="l" rtl="0" fontAlgn="base">
              <a:buFont typeface="Arial" panose="020B0604020202020204" pitchFamily="34" charset="0"/>
              <a:buNone/>
            </a:pPr>
            <a:endParaRPr lang="en-US" sz="1800" b="0" i="0" u="none" strike="noStrike" dirty="0">
              <a:solidFill>
                <a:srgbClr val="000000"/>
              </a:solidFill>
              <a:effectLst/>
              <a:highlight>
                <a:srgbClr val="F5F5F5"/>
              </a:highlight>
              <a:latin typeface="Arial" panose="020B0604020202020204" pitchFamily="34" charset="0"/>
            </a:endParaRPr>
          </a:p>
          <a:p>
            <a:r>
              <a:rPr lang="en-US" altLang="en-US" sz="1800" dirty="0"/>
              <a:t>Routers within the same AS are under the same administrative control.</a:t>
            </a:r>
            <a:endParaRPr lang="en-US" sz="1800" b="0" i="0" u="none" strike="noStrike" dirty="0">
              <a:solidFill>
                <a:srgbClr val="000000"/>
              </a:solidFill>
              <a:effectLst/>
              <a:highlight>
                <a:srgbClr val="F5F5F5"/>
              </a:highlight>
              <a:latin typeface="Arial" panose="020B0604020202020204" pitchFamily="34" charset="0"/>
            </a:endParaRPr>
          </a:p>
          <a:p>
            <a:pPr algn="l" rtl="0" fontAlgn="base">
              <a:buFont typeface="Arial" panose="020B0604020202020204" pitchFamily="34" charset="0"/>
              <a:buNone/>
            </a:pPr>
            <a:endParaRPr lang="en-US" sz="1800" b="0" i="0" u="none" strike="noStrike" dirty="0">
              <a:solidFill>
                <a:srgbClr val="000000"/>
              </a:solidFill>
              <a:effectLst/>
              <a:highlight>
                <a:srgbClr val="F5F5F5"/>
              </a:highlight>
              <a:latin typeface="Arial" panose="020B0604020202020204" pitchFamily="34" charset="0"/>
            </a:endParaRPr>
          </a:p>
          <a:p>
            <a:pPr algn="l" rtl="0" fontAlgn="base">
              <a:buFont typeface="Arial" panose="020B0604020202020204" pitchFamily="34" charset="0"/>
              <a:buNone/>
            </a:pPr>
            <a:r>
              <a:rPr lang="en-US" sz="1800" b="0" i="0" u="none" strike="noStrike" dirty="0">
                <a:solidFill>
                  <a:srgbClr val="000000"/>
                </a:solidFill>
                <a:effectLst/>
                <a:highlight>
                  <a:srgbClr val="F5F5F5"/>
                </a:highlight>
                <a:latin typeface="Arial" panose="020B0604020202020204" pitchFamily="34" charset="0"/>
              </a:rPr>
              <a:t>Forwarding table is configured by both intra- and inter-AS routing algorithm</a:t>
            </a:r>
            <a:r>
              <a:rPr lang="en-US" sz="1800" b="0" i="0" dirty="0">
                <a:solidFill>
                  <a:srgbClr val="000000"/>
                </a:solidFill>
                <a:effectLst/>
                <a:highlight>
                  <a:srgbClr val="F5F5F5"/>
                </a:highlight>
                <a:latin typeface="Arial" panose="020B0604020202020204" pitchFamily="34" charset="0"/>
              </a:rPr>
              <a:t>​s.</a:t>
            </a:r>
            <a:endParaRPr lang="en-US" b="0" i="0" dirty="0">
              <a:solidFill>
                <a:srgbClr val="000000"/>
              </a:solidFill>
              <a:effectLst/>
              <a:highlight>
                <a:srgbClr val="F5F5F5"/>
              </a:highlight>
              <a:latin typeface="Arial" panose="020B0604020202020204" pitchFamily="34" charset="0"/>
            </a:endParaRPr>
          </a:p>
          <a:p>
            <a:pPr algn="l" rtl="0" fontAlgn="base">
              <a:buFont typeface="Arial" panose="020B0604020202020204" pitchFamily="34" charset="0"/>
              <a:buChar char="•"/>
            </a:pPr>
            <a:r>
              <a:rPr lang="en-US" sz="1800" b="0" i="0" u="none" strike="noStrike" dirty="0">
                <a:solidFill>
                  <a:srgbClr val="000000"/>
                </a:solidFill>
                <a:effectLst/>
                <a:highlight>
                  <a:srgbClr val="F5F5F5"/>
                </a:highlight>
                <a:latin typeface="Arial" panose="020B0604020202020204" pitchFamily="34" charset="0"/>
              </a:rPr>
              <a:t> Intra-AS sets entries for internal </a:t>
            </a:r>
            <a:r>
              <a:rPr lang="en-US" sz="1800" b="0" i="0" u="none" strike="noStrike" dirty="0" err="1">
                <a:solidFill>
                  <a:srgbClr val="000000"/>
                </a:solidFill>
                <a:effectLst/>
                <a:highlight>
                  <a:srgbClr val="F5F5F5"/>
                </a:highlight>
                <a:latin typeface="Arial" panose="020B0604020202020204" pitchFamily="34" charset="0"/>
              </a:rPr>
              <a:t>dests</a:t>
            </a:r>
            <a:r>
              <a:rPr lang="en-US" sz="1800" b="0" i="0" dirty="0">
                <a:solidFill>
                  <a:srgbClr val="000000"/>
                </a:solidFill>
                <a:effectLst/>
                <a:highlight>
                  <a:srgbClr val="F5F5F5"/>
                </a:highlight>
                <a:latin typeface="Arial" panose="020B0604020202020204" pitchFamily="34" charset="0"/>
              </a:rPr>
              <a:t>​</a:t>
            </a:r>
            <a:endParaRPr lang="en-US" b="0" i="0" dirty="0">
              <a:solidFill>
                <a:srgbClr val="000000"/>
              </a:solidFill>
              <a:effectLst/>
              <a:highlight>
                <a:srgbClr val="F5F5F5"/>
              </a:highlight>
              <a:latin typeface="Arial" panose="020B0604020202020204" pitchFamily="34" charset="0"/>
            </a:endParaRPr>
          </a:p>
          <a:p>
            <a:pPr algn="l" rtl="0" fontAlgn="base">
              <a:buFont typeface="Arial" panose="020B0604020202020204" pitchFamily="34" charset="0"/>
              <a:buChar char="•"/>
            </a:pPr>
            <a:r>
              <a:rPr lang="en-US" sz="1800" b="0" i="0" u="none" strike="noStrike" dirty="0">
                <a:solidFill>
                  <a:srgbClr val="000000"/>
                </a:solidFill>
                <a:effectLst/>
                <a:highlight>
                  <a:srgbClr val="F5F5F5"/>
                </a:highlight>
                <a:latin typeface="Arial" panose="020B0604020202020204" pitchFamily="34" charset="0"/>
              </a:rPr>
              <a:t> Inter-AS sets entries for external </a:t>
            </a:r>
            <a:r>
              <a:rPr lang="en-US" sz="1800" b="0" i="0" u="none" strike="noStrike" dirty="0" err="1">
                <a:solidFill>
                  <a:srgbClr val="000000"/>
                </a:solidFill>
                <a:effectLst/>
                <a:highlight>
                  <a:srgbClr val="F5F5F5"/>
                </a:highlight>
                <a:latin typeface="Arial" panose="020B0604020202020204" pitchFamily="34" charset="0"/>
              </a:rPr>
              <a:t>dests</a:t>
            </a:r>
            <a:r>
              <a:rPr lang="en-US" sz="1800" b="0" i="0" u="none" strike="noStrike" dirty="0">
                <a:solidFill>
                  <a:srgbClr val="000000"/>
                </a:solidFill>
                <a:effectLst/>
                <a:highlight>
                  <a:srgbClr val="F5F5F5"/>
                </a:highlight>
                <a:latin typeface="Arial" panose="020B0604020202020204" pitchFamily="34" charset="0"/>
              </a:rPr>
              <a:t> </a:t>
            </a:r>
            <a:r>
              <a:rPr lang="en-US" sz="1800" b="0" i="0" dirty="0">
                <a:solidFill>
                  <a:srgbClr val="000000"/>
                </a:solidFill>
                <a:effectLst/>
                <a:highlight>
                  <a:srgbClr val="F5F5F5"/>
                </a:highlight>
                <a:latin typeface="Arial" panose="020B0604020202020204" pitchFamily="34" charset="0"/>
              </a:rPr>
              <a:t>​</a:t>
            </a:r>
            <a:endParaRPr lang="en-US" b="0" i="0" dirty="0">
              <a:solidFill>
                <a:srgbClr val="000000"/>
              </a:solidFill>
              <a:effectLst/>
              <a:highlight>
                <a:srgbClr val="F5F5F5"/>
              </a:highlight>
              <a:latin typeface="Arial" panose="020B0604020202020204" pitchFamily="34" charset="0"/>
            </a:endParaRPr>
          </a:p>
          <a:p>
            <a:endParaRPr lang="en-NZ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NZ" dirty="0"/>
          </a:p>
          <a:p>
            <a:endParaRPr lang="en-NZ" dirty="0"/>
          </a:p>
        </p:txBody>
      </p:sp>
    </p:spTree>
    <p:extLst>
      <p:ext uri="{BB962C8B-B14F-4D97-AF65-F5344CB8AC3E}">
        <p14:creationId xmlns:p14="http://schemas.microsoft.com/office/powerpoint/2010/main" val="45843579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NZ" dirty="0"/>
              <a:t>Intra-AS algorithm:</a:t>
            </a:r>
            <a:r>
              <a:rPr lang="en-NZ" baseline="0" dirty="0"/>
              <a:t> h</a:t>
            </a:r>
            <a:r>
              <a:rPr lang="en-NZ" dirty="0"/>
              <a:t>elps to decide the least-cost path (from each internal router to the gateway router) inside AS.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NZ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NZ" dirty="0"/>
              <a:t>The gateway router forwards the packet on the one link that leads outside the AS.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NZ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NZ" dirty="0"/>
              <a:t>The AS on the other side of the link will then take over the routing of the packet to the destination.</a:t>
            </a:r>
          </a:p>
          <a:p>
            <a:endParaRPr lang="en-NZ" dirty="0"/>
          </a:p>
        </p:txBody>
      </p:sp>
    </p:spTree>
    <p:extLst>
      <p:ext uri="{BB962C8B-B14F-4D97-AF65-F5344CB8AC3E}">
        <p14:creationId xmlns:p14="http://schemas.microsoft.com/office/powerpoint/2010/main" val="238532414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NZ" dirty="0"/>
              <a:t>Two gateway routers in AS1</a:t>
            </a:r>
          </a:p>
          <a:p>
            <a:endParaRPr lang="en-NZ" dirty="0"/>
          </a:p>
          <a:p>
            <a:pPr marL="228600" indent="-228600">
              <a:buAutoNum type="arabicParenR"/>
            </a:pPr>
            <a:r>
              <a:rPr lang="en-NZ" dirty="0"/>
              <a:t>Which destinations are reachable via AS2 or AS3</a:t>
            </a:r>
          </a:p>
          <a:p>
            <a:pPr marL="0" indent="0">
              <a:buNone/>
            </a:pPr>
            <a:endParaRPr lang="en-NZ" dirty="0"/>
          </a:p>
        </p:txBody>
      </p:sp>
    </p:spTree>
    <p:extLst>
      <p:ext uri="{BB962C8B-B14F-4D97-AF65-F5344CB8AC3E}">
        <p14:creationId xmlns:p14="http://schemas.microsoft.com/office/powerpoint/2010/main" val="80545564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NZ" dirty="0"/>
              <a:t>AS1 learns from the inter-AS routing protocol that subnet x is reachable from AS3 and propagates this to all routers.</a:t>
            </a:r>
          </a:p>
          <a:p>
            <a:pPr marL="0" indent="0">
              <a:buNone/>
            </a:pPr>
            <a:endParaRPr lang="en-NZ" dirty="0"/>
          </a:p>
        </p:txBody>
      </p:sp>
    </p:spTree>
    <p:extLst>
      <p:ext uri="{BB962C8B-B14F-4D97-AF65-F5344CB8AC3E}">
        <p14:creationId xmlns:p14="http://schemas.microsoft.com/office/powerpoint/2010/main" val="4562794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NZ" dirty="0"/>
              <a:t>Hot-potato: get rid of the packet ASAP by having a router send the packet to the gateway router that has the smallest router-to-gateway cost among all gateways with a path to the destination.</a:t>
            </a:r>
          </a:p>
        </p:txBody>
      </p:sp>
    </p:spTree>
    <p:extLst>
      <p:ext uri="{BB962C8B-B14F-4D97-AF65-F5344CB8AC3E}">
        <p14:creationId xmlns:p14="http://schemas.microsoft.com/office/powerpoint/2010/main" val="145761137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NZ" dirty="0"/>
              <a:t>The gateway router that has the smallest router-to-gateway cost</a:t>
            </a:r>
          </a:p>
        </p:txBody>
      </p:sp>
    </p:spTree>
    <p:extLst>
      <p:ext uri="{BB962C8B-B14F-4D97-AF65-F5344CB8AC3E}">
        <p14:creationId xmlns:p14="http://schemas.microsoft.com/office/powerpoint/2010/main" val="354582496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0828976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NZ" dirty="0"/>
              <a:t>BGP4: de facto standard inter-AS routing protocol</a:t>
            </a:r>
          </a:p>
          <a:p>
            <a:endParaRPr lang="en-NZ" dirty="0"/>
          </a:p>
          <a:p>
            <a:r>
              <a:rPr lang="en-NZ" dirty="0"/>
              <a:t>This algorithm uses </a:t>
            </a:r>
            <a:r>
              <a:rPr lang="en-NZ" b="1" dirty="0"/>
              <a:t>path information</a:t>
            </a:r>
            <a:r>
              <a:rPr lang="en-NZ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90067824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NZ" dirty="0"/>
          </a:p>
        </p:txBody>
      </p:sp>
    </p:spTree>
    <p:extLst>
      <p:ext uri="{BB962C8B-B14F-4D97-AF65-F5344CB8AC3E}">
        <p14:creationId xmlns:p14="http://schemas.microsoft.com/office/powerpoint/2010/main" val="190067824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NZ" dirty="0"/>
              <a:t>A TCP connection is a reliable, connection-oriented communication channel between two devices over a network.</a:t>
            </a:r>
          </a:p>
          <a:p>
            <a:endParaRPr lang="en-NZ" dirty="0"/>
          </a:p>
          <a:p>
            <a:r>
              <a:rPr lang="en-NZ" dirty="0"/>
              <a:t>A BGP session that spans two ASs is called an external BGP (eBGP) session. </a:t>
            </a:r>
          </a:p>
          <a:p>
            <a:r>
              <a:rPr lang="en-NZ" dirty="0"/>
              <a:t>A BGP session between routers in the same AS is called an internal BGP (iBGP) session.</a:t>
            </a:r>
          </a:p>
        </p:txBody>
      </p:sp>
    </p:spTree>
    <p:extLst>
      <p:ext uri="{BB962C8B-B14F-4D97-AF65-F5344CB8AC3E}">
        <p14:creationId xmlns:p14="http://schemas.microsoft.com/office/powerpoint/2010/main" val="151242556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To acquire a neighbour, a router first opens a TCP connection to the neighbour router of interest.</a:t>
            </a:r>
          </a:p>
          <a:p>
            <a:endParaRPr lang="en-GB" dirty="0"/>
          </a:p>
          <a:p>
            <a:r>
              <a:rPr lang="en-GB" dirty="0"/>
              <a:t>Two routers send </a:t>
            </a:r>
            <a:r>
              <a:rPr lang="en-GB" b="1" dirty="0"/>
              <a:t>Open messages </a:t>
            </a:r>
            <a:r>
              <a:rPr lang="en-GB" dirty="0"/>
              <a:t>to each other after a TCP connection is established. </a:t>
            </a:r>
          </a:p>
          <a:p>
            <a:pPr marL="171450" indent="-171450">
              <a:buFontTx/>
              <a:buChar char="-"/>
            </a:pPr>
            <a:r>
              <a:rPr lang="en-GB" b="1" dirty="0"/>
              <a:t>Header</a:t>
            </a:r>
            <a:r>
              <a:rPr lang="en-GB" dirty="0"/>
              <a:t>: marker for compatibility, type, length, </a:t>
            </a:r>
          </a:p>
          <a:p>
            <a:pPr marL="171450" indent="-171450">
              <a:buFontTx/>
              <a:buChar char="-"/>
            </a:pPr>
            <a:r>
              <a:rPr lang="en-GB" b="1" dirty="0"/>
              <a:t>Data</a:t>
            </a:r>
            <a:r>
              <a:rPr lang="en-GB" dirty="0"/>
              <a:t>: AS of the router, BGP identifier</a:t>
            </a:r>
          </a:p>
          <a:p>
            <a:endParaRPr lang="en-GB" dirty="0"/>
          </a:p>
          <a:p>
            <a:r>
              <a:rPr lang="en-GB" dirty="0"/>
              <a:t>If each router accepts the request, it returns a </a:t>
            </a:r>
            <a:r>
              <a:rPr lang="en-GB" b="1" dirty="0"/>
              <a:t>Keepalive </a:t>
            </a:r>
            <a:r>
              <a:rPr lang="en-GB" dirty="0"/>
              <a:t>message in response.</a:t>
            </a:r>
          </a:p>
          <a:p>
            <a:r>
              <a:rPr lang="en-AU" dirty="0"/>
              <a:t>- Header</a:t>
            </a:r>
          </a:p>
        </p:txBody>
      </p:sp>
    </p:spTree>
    <p:extLst>
      <p:ext uri="{BB962C8B-B14F-4D97-AF65-F5344CB8AC3E}">
        <p14:creationId xmlns:p14="http://schemas.microsoft.com/office/powerpoint/2010/main" val="100176954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11858543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NZ" dirty="0"/>
              <a:t>Routes are advertised between BGP peers in UPDATE messages.</a:t>
            </a:r>
            <a:endParaRPr lang="en-GB" dirty="0"/>
          </a:p>
          <a:p>
            <a:endParaRPr lang="en-GB" dirty="0"/>
          </a:p>
          <a:p>
            <a:r>
              <a:rPr lang="en-GB" dirty="0"/>
              <a:t>When a change is made to this database, the router issues an Update message.</a:t>
            </a:r>
          </a:p>
          <a:p>
            <a:endParaRPr lang="en-GB" dirty="0"/>
          </a:p>
          <a:p>
            <a:r>
              <a:rPr lang="en-GB" b="1" dirty="0"/>
              <a:t>Data</a:t>
            </a:r>
            <a:r>
              <a:rPr lang="en-GB" dirty="0"/>
              <a:t>: path attributes, withdrawn routes, network layer reachability information (list of networks/subnets that can be reached)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22934179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sz="2000" dirty="0"/>
              <a:t>AS3 advertises a prefix to AS1</a:t>
            </a:r>
          </a:p>
          <a:p>
            <a:pPr>
              <a:lnSpc>
                <a:spcPct val="90000"/>
              </a:lnSpc>
            </a:pPr>
            <a:r>
              <a:rPr lang="en-US" altLang="en-US" sz="1800" dirty="0"/>
              <a:t>AS3 can aggregate prefixes in its advertisement</a:t>
            </a:r>
          </a:p>
          <a:p>
            <a:endParaRPr lang="en-NZ" dirty="0"/>
          </a:p>
        </p:txBody>
      </p:sp>
    </p:spTree>
    <p:extLst>
      <p:ext uri="{BB962C8B-B14F-4D97-AF65-F5344CB8AC3E}">
        <p14:creationId xmlns:p14="http://schemas.microsoft.com/office/powerpoint/2010/main" val="231587127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GB" altLang="en-US" sz="2000" dirty="0"/>
              <a:t>AS path, that the route has followed (given </a:t>
            </a:r>
            <a:r>
              <a:rPr lang="en-GB" altLang="en-US" sz="2000" b="1" dirty="0"/>
              <a:t>in reverse order</a:t>
            </a:r>
            <a:r>
              <a:rPr lang="en-GB" altLang="en-US" sz="2000" dirty="0"/>
              <a:t>).</a:t>
            </a:r>
            <a:endParaRPr lang="en-NZ" dirty="0"/>
          </a:p>
        </p:txBody>
      </p:sp>
    </p:spTree>
    <p:extLst>
      <p:ext uri="{BB962C8B-B14F-4D97-AF65-F5344CB8AC3E}">
        <p14:creationId xmlns:p14="http://schemas.microsoft.com/office/powerpoint/2010/main" val="320419556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NZ" dirty="0"/>
              <a:t>1. A route is assigned a </a:t>
            </a:r>
            <a:r>
              <a:rPr lang="en-NZ" b="1" dirty="0"/>
              <a:t>local preference value </a:t>
            </a:r>
            <a:r>
              <a:rPr lang="en-NZ" dirty="0"/>
              <a:t>as one of its attributes (in addition to the AS-PATH and NEXT-HOP attributes). </a:t>
            </a:r>
          </a:p>
          <a:p>
            <a:endParaRPr lang="en-NZ" dirty="0"/>
          </a:p>
          <a:p>
            <a:r>
              <a:rPr lang="en-NZ" dirty="0"/>
              <a:t>The local preference of a route </a:t>
            </a:r>
            <a:r>
              <a:rPr lang="en-NZ" b="1" dirty="0"/>
              <a:t>could have been set by the router </a:t>
            </a:r>
            <a:r>
              <a:rPr lang="en-NZ" dirty="0"/>
              <a:t>or could have been </a:t>
            </a:r>
            <a:r>
              <a:rPr lang="en-NZ" b="0" dirty="0"/>
              <a:t>learned from another router in the same AS</a:t>
            </a:r>
            <a:r>
              <a:rPr lang="en-NZ" dirty="0"/>
              <a:t>. </a:t>
            </a:r>
          </a:p>
          <a:p>
            <a:endParaRPr lang="en-NZ" dirty="0"/>
          </a:p>
          <a:p>
            <a:r>
              <a:rPr lang="en-NZ" dirty="0"/>
              <a:t>The value of the local preference attribute is a policy decision that is left entirely up to </a:t>
            </a:r>
            <a:r>
              <a:rPr lang="en-NZ" b="1" dirty="0"/>
              <a:t>the AS’s network administrator</a:t>
            </a:r>
            <a:r>
              <a:rPr lang="en-NZ" dirty="0"/>
              <a:t>.</a:t>
            </a:r>
          </a:p>
          <a:p>
            <a:endParaRPr lang="en-NZ" dirty="0"/>
          </a:p>
          <a:p>
            <a:r>
              <a:rPr lang="en-NZ" dirty="0"/>
              <a:t>2. </a:t>
            </a:r>
            <a:r>
              <a:rPr lang="en-NZ" b="1" dirty="0"/>
              <a:t>Route with the shortest path</a:t>
            </a:r>
          </a:p>
          <a:p>
            <a:endParaRPr lang="en-NZ" dirty="0"/>
          </a:p>
          <a:p>
            <a:r>
              <a:rPr lang="en-NZ" dirty="0"/>
              <a:t>3. The router for which the cost of the least-cost path is smallest – determined by the intra-AS routing algorithm (</a:t>
            </a:r>
            <a:r>
              <a:rPr lang="en-NZ" b="1" dirty="0"/>
              <a:t>hot-potato routing</a:t>
            </a:r>
            <a:r>
              <a:rPr lang="en-NZ" dirty="0"/>
              <a:t>)</a:t>
            </a:r>
          </a:p>
          <a:p>
            <a:endParaRPr lang="en-NZ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NZ" dirty="0"/>
              <a:t>4. BGP identifier: 4-octet unsigned integer that indicates the BGP Identifier of the sender of BGP messages.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NZ" dirty="0"/>
              <a:t>Lowest identifier</a:t>
            </a:r>
          </a:p>
        </p:txBody>
      </p:sp>
    </p:spTree>
    <p:extLst>
      <p:ext uri="{BB962C8B-B14F-4D97-AF65-F5344CB8AC3E}">
        <p14:creationId xmlns:p14="http://schemas.microsoft.com/office/powerpoint/2010/main" val="792237227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NZ" dirty="0"/>
              <a:t>No standards that govern how ISPs route among themselves. </a:t>
            </a:r>
          </a:p>
          <a:p>
            <a:endParaRPr lang="en-NZ" dirty="0"/>
          </a:p>
          <a:p>
            <a:r>
              <a:rPr lang="en-NZ" dirty="0"/>
              <a:t>Peering agreements negotiated between pairs of ISPs: specify how traffic is exchanged and how costs are shared</a:t>
            </a:r>
          </a:p>
          <a:p>
            <a:endParaRPr lang="en-NZ" dirty="0"/>
          </a:p>
          <a:p>
            <a:r>
              <a:rPr lang="en-NZ" dirty="0"/>
              <a:t>Settlement free</a:t>
            </a:r>
          </a:p>
          <a:p>
            <a:r>
              <a:rPr lang="en-NZ" dirty="0"/>
              <a:t>Paid – imbalanced traffic</a:t>
            </a:r>
          </a:p>
        </p:txBody>
      </p:sp>
    </p:spTree>
    <p:extLst>
      <p:ext uri="{BB962C8B-B14F-4D97-AF65-F5344CB8AC3E}">
        <p14:creationId xmlns:p14="http://schemas.microsoft.com/office/powerpoint/2010/main" val="376499629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NZ" dirty="0"/>
              <a:t>BGP can enforce policy decisions at the AS level.</a:t>
            </a:r>
          </a:p>
          <a:p>
            <a:endParaRPr lang="en-NZ" dirty="0"/>
          </a:p>
          <a:p>
            <a:r>
              <a:rPr lang="en-NZ" dirty="0"/>
              <a:t>Provider network: ISPs</a:t>
            </a:r>
          </a:p>
          <a:p>
            <a:endParaRPr lang="en-NZ" dirty="0"/>
          </a:p>
          <a:p>
            <a:r>
              <a:rPr lang="en-NZ" dirty="0"/>
              <a:t>Stub network: traffic entering the stub destined for that network; traffic leaving the stub originated in that network.</a:t>
            </a:r>
          </a:p>
          <a:p>
            <a:endParaRPr lang="en-NZ" dirty="0"/>
          </a:p>
        </p:txBody>
      </p:sp>
    </p:spTree>
    <p:extLst>
      <p:ext uri="{BB962C8B-B14F-4D97-AF65-F5344CB8AC3E}">
        <p14:creationId xmlns:p14="http://schemas.microsoft.com/office/powerpoint/2010/main" val="133326497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NZ" b="1" dirty="0"/>
              <a:t>Tier 1</a:t>
            </a:r>
            <a:r>
              <a:rPr lang="en-NZ" dirty="0"/>
              <a:t>: global connectivity and transit</a:t>
            </a:r>
          </a:p>
          <a:p>
            <a:endParaRPr lang="en-NZ" dirty="0"/>
          </a:p>
          <a:p>
            <a:r>
              <a:rPr lang="en-NZ" dirty="0"/>
              <a:t>The lower-tier ISPs connect to the higher-tier ISPs, and the higher-tier ISPs interconnect with one another</a:t>
            </a:r>
          </a:p>
          <a:p>
            <a:endParaRPr lang="en-NZ" dirty="0"/>
          </a:p>
          <a:p>
            <a:r>
              <a:rPr lang="en-NZ" b="1" dirty="0"/>
              <a:t>Internet Exchange Point (IXP): </a:t>
            </a:r>
            <a:r>
              <a:rPr lang="en-NZ" dirty="0"/>
              <a:t>a meeting point where multiple ISPs can peer together.</a:t>
            </a:r>
          </a:p>
          <a:p>
            <a:endParaRPr lang="en-NZ" dirty="0"/>
          </a:p>
          <a:p>
            <a:r>
              <a:rPr lang="en-NZ" dirty="0"/>
              <a:t>CDN: </a:t>
            </a:r>
            <a:r>
              <a:rPr lang="en-NZ" b="1" i="0" dirty="0">
                <a:solidFill>
                  <a:srgbClr val="5F6368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content delivery network</a:t>
            </a:r>
            <a:r>
              <a:rPr lang="en-NZ" b="0" i="0" dirty="0">
                <a:solidFill>
                  <a:srgbClr val="4D5156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 is a distributed group of servers that </a:t>
            </a:r>
            <a:r>
              <a:rPr lang="en-NZ" b="1" i="0" dirty="0">
                <a:solidFill>
                  <a:srgbClr val="4D5156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caches content </a:t>
            </a:r>
            <a:r>
              <a:rPr lang="en-NZ" b="0" i="0" dirty="0">
                <a:solidFill>
                  <a:srgbClr val="4D5156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near end users.</a:t>
            </a:r>
            <a:endParaRPr lang="en-NZ" dirty="0"/>
          </a:p>
          <a:p>
            <a:endParaRPr lang="en-NZ" dirty="0"/>
          </a:p>
          <a:p>
            <a:r>
              <a:rPr lang="en-NZ" dirty="0"/>
              <a:t>NZ largest ISP: Spark</a:t>
            </a:r>
          </a:p>
          <a:p>
            <a:r>
              <a:rPr lang="en-NZ" b="0" i="0" dirty="0">
                <a:solidFill>
                  <a:srgbClr val="666666"/>
                </a:solidFill>
                <a:effectLst/>
                <a:highlight>
                  <a:srgbClr val="FFFFFF"/>
                </a:highlight>
                <a:latin typeface="AvenirNextLTPro-Medium"/>
              </a:rPr>
              <a:t>- extensive peering and relationships with content providers and global Tier 1 carriers</a:t>
            </a:r>
            <a:endParaRPr lang="en-NZ" dirty="0"/>
          </a:p>
        </p:txBody>
      </p:sp>
    </p:spTree>
    <p:extLst>
      <p:ext uri="{BB962C8B-B14F-4D97-AF65-F5344CB8AC3E}">
        <p14:creationId xmlns:p14="http://schemas.microsoft.com/office/powerpoint/2010/main" val="2518366250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IS-IS: link state: an ISO-based protocol (not IP-specific) and operates using CLNS (Connectionless Network Service) – a network layer protocol in OSI.</a:t>
            </a:r>
          </a:p>
          <a:p>
            <a:endParaRPr lang="en-GB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GB" dirty="0"/>
              <a:t>IGRP: distance vector; main goal is to improve upon the limitations of earlier routing protocols like RIP by supporting larger, more complex networks.</a:t>
            </a:r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295242138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Still in use today</a:t>
            </a:r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554396140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Each router maintains a RIP table known as a routing table.</a:t>
            </a:r>
          </a:p>
          <a:p>
            <a:endParaRPr lang="en-GB" dirty="0"/>
          </a:p>
          <a:p>
            <a:r>
              <a:rPr lang="en-GB" b="1" dirty="0"/>
              <a:t>Header</a:t>
            </a:r>
            <a:r>
              <a:rPr lang="en-GB" dirty="0"/>
              <a:t>: command (</a:t>
            </a:r>
            <a:r>
              <a:rPr lang="en-NZ" dirty="0"/>
              <a:t>specify the purpose of this message</a:t>
            </a:r>
            <a:r>
              <a:rPr lang="en-GB" dirty="0"/>
              <a:t>) and version</a:t>
            </a:r>
          </a:p>
          <a:p>
            <a:endParaRPr lang="en-GB" dirty="0"/>
          </a:p>
          <a:p>
            <a:r>
              <a:rPr lang="en-GB" b="1" dirty="0"/>
              <a:t>Data</a:t>
            </a:r>
            <a:r>
              <a:rPr lang="en-GB" dirty="0"/>
              <a:t>: RIP entries (e.g., destination IPv4, metric - </a:t>
            </a:r>
            <a:r>
              <a:rPr lang="en-NZ" dirty="0"/>
              <a:t>the cost to reach that destination</a:t>
            </a:r>
            <a:r>
              <a:rPr lang="en-GB" dirty="0"/>
              <a:t>)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20426319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GB" dirty="0"/>
              <a:t>Each router sends and receives RIP requests and responses over UDP using port number 520.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GB" altLang="en-US" sz="1200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GB" sz="1200" dirty="0"/>
              <a:t>A process called route-d (daemon) executes RIP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GB" sz="1200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GB" dirty="0"/>
              <a:t>A </a:t>
            </a:r>
            <a:r>
              <a:rPr lang="en-GB" b="1" dirty="0"/>
              <a:t>daemon</a:t>
            </a:r>
            <a:r>
              <a:rPr lang="en-GB" dirty="0"/>
              <a:t> is a background process in Unix and Unix-like operating systems that runs continuously and handles system or service requests. </a:t>
            </a:r>
            <a:endParaRPr lang="en-GB" sz="1200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GB" sz="1200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GB" altLang="en-US" sz="1200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GB" altLang="en-US" sz="1200" dirty="0"/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900598455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GB" sz="1200" dirty="0"/>
              <a:t>The timeout is initialised when a route is established, and any time an update message is received for the route.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GB" sz="1200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GB" altLang="en-US" sz="1200" dirty="0"/>
              <a:t>However, it is retained in the routing table for a short time so that </a:t>
            </a:r>
            <a:r>
              <a:rPr lang="en-GB" altLang="en-US" sz="1200" b="1" dirty="0"/>
              <a:t>neighbours can be notified that the route has been dropped</a:t>
            </a:r>
            <a:r>
              <a:rPr lang="en-GB" altLang="en-US" sz="1200" dirty="0"/>
              <a:t>. 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GB" altLang="en-US" sz="1200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NZ" dirty="0"/>
              <a:t>RIP allows for </a:t>
            </a:r>
            <a:r>
              <a:rPr lang="en-NZ" b="1" dirty="0"/>
              <a:t>potential fluctuations </a:t>
            </a:r>
            <a:r>
              <a:rPr lang="en-NZ" dirty="0"/>
              <a:t>in the network or temporary outages to be resolved before the route is permanently discarded.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NZ" dirty="0"/>
              <a:t>This period helps to </a:t>
            </a:r>
            <a:r>
              <a:rPr lang="en-NZ" b="1" dirty="0"/>
              <a:t>accommodate transient network issues </a:t>
            </a:r>
            <a:r>
              <a:rPr lang="en-NZ" dirty="0"/>
              <a:t>and ensures that routes are only permanently removed if they have truly become obsolete.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NZ" altLang="en-US" sz="1200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GB" b="1" dirty="0"/>
              <a:t>Deletions</a:t>
            </a:r>
            <a:r>
              <a:rPr lang="en-GB" dirty="0"/>
              <a:t> can occur for one of two reasons: </a:t>
            </a:r>
            <a:r>
              <a:rPr lang="en-GB" b="1" dirty="0"/>
              <a:t>the timeout expires</a:t>
            </a:r>
            <a:r>
              <a:rPr lang="en-GB" dirty="0"/>
              <a:t>, or </a:t>
            </a:r>
            <a:r>
              <a:rPr lang="en-GB" b="1" dirty="0"/>
              <a:t>the metric is set to 16 </a:t>
            </a:r>
            <a:r>
              <a:rPr lang="en-GB" dirty="0"/>
              <a:t>because of an update received from the current router</a:t>
            </a:r>
            <a:endParaRPr lang="en-NZ" altLang="en-US" sz="1200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NZ" altLang="en-US" sz="1200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NZ" dirty="0"/>
              <a:t>Until the garbage-collection timer expires, the route is included in all updates sent by this router.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NZ" dirty="0"/>
              <a:t>When the garbage-collection timer expires, the route is deleted from the routing table</a:t>
            </a:r>
            <a:endParaRPr lang="en-GB" altLang="en-US" sz="1200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GB" altLang="en-US" sz="1200" dirty="0"/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219276853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Routing loops: when X tells Y that it has a path somewhere, Y has no way of knowing whether itself is on the path.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GB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</a:rPr>
              <a:t>This limits the convergence time</a:t>
            </a:r>
            <a:endParaRPr lang="en-AU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endParaRPr lang="en-AU" dirty="0"/>
          </a:p>
          <a:p>
            <a:r>
              <a:rPr lang="en-GB" dirty="0"/>
              <a:t>All implementation of RIP must use split horizon and should also use split horizon with poisoned reverse.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309988366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RIP works well in small systems, but less well as networks get larger. </a:t>
            </a:r>
          </a:p>
          <a:p>
            <a:r>
              <a:rPr lang="en-GB" dirty="0"/>
              <a:t>It has slower convergence.</a:t>
            </a:r>
          </a:p>
          <a:p>
            <a:endParaRPr lang="en-GB" dirty="0"/>
          </a:p>
          <a:p>
            <a:r>
              <a:rPr lang="en-GB" b="1" dirty="0"/>
              <a:t>Broadcasting</a:t>
            </a:r>
            <a:r>
              <a:rPr lang="en-GB" dirty="0"/>
              <a:t>: </a:t>
            </a:r>
            <a:r>
              <a:rPr lang="en-NZ" dirty="0"/>
              <a:t>transmit data packets from one source to all devices within a specific network segment or broadcast domain</a:t>
            </a:r>
          </a:p>
          <a:p>
            <a:endParaRPr lang="en-GB" dirty="0"/>
          </a:p>
          <a:p>
            <a:r>
              <a:rPr lang="en-NZ" dirty="0"/>
              <a:t>OSPF must itself </a:t>
            </a:r>
            <a:r>
              <a:rPr lang="en-NZ" b="1" dirty="0"/>
              <a:t>implement functionality such as reliable message transfer </a:t>
            </a:r>
            <a:r>
              <a:rPr lang="en-NZ" dirty="0"/>
              <a:t>and link-state broadcast.</a:t>
            </a:r>
          </a:p>
          <a:p>
            <a:endParaRPr lang="en-NZ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GB" dirty="0"/>
              <a:t>OSPF is typically deployed large and complex networks due to its scalability and efficiency. </a:t>
            </a:r>
          </a:p>
        </p:txBody>
      </p:sp>
    </p:spTree>
    <p:extLst>
      <p:ext uri="{BB962C8B-B14F-4D97-AF65-F5344CB8AC3E}">
        <p14:creationId xmlns:p14="http://schemas.microsoft.com/office/powerpoint/2010/main" val="3918445343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OSPF operates by abstracting the collection of actual networks, routers, and links into a directed graph.</a:t>
            </a:r>
          </a:p>
          <a:p>
            <a:r>
              <a:rPr lang="en-GB" dirty="0"/>
              <a:t>Each edge is assigned a weight.</a:t>
            </a:r>
          </a:p>
          <a:p>
            <a:endParaRPr lang="en-GB" dirty="0"/>
          </a:p>
          <a:p>
            <a:r>
              <a:rPr lang="en-NZ" b="1" dirty="0"/>
              <a:t>LAN</a:t>
            </a:r>
            <a:r>
              <a:rPr lang="en-NZ" b="0" dirty="0"/>
              <a:t>:</a:t>
            </a:r>
            <a:r>
              <a:rPr lang="en-NZ" b="1" dirty="0"/>
              <a:t> </a:t>
            </a:r>
            <a:r>
              <a:rPr lang="en-NZ" dirty="0"/>
              <a:t>a network that connects computers and other devices within a limited geographical area, such as a home, office, or building. </a:t>
            </a:r>
            <a:endParaRPr lang="en-GB" dirty="0"/>
          </a:p>
          <a:p>
            <a:endParaRPr lang="en-GB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NZ" dirty="0"/>
              <a:t>1. Each router </a:t>
            </a:r>
            <a:r>
              <a:rPr lang="en-NZ" b="1" dirty="0"/>
              <a:t>broadcasts routing information </a:t>
            </a:r>
            <a:r>
              <a:rPr lang="en-NZ" dirty="0"/>
              <a:t>to all other routers in the AS.</a:t>
            </a:r>
          </a:p>
          <a:p>
            <a:endParaRPr lang="en-GB" dirty="0"/>
          </a:p>
          <a:p>
            <a:r>
              <a:rPr lang="en-NZ" dirty="0"/>
              <a:t>2. Each router locally runs </a:t>
            </a:r>
            <a:r>
              <a:rPr lang="en-NZ" b="1" dirty="0"/>
              <a:t>Dijkstra’s shortest-path algorithm </a:t>
            </a:r>
            <a:r>
              <a:rPr lang="en-NZ" dirty="0"/>
              <a:t>to determine a shortest-path tree to all subnets, with itself as the root node.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NZ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NZ" dirty="0"/>
              <a:t>3. Each router </a:t>
            </a:r>
            <a:r>
              <a:rPr lang="en-NZ" b="1" dirty="0"/>
              <a:t>constructs a complete topological map </a:t>
            </a:r>
            <a:r>
              <a:rPr lang="en-NZ" dirty="0"/>
              <a:t>of the entire autonomous system. </a:t>
            </a:r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142786356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b="1" dirty="0"/>
              <a:t>Security</a:t>
            </a:r>
            <a:r>
              <a:rPr lang="en-GB" dirty="0"/>
              <a:t>: only trusted routers can participate; by default, packets are not authenticated. </a:t>
            </a:r>
          </a:p>
          <a:p>
            <a:r>
              <a:rPr lang="en-GB" dirty="0"/>
              <a:t>Two types: 64-bit authentication field in the header as a </a:t>
            </a:r>
            <a:r>
              <a:rPr lang="en-GB" b="1" dirty="0"/>
              <a:t>password</a:t>
            </a:r>
            <a:r>
              <a:rPr lang="en-GB" dirty="0"/>
              <a:t>; </a:t>
            </a:r>
            <a:r>
              <a:rPr lang="en-GB" b="1" dirty="0"/>
              <a:t>crypto</a:t>
            </a:r>
            <a:r>
              <a:rPr lang="en-GB" dirty="0"/>
              <a:t> (shared secret key by routers, used to generate message digest, append to the end of the packet)</a:t>
            </a:r>
          </a:p>
          <a:p>
            <a:endParaRPr lang="en-GB" dirty="0"/>
          </a:p>
          <a:p>
            <a:r>
              <a:rPr lang="en-GB" b="1" dirty="0"/>
              <a:t>ECMP</a:t>
            </a:r>
            <a:r>
              <a:rPr lang="en-GB" dirty="0"/>
              <a:t>: multiple paths may be found that are equally short. </a:t>
            </a:r>
          </a:p>
          <a:p>
            <a:endParaRPr lang="en-GB" dirty="0"/>
          </a:p>
          <a:p>
            <a:r>
              <a:rPr lang="en-GB" b="1" dirty="0"/>
              <a:t>Traffic engineering</a:t>
            </a:r>
            <a:r>
              <a:rPr lang="en-GB" dirty="0"/>
              <a:t>: the process of optimising a network's performance by controlling traffic flow across the network</a:t>
            </a:r>
          </a:p>
          <a:p>
            <a:pPr marL="171450" indent="-171450">
              <a:buFontTx/>
              <a:buChar char="-"/>
            </a:pPr>
            <a:r>
              <a:rPr lang="en-GB" dirty="0"/>
              <a:t>This cost is configurable by the system administrator.</a:t>
            </a:r>
          </a:p>
          <a:p>
            <a:pPr marL="171450" indent="-171450">
              <a:buFontTx/>
              <a:buChar char="-"/>
            </a:pPr>
            <a:r>
              <a:rPr lang="en-GB" dirty="0"/>
              <a:t>Bandwidth </a:t>
            </a:r>
          </a:p>
        </p:txBody>
      </p:sp>
    </p:spTree>
    <p:extLst>
      <p:ext uri="{BB962C8B-B14F-4D97-AF65-F5344CB8AC3E}">
        <p14:creationId xmlns:p14="http://schemas.microsoft.com/office/powerpoint/2010/main" val="2007210782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NZ" dirty="0"/>
              <a:t>Each router within an area has the same link state database and runs the same shortest path algorithm. </a:t>
            </a:r>
            <a:endParaRPr lang="en-GB" dirty="0"/>
          </a:p>
          <a:p>
            <a:endParaRPr lang="en-GB" dirty="0"/>
          </a:p>
          <a:p>
            <a:r>
              <a:rPr lang="en-GB" dirty="0"/>
              <a:t>Every AS has a </a:t>
            </a:r>
            <a:r>
              <a:rPr lang="en-GB" b="1" dirty="0"/>
              <a:t>backbone area</a:t>
            </a:r>
            <a:r>
              <a:rPr lang="en-GB" dirty="0"/>
              <a:t>, called area 0. </a:t>
            </a:r>
          </a:p>
          <a:p>
            <a:r>
              <a:rPr lang="en-GB" dirty="0"/>
              <a:t>- The routers in this area are called backbone routers. </a:t>
            </a:r>
          </a:p>
          <a:p>
            <a:r>
              <a:rPr lang="en-GB" dirty="0"/>
              <a:t>- All areas are connected to the backbone.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GB" altLang="en-US" sz="1200" kern="1200" dirty="0">
                <a:solidFill>
                  <a:schemeClr val="tx1"/>
                </a:solidFill>
              </a:rPr>
              <a:t>- </a:t>
            </a:r>
            <a:r>
              <a:rPr lang="en-US" altLang="en-US" sz="1200" b="1" kern="0" dirty="0">
                <a:solidFill>
                  <a:srgbClr val="FF0000"/>
                </a:solidFill>
              </a:rPr>
              <a:t>Two-level hierarchy</a:t>
            </a:r>
            <a:r>
              <a:rPr lang="en-US" altLang="en-US" sz="1200" kern="0" dirty="0">
                <a:solidFill>
                  <a:srgbClr val="FF0000"/>
                </a:solidFill>
              </a:rPr>
              <a:t>:</a:t>
            </a:r>
            <a:r>
              <a:rPr lang="en-US" altLang="en-US" sz="1200" kern="0" dirty="0"/>
              <a:t> backbone area, non-backbone area</a:t>
            </a:r>
            <a:endParaRPr lang="en-NZ" dirty="0"/>
          </a:p>
          <a:p>
            <a:endParaRPr lang="en-GB" b="1" dirty="0"/>
          </a:p>
          <a:p>
            <a:r>
              <a:rPr lang="en-GB" b="1" dirty="0"/>
              <a:t>Area border router</a:t>
            </a:r>
            <a:r>
              <a:rPr lang="en-GB" dirty="0"/>
              <a:t>: belong to an area and the backbone</a:t>
            </a:r>
          </a:p>
          <a:p>
            <a:pPr marL="171450" indent="-171450">
              <a:buFontTx/>
              <a:buChar char="-"/>
            </a:pPr>
            <a:r>
              <a:rPr lang="en-GB" dirty="0"/>
              <a:t>It must also be part of the backbone.</a:t>
            </a:r>
            <a:endParaRPr lang="en-GB"/>
          </a:p>
          <a:p>
            <a:pPr marL="171450" indent="-171450">
              <a:buFontTx/>
              <a:buChar char="-"/>
            </a:pPr>
            <a:r>
              <a:rPr lang="en-NZ" dirty="0"/>
              <a:t>Inter-area routing within the AS is done with the help of area border routers.</a:t>
            </a:r>
            <a:endParaRPr lang="en-GB" dirty="0"/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Char char="-"/>
              <a:tabLst/>
              <a:defRPr/>
            </a:pPr>
            <a:r>
              <a:rPr lang="en-GB" dirty="0"/>
              <a:t>An area border router needs </a:t>
            </a:r>
            <a:r>
              <a:rPr lang="en-GB" b="1" dirty="0"/>
              <a:t>the databases for all the areas to which it is connected </a:t>
            </a:r>
            <a:r>
              <a:rPr lang="en-GB" dirty="0"/>
              <a:t>and must </a:t>
            </a:r>
            <a:r>
              <a:rPr lang="en-GB" b="1" dirty="0"/>
              <a:t>run the shortest path algorithm for each area </a:t>
            </a:r>
            <a:r>
              <a:rPr lang="en-GB" dirty="0"/>
              <a:t>separately.</a:t>
            </a: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Char char="-"/>
              <a:tabLst/>
              <a:defRPr/>
            </a:pPr>
            <a:r>
              <a:rPr lang="en-NZ" dirty="0"/>
              <a:t>Area border routers condense the topological information of their attached areas for distribution to the backbone. The backbone in turn distributes the information to the other areas.</a:t>
            </a:r>
            <a:endParaRPr lang="en-AU" dirty="0"/>
          </a:p>
          <a:p>
            <a:endParaRPr lang="en-GB" dirty="0"/>
          </a:p>
          <a:p>
            <a:r>
              <a:rPr lang="en-GB" b="1" dirty="0"/>
              <a:t>Internal routers</a:t>
            </a:r>
            <a:r>
              <a:rPr lang="en-GB" dirty="0"/>
              <a:t>: lie within an area.</a:t>
            </a:r>
          </a:p>
          <a:p>
            <a:endParaRPr lang="en-GB" dirty="0"/>
          </a:p>
          <a:p>
            <a:r>
              <a:rPr lang="en-GB" b="1" dirty="0"/>
              <a:t>AS boundary router</a:t>
            </a:r>
            <a:r>
              <a:rPr lang="en-GB" dirty="0"/>
              <a:t>: it injects routes to external destinations on other ASs into the area. </a:t>
            </a:r>
          </a:p>
          <a:p>
            <a:r>
              <a:rPr lang="en-GB" dirty="0"/>
              <a:t>- May use BGP to perform inter-AS routing.</a:t>
            </a:r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004409395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NZ" dirty="0"/>
              <a:t>When routing a packet between two non-backbone areas the backbone is used.</a:t>
            </a:r>
          </a:p>
        </p:txBody>
      </p:sp>
    </p:spTree>
    <p:extLst>
      <p:ext uri="{BB962C8B-B14F-4D97-AF65-F5344CB8AC3E}">
        <p14:creationId xmlns:p14="http://schemas.microsoft.com/office/powerpoint/2010/main" val="3207718154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IPv4 address exhaustion is the depletion of the pool of unallocated IPv4 addresses. </a:t>
            </a:r>
          </a:p>
          <a:p>
            <a:endParaRPr lang="en-GB" dirty="0"/>
          </a:p>
          <a:p>
            <a:r>
              <a:rPr lang="en-GB" dirty="0"/>
              <a:t>IPv4 addresses are 32-bit numbers, providing </a:t>
            </a:r>
            <a:r>
              <a:rPr lang="en-GB" b="0" dirty="0"/>
              <a:t>about </a:t>
            </a:r>
            <a:r>
              <a:rPr lang="en-GB" b="1" dirty="0"/>
              <a:t>4.3 billion unique addresses</a:t>
            </a:r>
            <a:r>
              <a:rPr lang="en-GB" dirty="0"/>
              <a:t>.</a:t>
            </a:r>
          </a:p>
          <a:p>
            <a:endParaRPr lang="en-GB" dirty="0"/>
          </a:p>
          <a:p>
            <a:r>
              <a:rPr lang="en-GB" b="1" dirty="0"/>
              <a:t>Depletion has been anticipated </a:t>
            </a:r>
            <a:r>
              <a:rPr lang="en-GB" dirty="0"/>
              <a:t>since the late 1980s when the Internet started experiencing dramatic growth.</a:t>
            </a:r>
          </a:p>
          <a:p>
            <a:endParaRPr lang="en-GB" dirty="0"/>
          </a:p>
          <a:p>
            <a:r>
              <a:rPr lang="en-GB" dirty="0"/>
              <a:t>Several new technologies.</a:t>
            </a:r>
          </a:p>
          <a:p>
            <a:r>
              <a:rPr lang="en-NZ" dirty="0"/>
              <a:t>- CIDR: Classless Inter-Domain Routing; efficient</a:t>
            </a:r>
            <a:r>
              <a:rPr lang="en-AU" dirty="0"/>
              <a:t> address allocation</a:t>
            </a:r>
            <a:endParaRPr lang="en-NZ" dirty="0"/>
          </a:p>
          <a:p>
            <a:endParaRPr lang="en-NZ" dirty="0"/>
          </a:p>
          <a:p>
            <a:r>
              <a:rPr lang="en-NZ" dirty="0"/>
              <a:t>The IP address space is managed globally by the Internet Assigned Numbers Authority (IANA), and by five regional Internet registries (RIRs).</a:t>
            </a:r>
          </a:p>
          <a:p>
            <a:r>
              <a:rPr lang="en-GB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All RIRs have exhausted their address pools</a:t>
            </a:r>
            <a:r>
              <a:rPr lang="en-NZ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.</a:t>
            </a:r>
            <a:endParaRPr lang="en-NZ" dirty="0"/>
          </a:p>
        </p:txBody>
      </p:sp>
    </p:spTree>
    <p:extLst>
      <p:ext uri="{BB962C8B-B14F-4D97-AF65-F5344CB8AC3E}">
        <p14:creationId xmlns:p14="http://schemas.microsoft.com/office/powerpoint/2010/main" val="1279111717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Within the local network, every computer gets a unique IP address. </a:t>
            </a:r>
          </a:p>
          <a:p>
            <a:endParaRPr lang="en-GB" dirty="0"/>
          </a:p>
          <a:p>
            <a:r>
              <a:rPr lang="en-GB" dirty="0"/>
              <a:t>Before a packet exits the customer network and goes to the ISP, an address translation takes place.</a:t>
            </a:r>
          </a:p>
          <a:p>
            <a:endParaRPr lang="en-GB" dirty="0"/>
          </a:p>
          <a:p>
            <a:endParaRPr lang="en-GB" dirty="0"/>
          </a:p>
          <a:p>
            <a:r>
              <a:rPr lang="en-GB" dirty="0"/>
              <a:t>This translation makes use of three ranges of IP addresses that have been declared as private.</a:t>
            </a:r>
          </a:p>
          <a:p>
            <a:endParaRPr lang="en-GB" dirty="0"/>
          </a:p>
          <a:p>
            <a:r>
              <a:rPr lang="en-GB" dirty="0"/>
              <a:t>10.0.0.0 – 10.255.255.255/8 (16,777,216 hosts) </a:t>
            </a:r>
          </a:p>
          <a:p>
            <a:r>
              <a:rPr lang="en-GB" dirty="0"/>
              <a:t>172.16.0.0 – 172.31.255.255/12 (1,048,576 hosts) </a:t>
            </a:r>
          </a:p>
          <a:p>
            <a:r>
              <a:rPr lang="en-GB" dirty="0"/>
              <a:t>192.168.0.0 – 192.168.255.255/16 (65,536 hosts)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624747646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AU" dirty="0"/>
              <a:t>Routers or dedicated servers can run DHCP server.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AU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AU" dirty="0"/>
              <a:t>The NAT box is often combined in a single device with a firewall, which provides security by carefully controlling what goes into the customer network and what comes out of it.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AU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GB" dirty="0"/>
              <a:t>Port # is used by sockets to identify processes on hosts.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03109758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NZ" dirty="0"/>
              <a:t>An IPv4 address refers to an end host.</a:t>
            </a:r>
          </a:p>
          <a:p>
            <a:r>
              <a:rPr lang="en-NZ" dirty="0"/>
              <a:t>A port number refers to a particular application / server software running in that end host. </a:t>
            </a:r>
          </a:p>
          <a:p>
            <a:r>
              <a:rPr lang="en-NZ" dirty="0"/>
              <a:t>Through these port numbers, there can be many simultaneous “conversations” going on between the same two hosts.</a:t>
            </a:r>
          </a:p>
          <a:p>
            <a:endParaRPr lang="en-NZ" dirty="0"/>
          </a:p>
          <a:p>
            <a:r>
              <a:rPr lang="en-NZ" dirty="0"/>
              <a:t>1. The host selects an unused TCP port on its machine and supplies a destination port to tell who to give the packets to on the remote side. </a:t>
            </a:r>
          </a:p>
          <a:p>
            <a:r>
              <a:rPr lang="en-NZ" dirty="0"/>
              <a:t>Ports 0–1023 are reserved for well-known services.</a:t>
            </a:r>
          </a:p>
          <a:p>
            <a:endParaRPr lang="en-NZ" dirty="0"/>
          </a:p>
        </p:txBody>
      </p:sp>
    </p:spTree>
    <p:extLst>
      <p:ext uri="{BB962C8B-B14F-4D97-AF65-F5344CB8AC3E}">
        <p14:creationId xmlns:p14="http://schemas.microsoft.com/office/powerpoint/2010/main" val="1684232729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NZ" dirty="0"/>
              <a:t>ipconfig - windows</a:t>
            </a:r>
          </a:p>
        </p:txBody>
      </p:sp>
    </p:spTree>
    <p:extLst>
      <p:ext uri="{BB962C8B-B14F-4D97-AF65-F5344CB8AC3E}">
        <p14:creationId xmlns:p14="http://schemas.microsoft.com/office/powerpoint/2010/main" val="349460025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NZ" dirty="0"/>
              <a:t>1. </a:t>
            </a:r>
            <a:r>
              <a:rPr lang="en-GB" dirty="0"/>
              <a:t>Every IP address uniquely identifies a single machine worldwide.</a:t>
            </a:r>
            <a:endParaRPr lang="en-NZ" dirty="0"/>
          </a:p>
          <a:p>
            <a:r>
              <a:rPr lang="en-NZ" dirty="0"/>
              <a:t>Port numbers are meant to be used for addressing processes, not for addressing hosts.</a:t>
            </a:r>
          </a:p>
          <a:p>
            <a:endParaRPr lang="en-NZ" dirty="0"/>
          </a:p>
          <a:p>
            <a:r>
              <a:rPr lang="en-NZ" dirty="0"/>
              <a:t>2. </a:t>
            </a:r>
            <a:r>
              <a:rPr lang="en-GB" dirty="0"/>
              <a:t>Any host can send a packet to any other host at any time (</a:t>
            </a:r>
            <a:r>
              <a:rPr lang="en-US" altLang="en-US" dirty="0"/>
              <a:t>without a middleman</a:t>
            </a:r>
            <a:r>
              <a:rPr lang="en-GB" dirty="0"/>
              <a:t>). The mapping in the NAT box is set up by outgoing packets. </a:t>
            </a:r>
          </a:p>
          <a:p>
            <a:r>
              <a:rPr lang="en-GB" dirty="0"/>
              <a:t>In practice, a home user with NAT can make TCP/IP connections to a remote Web server, but a remote user cannot make connections to a game server on the home network.</a:t>
            </a:r>
            <a:endParaRPr lang="en-NZ" dirty="0"/>
          </a:p>
          <a:p>
            <a:endParaRPr lang="en-NZ" dirty="0"/>
          </a:p>
          <a:p>
            <a:r>
              <a:rPr lang="en-NZ" dirty="0"/>
              <a:t>3. </a:t>
            </a:r>
            <a:r>
              <a:rPr lang="en-GB" dirty="0"/>
              <a:t>If a user on machine A decides to use some new transport protocol to talk to a user on machine B, introduction of a NAT box will cause the application to fail because the NAT box will not be able to locate the TCP source port correctly.</a:t>
            </a:r>
          </a:p>
          <a:p>
            <a:endParaRPr lang="en-GB" dirty="0"/>
          </a:p>
          <a:p>
            <a:r>
              <a:rPr lang="en-GB" dirty="0"/>
              <a:t>4. Ensure that changes in one layer do not require changes in other layers. </a:t>
            </a:r>
          </a:p>
          <a:p>
            <a:r>
              <a:rPr lang="en-GB" dirty="0"/>
              <a:t>NAT destroys this independence.</a:t>
            </a:r>
          </a:p>
          <a:p>
            <a:endParaRPr lang="en-GB" dirty="0"/>
          </a:p>
          <a:p>
            <a:r>
              <a:rPr lang="en-GB" dirty="0"/>
              <a:t>5. At most 65,536 processes can be mapped onto a public IP address. </a:t>
            </a:r>
          </a:p>
          <a:p>
            <a:endParaRPr lang="en-GB" dirty="0"/>
          </a:p>
          <a:p>
            <a:endParaRPr lang="en-NZ" dirty="0"/>
          </a:p>
        </p:txBody>
      </p:sp>
    </p:spTree>
    <p:extLst>
      <p:ext uri="{BB962C8B-B14F-4D97-AF65-F5344CB8AC3E}">
        <p14:creationId xmlns:p14="http://schemas.microsoft.com/office/powerpoint/2010/main" val="3072067874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NZ" dirty="0"/>
              <a:t>When traffic leaves the ISP’s network and reaches the public internet, the private IP addresses along with port numbers are translated into a single or a small number of public IP addresses along with different </a:t>
            </a:r>
            <a:r>
              <a:rPr lang="en-NZ" b="1" dirty="0"/>
              <a:t>port numbers</a:t>
            </a:r>
            <a:r>
              <a:rPr lang="en-NZ" dirty="0"/>
              <a:t> to keep connections separate.</a:t>
            </a:r>
          </a:p>
          <a:p>
            <a:endParaRPr lang="en-NZ" dirty="0"/>
          </a:p>
          <a:p>
            <a:r>
              <a:rPr lang="en-NZ" dirty="0"/>
              <a:t>Real world examples</a:t>
            </a:r>
          </a:p>
          <a:p>
            <a:r>
              <a:rPr lang="en-NZ" dirty="0"/>
              <a:t>- Mobile networks</a:t>
            </a:r>
          </a:p>
          <a:p>
            <a:r>
              <a:rPr lang="en-NZ" dirty="0"/>
              <a:t>- Broadband ISPs to home </a:t>
            </a:r>
            <a:r>
              <a:rPr lang="en-NZ"/>
              <a:t>broadband users</a:t>
            </a:r>
            <a:endParaRPr lang="en-NZ" dirty="0"/>
          </a:p>
        </p:txBody>
      </p:sp>
    </p:spTree>
    <p:extLst>
      <p:ext uri="{BB962C8B-B14F-4D97-AF65-F5344CB8AC3E}">
        <p14:creationId xmlns:p14="http://schemas.microsoft.com/office/powerpoint/2010/main" val="1002036454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b="1" dirty="0"/>
              <a:t>Global routing prefix </a:t>
            </a:r>
            <a:r>
              <a:rPr lang="en-GB" dirty="0"/>
              <a:t>identifies the network or organisation. </a:t>
            </a:r>
          </a:p>
          <a:p>
            <a:pPr marL="171450" indent="-171450">
              <a:buFontTx/>
              <a:buChar char="-"/>
            </a:pPr>
            <a:r>
              <a:rPr lang="en-GB" dirty="0"/>
              <a:t>used by internet routers to forward packets toward the destination.</a:t>
            </a:r>
          </a:p>
          <a:p>
            <a:pPr marL="171450" indent="-171450">
              <a:buFontTx/>
              <a:buChar char="-"/>
            </a:pPr>
            <a:r>
              <a:rPr lang="en-GB" dirty="0"/>
              <a:t>the first 48 bits of the IPv6 address</a:t>
            </a:r>
          </a:p>
          <a:p>
            <a:endParaRPr lang="en-GB" dirty="0"/>
          </a:p>
          <a:p>
            <a:r>
              <a:rPr lang="en-GB" b="1" dirty="0"/>
              <a:t>Subnet</a:t>
            </a:r>
            <a:r>
              <a:rPr lang="en-GB" dirty="0"/>
              <a:t>: 16 bits</a:t>
            </a:r>
          </a:p>
          <a:p>
            <a:r>
              <a:rPr lang="en-GB" b="1" dirty="0"/>
              <a:t>Host</a:t>
            </a:r>
            <a:r>
              <a:rPr lang="en-GB" dirty="0"/>
              <a:t>: 64 bits</a:t>
            </a:r>
          </a:p>
          <a:p>
            <a:endParaRPr lang="en-GB" dirty="0"/>
          </a:p>
          <a:p>
            <a:r>
              <a:rPr lang="en-GB" dirty="0"/>
              <a:t>In IPv4, options were added directly into the IP header</a:t>
            </a:r>
          </a:p>
          <a:p>
            <a:pPr marL="171450" indent="-171450">
              <a:buFontTx/>
              <a:buChar char="-"/>
            </a:pPr>
            <a:r>
              <a:rPr lang="en-GB" dirty="0"/>
              <a:t>variable header length: increasing the complexity of packet processing. </a:t>
            </a:r>
          </a:p>
          <a:p>
            <a:pPr marL="171450" indent="-171450">
              <a:buFontTx/>
              <a:buChar char="-"/>
            </a:pPr>
            <a:r>
              <a:rPr lang="en-GB" dirty="0"/>
              <a:t>performance impact: routers and devices had to inspect the entire header to find any options, slowing down packet forwarding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600334765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40-byte header</a:t>
            </a:r>
          </a:p>
          <a:p>
            <a:r>
              <a:rPr lang="en-NZ" dirty="0"/>
              <a:t>The IPv6 header is aligned with </a:t>
            </a:r>
            <a:r>
              <a:rPr lang="en-NZ" b="1" dirty="0"/>
              <a:t>32-bit boundaries </a:t>
            </a:r>
            <a:r>
              <a:rPr lang="en-NZ" dirty="0"/>
              <a:t>for efficient processing.</a:t>
            </a:r>
          </a:p>
          <a:p>
            <a:r>
              <a:rPr lang="en-NZ" dirty="0"/>
              <a:t>- modern processors and network hardware are often optimised for handling 32-bit and 64-bit data efficiently. </a:t>
            </a:r>
            <a:endParaRPr lang="en-GB" dirty="0"/>
          </a:p>
          <a:p>
            <a:endParaRPr lang="en-GB" dirty="0"/>
          </a:p>
          <a:p>
            <a:r>
              <a:rPr lang="en-GB" dirty="0"/>
              <a:t>Version: 4-bit</a:t>
            </a:r>
          </a:p>
          <a:p>
            <a:endParaRPr lang="en-GB" dirty="0"/>
          </a:p>
          <a:p>
            <a:r>
              <a:rPr lang="en-GB" b="1" dirty="0"/>
              <a:t>Traffic class (8-bit)</a:t>
            </a:r>
            <a:r>
              <a:rPr lang="en-GB" dirty="0"/>
              <a:t>: give </a:t>
            </a:r>
            <a:r>
              <a:rPr lang="en-GB" b="1" dirty="0"/>
              <a:t>priority</a:t>
            </a:r>
            <a:r>
              <a:rPr lang="en-GB" dirty="0"/>
              <a:t> to certain datagrams within a flow, or from certain applications</a:t>
            </a:r>
          </a:p>
          <a:p>
            <a:endParaRPr lang="en-GB" dirty="0"/>
          </a:p>
          <a:p>
            <a:r>
              <a:rPr lang="en-GB" b="1" dirty="0"/>
              <a:t>Flow (20-bit)</a:t>
            </a:r>
            <a:r>
              <a:rPr lang="en-GB" dirty="0"/>
              <a:t>: label traffic belonging to specific flows for special handling, such as audio and video transmission; </a:t>
            </a:r>
            <a:r>
              <a:rPr lang="en-AU" dirty="0"/>
              <a:t>process packets more efficiently.</a:t>
            </a:r>
          </a:p>
          <a:p>
            <a:endParaRPr lang="en-AU" dirty="0"/>
          </a:p>
          <a:p>
            <a:r>
              <a:rPr lang="en-AU" b="1" dirty="0"/>
              <a:t>Hop limit</a:t>
            </a:r>
            <a:r>
              <a:rPr lang="en-AU" dirty="0"/>
              <a:t>: decremented by one by each router that forwards the packet; discard when zero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352901282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b="1" i="0" dirty="0">
                <a:solidFill>
                  <a:srgbClr val="FF0000"/>
                </a:solidFill>
              </a:rPr>
              <a:t>Fragment</a:t>
            </a:r>
            <a:r>
              <a:rPr lang="en-US" altLang="en-US" i="0" dirty="0">
                <a:solidFill>
                  <a:srgbClr val="FF0000"/>
                </a:solidFill>
              </a:rPr>
              <a:t>: a different approach to fragmentation.</a:t>
            </a:r>
          </a:p>
          <a:p>
            <a:r>
              <a:rPr lang="en-US" altLang="en-US" i="0" dirty="0">
                <a:solidFill>
                  <a:srgbClr val="FF0000"/>
                </a:solidFill>
              </a:rPr>
              <a:t>IPv4: break down larger packets into smaller fragments (smaller MTU of the original packets)</a:t>
            </a:r>
          </a:p>
          <a:p>
            <a:r>
              <a:rPr lang="en-GB" dirty="0"/>
              <a:t>IPv6 does not allow for </a:t>
            </a:r>
            <a:r>
              <a:rPr lang="en-GB" b="1" dirty="0"/>
              <a:t>fragmentation and reassembly at intermediate routers</a:t>
            </a:r>
            <a:r>
              <a:rPr lang="en-GB" dirty="0"/>
              <a:t>; these operations can be performed only by the source and destination</a:t>
            </a:r>
            <a:r>
              <a:rPr lang="en-US" i="0" dirty="0">
                <a:solidFill>
                  <a:srgbClr val="FF0000"/>
                </a:solidFill>
              </a:rPr>
              <a:t>.</a:t>
            </a:r>
          </a:p>
          <a:p>
            <a:r>
              <a:rPr lang="en-US" altLang="en-US" i="0" dirty="0">
                <a:solidFill>
                  <a:srgbClr val="FF0000"/>
                </a:solidFill>
              </a:rPr>
              <a:t>-  A router receives a packet that is too large to send over the outgoing link, drop the packet and send back ICMP error message (network diagnostic and error reporting).</a:t>
            </a:r>
          </a:p>
          <a:p>
            <a:endParaRPr lang="en-US" altLang="en-US" i="0" dirty="0">
              <a:solidFill>
                <a:srgbClr val="FF0000"/>
              </a:solidFill>
            </a:endParaRPr>
          </a:p>
          <a:p>
            <a:r>
              <a:rPr lang="en-US" altLang="en-US" b="1" i="0" dirty="0">
                <a:solidFill>
                  <a:srgbClr val="FF0000"/>
                </a:solidFill>
              </a:rPr>
              <a:t>Checksum</a:t>
            </a:r>
            <a:r>
              <a:rPr lang="en-US" altLang="en-US" i="0" dirty="0">
                <a:solidFill>
                  <a:srgbClr val="FF0000"/>
                </a:solidFill>
              </a:rPr>
              <a:t>:</a:t>
            </a:r>
            <a:r>
              <a:rPr lang="en-US" altLang="en-US" i="0" dirty="0"/>
              <a:t> removed entirely to reduce the processing time at each hop</a:t>
            </a:r>
          </a:p>
          <a:p>
            <a:r>
              <a:rPr lang="en-GB" dirty="0"/>
              <a:t>IPv6 relies on </a:t>
            </a:r>
            <a:r>
              <a:rPr lang="en-GB" b="1" dirty="0"/>
              <a:t>end-to-end error detection </a:t>
            </a:r>
            <a:r>
              <a:rPr lang="en-GB" dirty="0"/>
              <a:t>mechanisms provided by higher-layer protocols.</a:t>
            </a:r>
          </a:p>
          <a:p>
            <a:endParaRPr lang="en-US" altLang="en-US" i="0" dirty="0"/>
          </a:p>
          <a:p>
            <a:r>
              <a:rPr lang="en-US" altLang="en-US" b="1" i="0" dirty="0">
                <a:solidFill>
                  <a:srgbClr val="FF0000"/>
                </a:solidFill>
              </a:rPr>
              <a:t>Options</a:t>
            </a:r>
            <a:r>
              <a:rPr lang="en-US" altLang="en-US" i="0" dirty="0">
                <a:solidFill>
                  <a:srgbClr val="FF0000"/>
                </a:solidFill>
              </a:rPr>
              <a:t>:</a:t>
            </a:r>
            <a:r>
              <a:rPr lang="en-US" altLang="en-US" i="0" dirty="0"/>
              <a:t> allowed, but outside of header, indicated by “Next Header” field.</a:t>
            </a:r>
            <a:endParaRPr lang="en-NZ" i="0" dirty="0"/>
          </a:p>
        </p:txBody>
      </p:sp>
    </p:spTree>
    <p:extLst>
      <p:ext uri="{BB962C8B-B14F-4D97-AF65-F5344CB8AC3E}">
        <p14:creationId xmlns:p14="http://schemas.microsoft.com/office/powerpoint/2010/main" val="2692002622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carry zero, one, or more extension headers, each identified by the Next Header field of the preceding header</a:t>
            </a:r>
          </a:p>
          <a:p>
            <a:endParaRPr lang="en-GB" dirty="0"/>
          </a:p>
          <a:p>
            <a:r>
              <a:rPr lang="en-GB" dirty="0"/>
              <a:t>Routing header: </a:t>
            </a:r>
            <a:r>
              <a:rPr lang="en-NZ" dirty="0"/>
              <a:t>used by an IPv6 source to list one or more intermediate nodes to be "visited" on the way to a packet's destination. </a:t>
            </a:r>
          </a:p>
          <a:p>
            <a:endParaRPr lang="en-NZ" dirty="0"/>
          </a:p>
          <a:p>
            <a:r>
              <a:rPr lang="en-NZ"/>
              <a:t>Fragment: send a packet larger than would fit in the path MTU to its destination.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454330025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NZ" dirty="0"/>
              <a:t>Adoption of IPv6 is slow.</a:t>
            </a:r>
          </a:p>
        </p:txBody>
      </p:sp>
    </p:spTree>
    <p:extLst>
      <p:ext uri="{BB962C8B-B14F-4D97-AF65-F5344CB8AC3E}">
        <p14:creationId xmlns:p14="http://schemas.microsoft.com/office/powerpoint/2010/main" val="2548393454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NZ" dirty="0"/>
              <a:t>IPv6 nodes have a complete IPv4 implementation.</a:t>
            </a:r>
          </a:p>
          <a:p>
            <a:endParaRPr lang="en-NZ" dirty="0"/>
          </a:p>
          <a:p>
            <a:r>
              <a:rPr lang="en-NZ" dirty="0"/>
              <a:t>Fields that do not have any counterpart in IPv4, such as flow field.</a:t>
            </a:r>
          </a:p>
        </p:txBody>
      </p:sp>
    </p:spTree>
    <p:extLst>
      <p:ext uri="{BB962C8B-B14F-4D97-AF65-F5344CB8AC3E}">
        <p14:creationId xmlns:p14="http://schemas.microsoft.com/office/powerpoint/2010/main" val="2992561980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Take </a:t>
            </a:r>
            <a:r>
              <a:rPr lang="en-GB" dirty="0"/>
              <a:t>the entire IPv6 datagram </a:t>
            </a:r>
            <a:r>
              <a:rPr lang="en-GB"/>
              <a:t>and put </a:t>
            </a:r>
            <a:r>
              <a:rPr lang="en-GB" dirty="0"/>
              <a:t>it in the data (payload) field of an </a:t>
            </a:r>
            <a:r>
              <a:rPr lang="en-GB"/>
              <a:t>IPv4 datagram.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535701266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NZ" sz="1200" kern="1200" dirty="0">
                <a:solidFill>
                  <a:schemeClr val="tx1"/>
                </a:solidFill>
                <a:effectLst/>
                <a:latin typeface="Arial" charset="0"/>
                <a:ea typeface="+mn-ea"/>
                <a:cs typeface="Arial" charset="0"/>
              </a:rPr>
              <a:t>Fig. 4.18</a:t>
            </a:r>
          </a:p>
          <a:p>
            <a:r>
              <a:rPr lang="en-NZ" sz="1200" kern="1200" dirty="0">
                <a:solidFill>
                  <a:schemeClr val="tx1"/>
                </a:solidFill>
                <a:effectLst/>
                <a:latin typeface="Arial" charset="0"/>
                <a:ea typeface="+mn-ea"/>
                <a:cs typeface="Arial" charset="0"/>
              </a:rPr>
              <a:t>This example of an ISP that connects eight organizations to the Internet nicely illustrates</a:t>
            </a:r>
          </a:p>
          <a:p>
            <a:r>
              <a:rPr lang="en-NZ" sz="1200" kern="1200" dirty="0">
                <a:solidFill>
                  <a:schemeClr val="tx1"/>
                </a:solidFill>
                <a:effectLst/>
                <a:latin typeface="Arial" charset="0"/>
                <a:ea typeface="+mn-ea"/>
                <a:cs typeface="Arial" charset="0"/>
              </a:rPr>
              <a:t>how carefully allocated </a:t>
            </a:r>
            <a:r>
              <a:rPr lang="en-NZ" sz="1200" kern="1200" dirty="0" err="1">
                <a:solidFill>
                  <a:schemeClr val="tx1"/>
                </a:solidFill>
                <a:effectLst/>
                <a:latin typeface="Arial" charset="0"/>
                <a:ea typeface="+mn-ea"/>
                <a:cs typeface="Arial" charset="0"/>
              </a:rPr>
              <a:t>CIDRized</a:t>
            </a:r>
            <a:r>
              <a:rPr lang="en-NZ" sz="1200" kern="1200" dirty="0">
                <a:solidFill>
                  <a:schemeClr val="tx1"/>
                </a:solidFill>
                <a:effectLst/>
                <a:latin typeface="Arial" charset="0"/>
                <a:ea typeface="+mn-ea"/>
                <a:cs typeface="Arial" charset="0"/>
              </a:rPr>
              <a:t> addresses facilitate routing. Suppose, as shown in above Figure,</a:t>
            </a:r>
          </a:p>
          <a:p>
            <a:r>
              <a:rPr lang="en-NZ" sz="1200" kern="1200" dirty="0">
                <a:solidFill>
                  <a:schemeClr val="tx1"/>
                </a:solidFill>
                <a:effectLst/>
                <a:latin typeface="Arial" charset="0"/>
                <a:ea typeface="+mn-ea"/>
                <a:cs typeface="Arial" charset="0"/>
              </a:rPr>
              <a:t> that the ISP (which we’ll call Fly-By-Night-ISP) advertises to the outside world that it</a:t>
            </a:r>
          </a:p>
          <a:p>
            <a:r>
              <a:rPr lang="en-NZ" sz="1200" kern="1200" dirty="0">
                <a:solidFill>
                  <a:schemeClr val="tx1"/>
                </a:solidFill>
                <a:effectLst/>
                <a:latin typeface="Arial" charset="0"/>
                <a:ea typeface="+mn-ea"/>
                <a:cs typeface="Arial" charset="0"/>
              </a:rPr>
              <a:t>should be sent any datagrams whose first 20 address bits match 200.23.16.0/20. The</a:t>
            </a:r>
          </a:p>
          <a:p>
            <a:r>
              <a:rPr lang="en-NZ" sz="1200" kern="1200" dirty="0">
                <a:solidFill>
                  <a:schemeClr val="tx1"/>
                </a:solidFill>
                <a:effectLst/>
                <a:latin typeface="Arial" charset="0"/>
                <a:ea typeface="+mn-ea"/>
                <a:cs typeface="Arial" charset="0"/>
              </a:rPr>
              <a:t>rest of the world need not know that within the address block 200.23.16.0/20 there are</a:t>
            </a:r>
          </a:p>
          <a:p>
            <a:r>
              <a:rPr lang="en-NZ" sz="1200" kern="1200" dirty="0">
                <a:solidFill>
                  <a:schemeClr val="tx1"/>
                </a:solidFill>
                <a:effectLst/>
                <a:latin typeface="Arial" charset="0"/>
                <a:ea typeface="+mn-ea"/>
                <a:cs typeface="Arial" charset="0"/>
              </a:rPr>
              <a:t>in fact eight other organizations, each with its own subnets. This ability to use a single pre-</a:t>
            </a:r>
          </a:p>
          <a:p>
            <a:r>
              <a:rPr lang="en-NZ" sz="1200" kern="1200" dirty="0">
                <a:solidFill>
                  <a:schemeClr val="tx1"/>
                </a:solidFill>
                <a:effectLst/>
                <a:latin typeface="Arial" charset="0"/>
                <a:ea typeface="+mn-ea"/>
                <a:cs typeface="Arial" charset="0"/>
              </a:rPr>
              <a:t>fix to advertise multiple networks is often referred to as </a:t>
            </a:r>
            <a:r>
              <a:rPr lang="en-NZ" sz="1200" b="1" kern="1200" dirty="0">
                <a:solidFill>
                  <a:schemeClr val="tx1"/>
                </a:solidFill>
                <a:effectLst/>
                <a:latin typeface="Arial" charset="0"/>
                <a:ea typeface="+mn-ea"/>
                <a:cs typeface="Arial" charset="0"/>
              </a:rPr>
              <a:t>address aggregation </a:t>
            </a:r>
            <a:r>
              <a:rPr lang="en-NZ" sz="1200" kern="1200" dirty="0">
                <a:solidFill>
                  <a:schemeClr val="tx1"/>
                </a:solidFill>
                <a:effectLst/>
                <a:latin typeface="Arial" charset="0"/>
                <a:ea typeface="+mn-ea"/>
                <a:cs typeface="Arial" charset="0"/>
              </a:rPr>
              <a:t>(also</a:t>
            </a:r>
          </a:p>
          <a:p>
            <a:r>
              <a:rPr lang="en-NZ" sz="1200" b="1" kern="1200" dirty="0">
                <a:solidFill>
                  <a:schemeClr val="tx1"/>
                </a:solidFill>
                <a:effectLst/>
                <a:latin typeface="Arial" charset="0"/>
                <a:ea typeface="+mn-ea"/>
                <a:cs typeface="Arial" charset="0"/>
              </a:rPr>
              <a:t>route aggregation </a:t>
            </a:r>
            <a:r>
              <a:rPr lang="en-NZ" sz="1200" kern="1200" dirty="0">
                <a:solidFill>
                  <a:schemeClr val="tx1"/>
                </a:solidFill>
                <a:effectLst/>
                <a:latin typeface="Arial" charset="0"/>
                <a:ea typeface="+mn-ea"/>
                <a:cs typeface="Arial" charset="0"/>
              </a:rPr>
              <a:t>or </a:t>
            </a:r>
            <a:r>
              <a:rPr lang="en-NZ" sz="1200" b="1" kern="1200" dirty="0">
                <a:solidFill>
                  <a:schemeClr val="tx1"/>
                </a:solidFill>
                <a:effectLst/>
                <a:latin typeface="Arial" charset="0"/>
                <a:ea typeface="+mn-ea"/>
                <a:cs typeface="Arial" charset="0"/>
              </a:rPr>
              <a:t>route summarization</a:t>
            </a:r>
            <a:r>
              <a:rPr lang="en-NZ" sz="1200" kern="1200" dirty="0">
                <a:solidFill>
                  <a:schemeClr val="tx1"/>
                </a:solidFill>
                <a:effectLst/>
                <a:latin typeface="Arial" charset="0"/>
                <a:ea typeface="+mn-ea"/>
                <a:cs typeface="Arial" charset="0"/>
              </a:rPr>
              <a:t>).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26177504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NZ" sz="1200" kern="1200" dirty="0">
                <a:solidFill>
                  <a:schemeClr val="tx1"/>
                </a:solidFill>
                <a:effectLst/>
                <a:latin typeface="Arial" charset="0"/>
                <a:ea typeface="+mn-ea"/>
                <a:cs typeface="Arial" charset="0"/>
              </a:rPr>
              <a:t>Address aggregation works extremely well when addresses are allocated in blocks to</a:t>
            </a:r>
          </a:p>
          <a:p>
            <a:r>
              <a:rPr lang="en-NZ" sz="1200" kern="1200" dirty="0">
                <a:solidFill>
                  <a:schemeClr val="tx1"/>
                </a:solidFill>
                <a:effectLst/>
                <a:latin typeface="Arial" charset="0"/>
                <a:ea typeface="+mn-ea"/>
                <a:cs typeface="Arial" charset="0"/>
              </a:rPr>
              <a:t>ISPs and then from ISPs to client organizations.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54706633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NZ" sz="1200" kern="1200" dirty="0">
                <a:solidFill>
                  <a:schemeClr val="tx1"/>
                </a:solidFill>
                <a:effectLst/>
                <a:latin typeface="Arial" charset="0"/>
                <a:ea typeface="+mn-ea"/>
                <a:cs typeface="Arial" charset="0"/>
              </a:rPr>
              <a:t>Fig. 4.19</a:t>
            </a:r>
          </a:p>
          <a:p>
            <a:endParaRPr lang="en-NZ" sz="1200" kern="1200" dirty="0">
              <a:solidFill>
                <a:schemeClr val="tx1"/>
              </a:solidFill>
              <a:effectLst/>
              <a:latin typeface="Arial" charset="0"/>
              <a:ea typeface="+mn-ea"/>
              <a:cs typeface="Arial" charset="0"/>
            </a:endParaRPr>
          </a:p>
          <a:p>
            <a:r>
              <a:rPr lang="en-NZ" sz="1200" kern="1200" dirty="0">
                <a:solidFill>
                  <a:schemeClr val="tx1"/>
                </a:solidFill>
                <a:effectLst/>
                <a:latin typeface="Arial" charset="0"/>
                <a:ea typeface="+mn-ea"/>
                <a:cs typeface="Arial" charset="0"/>
              </a:rPr>
              <a:t>But what happens when addresses are</a:t>
            </a:r>
          </a:p>
          <a:p>
            <a:r>
              <a:rPr lang="en-NZ" sz="1200" kern="1200" dirty="0">
                <a:solidFill>
                  <a:schemeClr val="tx1"/>
                </a:solidFill>
                <a:effectLst/>
                <a:latin typeface="Arial" charset="0"/>
                <a:ea typeface="+mn-ea"/>
                <a:cs typeface="Arial" charset="0"/>
              </a:rPr>
              <a:t>not allocated in such a hierarchical manner? What would happen, for example, if Fly-By-</a:t>
            </a:r>
          </a:p>
          <a:p>
            <a:r>
              <a:rPr lang="en-NZ" sz="1200" kern="1200" dirty="0">
                <a:solidFill>
                  <a:schemeClr val="tx1"/>
                </a:solidFill>
                <a:effectLst/>
                <a:latin typeface="Arial" charset="0"/>
                <a:ea typeface="+mn-ea"/>
                <a:cs typeface="Arial" charset="0"/>
              </a:rPr>
              <a:t>Night-ISP acquires ISPs-R-Us and then has Organization 1 connect to the Internet through</a:t>
            </a:r>
          </a:p>
          <a:p>
            <a:r>
              <a:rPr lang="en-NZ" sz="1200" kern="1200" dirty="0">
                <a:solidFill>
                  <a:schemeClr val="tx1"/>
                </a:solidFill>
                <a:effectLst/>
                <a:latin typeface="Arial" charset="0"/>
                <a:ea typeface="+mn-ea"/>
                <a:cs typeface="Arial" charset="0"/>
              </a:rPr>
              <a:t>its subsidiary ISPs-R-Us?</a:t>
            </a:r>
          </a:p>
          <a:p>
            <a:endParaRPr lang="en-US" dirty="0"/>
          </a:p>
          <a:p>
            <a:r>
              <a:rPr lang="en-NZ" sz="1200" kern="1200" dirty="0">
                <a:solidFill>
                  <a:schemeClr val="tx1"/>
                </a:solidFill>
                <a:effectLst/>
                <a:latin typeface="Arial" charset="0"/>
                <a:ea typeface="+mn-ea"/>
                <a:cs typeface="Arial" charset="0"/>
              </a:rPr>
              <a:t>As shown in Figure 4.18, the subsidiary ISPs-R-Us owns the</a:t>
            </a:r>
          </a:p>
          <a:p>
            <a:r>
              <a:rPr lang="en-NZ" sz="1200" kern="1200" dirty="0">
                <a:solidFill>
                  <a:schemeClr val="tx1"/>
                </a:solidFill>
                <a:effectLst/>
                <a:latin typeface="Arial" charset="0"/>
                <a:ea typeface="+mn-ea"/>
                <a:cs typeface="Arial" charset="0"/>
              </a:rPr>
              <a:t>address block 199.31.0.0/16, but Organization 1’s IP addresses are unfortunately out-</a:t>
            </a:r>
          </a:p>
          <a:p>
            <a:r>
              <a:rPr lang="en-NZ" sz="1200" kern="1200" dirty="0">
                <a:solidFill>
                  <a:schemeClr val="tx1"/>
                </a:solidFill>
                <a:effectLst/>
                <a:latin typeface="Arial" charset="0"/>
                <a:ea typeface="+mn-ea"/>
                <a:cs typeface="Arial" charset="0"/>
              </a:rPr>
              <a:t>side of this address block. What should be done here? Certainly, Organization 1 could</a:t>
            </a:r>
          </a:p>
          <a:p>
            <a:r>
              <a:rPr lang="en-NZ" sz="1200" kern="1200" dirty="0">
                <a:solidFill>
                  <a:schemeClr val="tx1"/>
                </a:solidFill>
                <a:effectLst/>
                <a:latin typeface="Arial" charset="0"/>
                <a:ea typeface="+mn-ea"/>
                <a:cs typeface="Arial" charset="0"/>
              </a:rPr>
              <a:t>renumber all of its routers and hosts to have addresses within the ISPs-R-Us address</a:t>
            </a:r>
          </a:p>
          <a:p>
            <a:r>
              <a:rPr lang="en-NZ" sz="1200" kern="1200" dirty="0">
                <a:solidFill>
                  <a:schemeClr val="tx1"/>
                </a:solidFill>
                <a:effectLst/>
                <a:latin typeface="Arial" charset="0"/>
                <a:ea typeface="+mn-ea"/>
                <a:cs typeface="Arial" charset="0"/>
              </a:rPr>
              <a:t>block. But this is a costly solution, and Organization 1 might well be reassigned to</a:t>
            </a:r>
          </a:p>
          <a:p>
            <a:r>
              <a:rPr lang="en-NZ" sz="1200" kern="1200" dirty="0">
                <a:solidFill>
                  <a:schemeClr val="tx1"/>
                </a:solidFill>
                <a:effectLst/>
                <a:latin typeface="Arial" charset="0"/>
                <a:ea typeface="+mn-ea"/>
                <a:cs typeface="Arial" charset="0"/>
              </a:rPr>
              <a:t>another subsidiary in the future. The solution typically adopted is for Organization 1</a:t>
            </a:r>
          </a:p>
          <a:p>
            <a:r>
              <a:rPr lang="en-NZ" sz="1200" kern="1200" dirty="0">
                <a:solidFill>
                  <a:schemeClr val="tx1"/>
                </a:solidFill>
                <a:effectLst/>
                <a:latin typeface="Arial" charset="0"/>
                <a:ea typeface="+mn-ea"/>
                <a:cs typeface="Arial" charset="0"/>
              </a:rPr>
              <a:t>to keep its IP addresses in 200.23.18.0/23. In this case, as shown in Figure 4.19,</a:t>
            </a:r>
          </a:p>
          <a:p>
            <a:r>
              <a:rPr lang="en-NZ" sz="1200" kern="1200" dirty="0">
                <a:solidFill>
                  <a:schemeClr val="tx1"/>
                </a:solidFill>
                <a:effectLst/>
                <a:latin typeface="Arial" charset="0"/>
                <a:ea typeface="+mn-ea"/>
                <a:cs typeface="Arial" charset="0"/>
              </a:rPr>
              <a:t>Fly-By-Night-ISP continues to advertise the address block 200.23.16.0/20 and ISPs-R-Us</a:t>
            </a:r>
          </a:p>
          <a:p>
            <a:r>
              <a:rPr lang="en-NZ" sz="1200" kern="1200" dirty="0">
                <a:solidFill>
                  <a:schemeClr val="tx1"/>
                </a:solidFill>
                <a:effectLst/>
                <a:latin typeface="Arial" charset="0"/>
                <a:ea typeface="+mn-ea"/>
                <a:cs typeface="Arial" charset="0"/>
              </a:rPr>
              <a:t>continues to advertise 199.31.0.0/16. However, ISPs-R-Us now also advertises the block</a:t>
            </a:r>
          </a:p>
          <a:p>
            <a:r>
              <a:rPr lang="en-NZ" sz="1200" kern="1200" dirty="0">
                <a:solidFill>
                  <a:schemeClr val="tx1"/>
                </a:solidFill>
                <a:effectLst/>
                <a:latin typeface="Arial" charset="0"/>
                <a:ea typeface="+mn-ea"/>
                <a:cs typeface="Arial" charset="0"/>
              </a:rPr>
              <a:t>of addresses for Organization 1, 200.23.18.0/23. When other routers in the larger</a:t>
            </a:r>
          </a:p>
          <a:p>
            <a:r>
              <a:rPr lang="en-NZ" sz="1200" kern="1200" dirty="0">
                <a:solidFill>
                  <a:schemeClr val="tx1"/>
                </a:solidFill>
                <a:effectLst/>
                <a:latin typeface="Arial" charset="0"/>
                <a:ea typeface="+mn-ea"/>
                <a:cs typeface="Arial" charset="0"/>
              </a:rPr>
              <a:t>Internet see the address blocks 200.23.16.0/20 (from Fly-By-Night-ISP) and</a:t>
            </a:r>
          </a:p>
          <a:p>
            <a:r>
              <a:rPr lang="en-NZ" sz="1200" kern="1200" dirty="0">
                <a:solidFill>
                  <a:schemeClr val="tx1"/>
                </a:solidFill>
                <a:effectLst/>
                <a:latin typeface="Arial" charset="0"/>
                <a:ea typeface="+mn-ea"/>
                <a:cs typeface="Arial" charset="0"/>
              </a:rPr>
              <a:t>200.23.18.0/23 (from ISPs-R-Us) and want to route to an address in the block</a:t>
            </a:r>
          </a:p>
          <a:p>
            <a:r>
              <a:rPr lang="en-NZ" sz="1200" kern="1200" dirty="0">
                <a:solidFill>
                  <a:schemeClr val="tx1"/>
                </a:solidFill>
                <a:effectLst/>
                <a:latin typeface="Arial" charset="0"/>
                <a:ea typeface="+mn-ea"/>
                <a:cs typeface="Arial" charset="0"/>
              </a:rPr>
              <a:t>200.23.18.0/23, they will use longest prefix matching (see Section 4.2.2), and route</a:t>
            </a:r>
          </a:p>
          <a:p>
            <a:r>
              <a:rPr lang="en-NZ" sz="1200" kern="1200" dirty="0">
                <a:solidFill>
                  <a:schemeClr val="tx1"/>
                </a:solidFill>
                <a:effectLst/>
                <a:latin typeface="Arial" charset="0"/>
                <a:ea typeface="+mn-ea"/>
                <a:cs typeface="Arial" charset="0"/>
              </a:rPr>
              <a:t>toward ISPs-R-Us, as it advertises the longest (most specific) address prefix that matches</a:t>
            </a:r>
          </a:p>
          <a:p>
            <a:r>
              <a:rPr lang="en-NZ" sz="1200" kern="1200" dirty="0">
                <a:solidFill>
                  <a:schemeClr val="tx1"/>
                </a:solidFill>
                <a:effectLst/>
                <a:latin typeface="Arial" charset="0"/>
                <a:ea typeface="+mn-ea"/>
                <a:cs typeface="Arial" charset="0"/>
              </a:rPr>
              <a:t>the destination address.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9860544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7"/>
          <p:cNvSpPr>
            <a:spLocks noChangeArrowheads="1"/>
          </p:cNvSpPr>
          <p:nvPr/>
        </p:nvSpPr>
        <p:spPr bwMode="auto">
          <a:xfrm>
            <a:off x="0" y="1676400"/>
            <a:ext cx="9144000" cy="1902346"/>
          </a:xfrm>
          <a:prstGeom prst="rect">
            <a:avLst/>
          </a:prstGeom>
          <a:noFill/>
          <a:ln>
            <a:solidFill>
              <a:srgbClr val="800000"/>
            </a:solidFill>
            <a:headEnd/>
            <a:tailEnd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6146" name="Rectangle 2"/>
          <p:cNvSpPr>
            <a:spLocks noGrp="1" noChangeArrowheads="1"/>
          </p:cNvSpPr>
          <p:nvPr userDrawn="1">
            <p:ph type="ctrTitle"/>
          </p:nvPr>
        </p:nvSpPr>
        <p:spPr>
          <a:xfrm>
            <a:off x="685800" y="1882775"/>
            <a:ext cx="7772400" cy="1470025"/>
          </a:xfrm>
        </p:spPr>
        <p:txBody>
          <a:bodyPr/>
          <a:lstStyle>
            <a:lvl1pPr>
              <a:defRPr sz="4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6147" name="Rectangle 3"/>
          <p:cNvSpPr>
            <a:spLocks noGrp="1" noChangeArrowheads="1"/>
          </p:cNvSpPr>
          <p:nvPr userDrawn="1">
            <p:ph type="subTitle" idx="1"/>
          </p:nvPr>
        </p:nvSpPr>
        <p:spPr>
          <a:xfrm>
            <a:off x="1371600" y="4343400"/>
            <a:ext cx="6400800" cy="1752600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 sz="2800"/>
            </a:lvl1pPr>
          </a:lstStyle>
          <a:p>
            <a:r>
              <a:rPr lang="en-US" dirty="0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33841914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90600"/>
            <a:ext cx="8229600" cy="5334000"/>
          </a:xfrm>
        </p:spPr>
        <p:txBody>
          <a:bodyPr/>
          <a:lstStyle>
            <a:lvl1pPr>
              <a:defRPr sz="31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26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20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8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80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76200" y="6553200"/>
            <a:ext cx="2438400" cy="266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972300" y="6553200"/>
            <a:ext cx="2011363" cy="27827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defRPr/>
            </a:pPr>
            <a:fld id="{DACE9E11-39C8-4E20-894F-A4A883CCF6EF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818422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413540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066800"/>
            <a:ext cx="4040188" cy="54102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1066800"/>
            <a:ext cx="4041775" cy="54102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itle 8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76200" y="6553200"/>
            <a:ext cx="2438400" cy="266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Slide Number Placeholder 6"/>
          <p:cNvSpPr>
            <a:spLocks noGrp="1" noChangeArrowheads="1"/>
          </p:cNvSpPr>
          <p:nvPr>
            <p:ph type="sldNum" sz="quarter" idx="10"/>
          </p:nvPr>
        </p:nvSpPr>
        <p:spPr bwMode="auto">
          <a:xfrm>
            <a:off x="6972300" y="6553200"/>
            <a:ext cx="2011363" cy="27827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defRPr/>
            </a:pPr>
            <a:fld id="{DACE9E11-39C8-4E20-894F-A4A883CCF6EF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785768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972300" y="6553200"/>
            <a:ext cx="2011363" cy="27827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defRPr/>
            </a:pPr>
            <a:fld id="{DACE9E11-39C8-4E20-894F-A4A883CCF6EF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308877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 sz="800"/>
            </a:lvl1pPr>
          </a:lstStyle>
          <a:p>
            <a:pPr>
              <a:defRPr/>
            </a:pPr>
            <a:endParaRPr lang="en-US" i="0" dirty="0"/>
          </a:p>
        </p:txBody>
      </p:sp>
      <p:sp>
        <p:nvSpPr>
          <p:cNvPr id="4" name="Content Placeholder 2"/>
          <p:cNvSpPr>
            <a:spLocks noGrp="1"/>
          </p:cNvSpPr>
          <p:nvPr>
            <p:ph idx="1"/>
          </p:nvPr>
        </p:nvSpPr>
        <p:spPr>
          <a:xfrm>
            <a:off x="914399" y="1610713"/>
            <a:ext cx="7790214" cy="4600081"/>
          </a:xfrm>
        </p:spPr>
        <p:txBody>
          <a:bodyPr/>
          <a:lstStyle>
            <a:lvl1pPr>
              <a:buFont typeface="Arial" pitchFamily="34" charset="0"/>
              <a:buNone/>
              <a:defRPr/>
            </a:lvl1pPr>
            <a:lvl2pPr>
              <a:buClr>
                <a:srgbClr val="0000FF"/>
              </a:buClr>
              <a:defRPr/>
            </a:lvl2pPr>
            <a:lvl3pPr>
              <a:buClr>
                <a:srgbClr val="0000FF"/>
              </a:buClr>
              <a:defRPr/>
            </a:lvl3pPr>
            <a:lvl4pPr>
              <a:buClr>
                <a:srgbClr val="0000FF"/>
              </a:buClr>
              <a:defRPr/>
            </a:lvl4pPr>
            <a:lvl5pPr>
              <a:buClr>
                <a:srgbClr val="0000FF"/>
              </a:buClr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7358623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>
  <p:cSld name="Title and 2 Content ov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381000"/>
            <a:ext cx="8069263" cy="6858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4152900" cy="2667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762500" y="1219200"/>
            <a:ext cx="4152900" cy="2667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half" idx="3"/>
          </p:nvPr>
        </p:nvSpPr>
        <p:spPr>
          <a:xfrm>
            <a:off x="457200" y="4038600"/>
            <a:ext cx="8458200" cy="2667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0"/>
          </p:nvPr>
        </p:nvSpPr>
        <p:spPr>
          <a:xfrm>
            <a:off x="8001000" y="6324600"/>
            <a:ext cx="914400" cy="381000"/>
          </a:xfrm>
        </p:spPr>
        <p:txBody>
          <a:bodyPr/>
          <a:lstStyle>
            <a:lvl1pPr>
              <a:defRPr/>
            </a:lvl1pPr>
          </a:lstStyle>
          <a:p>
            <a:fld id="{416E6285-D75D-4FCC-AA30-4C86105966CF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9899995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Z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33400" y="1600200"/>
            <a:ext cx="3810000" cy="464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Z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495800" y="1600200"/>
            <a:ext cx="3810000" cy="464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Z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C63A729-26C1-40F0-8BBD-D70B142A5E92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687582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1" name="Rectangle 7"/>
          <p:cNvSpPr>
            <a:spLocks noChangeArrowheads="1"/>
          </p:cNvSpPr>
          <p:nvPr/>
        </p:nvSpPr>
        <p:spPr bwMode="auto">
          <a:xfrm>
            <a:off x="0" y="0"/>
            <a:ext cx="9144000" cy="865697"/>
          </a:xfrm>
          <a:prstGeom prst="rect">
            <a:avLst/>
          </a:prstGeom>
          <a:noFill/>
          <a:ln>
            <a:solidFill>
              <a:srgbClr val="800000"/>
            </a:solidFill>
            <a:headEnd/>
            <a:tailEnd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none" anchor="ctr"/>
          <a:lstStyle/>
          <a:p>
            <a:pPr>
              <a:defRPr/>
            </a:pPr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315" name="Rectangle 2"/>
          <p:cNvSpPr>
            <a:spLocks noGrp="1" noChangeArrowheads="1"/>
          </p:cNvSpPr>
          <p:nvPr userDrawn="1">
            <p:ph type="title"/>
          </p:nvPr>
        </p:nvSpPr>
        <p:spPr bwMode="auto">
          <a:xfrm>
            <a:off x="457200" y="70056"/>
            <a:ext cx="8229600" cy="723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13316" name="Rectangle 3"/>
          <p:cNvSpPr>
            <a:spLocks noGrp="1" noChangeArrowheads="1"/>
          </p:cNvSpPr>
          <p:nvPr userDrawn="1">
            <p:ph type="body" idx="1"/>
          </p:nvPr>
        </p:nvSpPr>
        <p:spPr bwMode="auto">
          <a:xfrm>
            <a:off x="457200" y="1066800"/>
            <a:ext cx="8229600" cy="5334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29" name="Rectangle 5"/>
          <p:cNvSpPr>
            <a:spLocks noGrp="1" noChangeArrowheads="1"/>
          </p:cNvSpPr>
          <p:nvPr userDrawn="1">
            <p:ph type="ftr" sz="quarter" idx="3"/>
          </p:nvPr>
        </p:nvSpPr>
        <p:spPr bwMode="auto">
          <a:xfrm>
            <a:off x="76200" y="6553200"/>
            <a:ext cx="2438400" cy="266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1030" name="Rectangle 6"/>
          <p:cNvSpPr>
            <a:spLocks noGrp="1" noChangeArrowheads="1"/>
          </p:cNvSpPr>
          <p:nvPr userDrawn="1">
            <p:ph type="sldNum" sz="quarter" idx="4"/>
          </p:nvPr>
        </p:nvSpPr>
        <p:spPr bwMode="auto">
          <a:xfrm>
            <a:off x="6972300" y="6553200"/>
            <a:ext cx="2011363" cy="27827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defRPr/>
            </a:pPr>
            <a:fld id="{DACE9E11-39C8-4E20-894F-A4A883CCF6EF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CED2A4D-F8C0-C97C-50F2-21513F7A06A1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4320350" y="6687820"/>
            <a:ext cx="523875" cy="10668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700">
                <a:solidFill>
                  <a:srgbClr val="000000">
                    <a:alpha val="50000"/>
                  </a:srgb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In-Confidence</a:t>
            </a:r>
          </a:p>
        </p:txBody>
      </p:sp>
    </p:spTree>
    <p:extLst>
      <p:ext uri="{BB962C8B-B14F-4D97-AF65-F5344CB8AC3E}">
        <p14:creationId xmlns:p14="http://schemas.microsoft.com/office/powerpoint/2010/main" val="38065362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9" r:id="rId1"/>
    <p:sldLayoutId id="2147483720" r:id="rId2"/>
    <p:sldLayoutId id="2147483721" r:id="rId3"/>
    <p:sldLayoutId id="2147483723" r:id="rId4"/>
    <p:sldLayoutId id="2147483724" r:id="rId5"/>
    <p:sldLayoutId id="2147483727" r:id="rId6"/>
    <p:sldLayoutId id="2147483731" r:id="rId7"/>
    <p:sldLayoutId id="2147483732" r:id="rId8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3600">
          <a:solidFill>
            <a:schemeClr val="accent2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600">
          <a:solidFill>
            <a:schemeClr val="bg1"/>
          </a:solidFill>
          <a:latin typeface="Palatino Linotype" pitchFamily="18" charset="0"/>
          <a:cs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600">
          <a:solidFill>
            <a:schemeClr val="bg1"/>
          </a:solidFill>
          <a:latin typeface="Palatino Linotype" pitchFamily="18" charset="0"/>
          <a:cs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600">
          <a:solidFill>
            <a:schemeClr val="bg1"/>
          </a:solidFill>
          <a:latin typeface="Palatino Linotype" pitchFamily="18" charset="0"/>
          <a:cs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600">
          <a:solidFill>
            <a:schemeClr val="bg1"/>
          </a:solidFill>
          <a:latin typeface="Palatino Linotype" pitchFamily="18" charset="0"/>
          <a:cs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3600">
          <a:solidFill>
            <a:schemeClr val="bg1"/>
          </a:solidFill>
          <a:latin typeface="Palatino Linotype" pitchFamily="18" charset="0"/>
          <a:cs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3600">
          <a:solidFill>
            <a:schemeClr val="bg1"/>
          </a:solidFill>
          <a:latin typeface="Palatino Linotype" pitchFamily="18" charset="0"/>
          <a:cs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3600">
          <a:solidFill>
            <a:schemeClr val="bg1"/>
          </a:solidFill>
          <a:latin typeface="Palatino Linotype" pitchFamily="18" charset="0"/>
          <a:cs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3600">
          <a:solidFill>
            <a:schemeClr val="bg1"/>
          </a:solidFill>
          <a:latin typeface="Palatino Linotype" pitchFamily="18" charset="0"/>
          <a:cs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itchFamily="2" charset="2"/>
        <a:buChar char="§"/>
        <a:defRPr sz="3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rgbClr val="00B050"/>
        </a:buClr>
        <a:buChar char="•"/>
        <a:defRPr sz="2800"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o"/>
        <a:defRPr sz="2000"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1800"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1800"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>
          <a:solidFill>
            <a:schemeClr val="tx1"/>
          </a:solidFill>
          <a:latin typeface="+mn-lt"/>
          <a:cs typeface="+mn-cs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>
          <a:solidFill>
            <a:schemeClr val="tx1"/>
          </a:solidFill>
          <a:latin typeface="+mn-lt"/>
          <a:cs typeface="+mn-cs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>
          <a:solidFill>
            <a:schemeClr val="tx1"/>
          </a:solidFill>
          <a:latin typeface="+mn-lt"/>
          <a:cs typeface="+mn-cs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mailto:mengmeng.ge@canterbury.ac.nz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4.xml"/><Relationship Id="rId7" Type="http://schemas.microsoft.com/office/2007/relationships/diagramDrawing" Target="../diagrams/drawing4.xml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4.xml"/><Relationship Id="rId5" Type="http://schemas.openxmlformats.org/officeDocument/2006/relationships/diagramQuickStyle" Target="../diagrams/quickStyle4.xml"/><Relationship Id="rId4" Type="http://schemas.openxmlformats.org/officeDocument/2006/relationships/diagramLayout" Target="../diagrams/layout4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5.xml"/><Relationship Id="rId7" Type="http://schemas.microsoft.com/office/2007/relationships/diagramDrawing" Target="../diagrams/drawing5.xml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5.xml"/><Relationship Id="rId5" Type="http://schemas.openxmlformats.org/officeDocument/2006/relationships/diagramQuickStyle" Target="../diagrams/quickStyle5.xml"/><Relationship Id="rId4" Type="http://schemas.openxmlformats.org/officeDocument/2006/relationships/diagramLayout" Target="../diagrams/layout5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6.xml"/><Relationship Id="rId7" Type="http://schemas.microsoft.com/office/2007/relationships/diagramDrawing" Target="../diagrams/drawing6.xml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6.xml"/><Relationship Id="rId5" Type="http://schemas.openxmlformats.org/officeDocument/2006/relationships/diagramQuickStyle" Target="../diagrams/quickStyle6.xml"/><Relationship Id="rId4" Type="http://schemas.openxmlformats.org/officeDocument/2006/relationships/diagramLayout" Target="../diagrams/layout6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2.wmf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7.xml"/><Relationship Id="rId7" Type="http://schemas.microsoft.com/office/2007/relationships/diagramDrawing" Target="../diagrams/drawing7.xml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7.xml"/><Relationship Id="rId5" Type="http://schemas.openxmlformats.org/officeDocument/2006/relationships/diagramQuickStyle" Target="../diagrams/quickStyle7.xml"/><Relationship Id="rId4" Type="http://schemas.openxmlformats.org/officeDocument/2006/relationships/diagramLayout" Target="../diagrams/layout7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hyperlink" Target="https://users.cs.northwestern.edu/~akuzma/classes/CS340-w05/lecture_notes.htm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5800" y="3810000"/>
            <a:ext cx="7696200" cy="1752600"/>
          </a:xfrm>
        </p:spPr>
        <p:txBody>
          <a:bodyPr/>
          <a:lstStyle/>
          <a:p>
            <a:r>
              <a:rPr lang="en-US" sz="2400" dirty="0">
                <a:latin typeface="+mj-lt"/>
              </a:rPr>
              <a:t>Dr Barry Wu</a:t>
            </a:r>
          </a:p>
          <a:p>
            <a:endParaRPr lang="en-US" altLang="zh-CN" sz="1800" dirty="0">
              <a:latin typeface="+mj-lt"/>
            </a:endParaRPr>
          </a:p>
          <a:p>
            <a:r>
              <a:rPr lang="en-US" altLang="zh-CN" sz="1800" dirty="0">
                <a:latin typeface="+mj-lt"/>
              </a:rPr>
              <a:t>WRC</a:t>
            </a:r>
          </a:p>
          <a:p>
            <a:r>
              <a:rPr lang="en-US" altLang="zh-CN" sz="1800" dirty="0">
                <a:latin typeface="+mj-lt"/>
              </a:rPr>
              <a:t>University of Canterbury</a:t>
            </a:r>
          </a:p>
          <a:p>
            <a:r>
              <a:rPr lang="en-US" sz="1600" dirty="0">
                <a:latin typeface="+mj-lt"/>
                <a:hlinkClick r:id="rId3"/>
              </a:rPr>
              <a:t>Barry.wu@canterbury.ac.nz</a:t>
            </a:r>
            <a:endParaRPr lang="en-US" sz="1600" dirty="0">
              <a:latin typeface="+mj-lt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838200" y="594578"/>
            <a:ext cx="73914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latin typeface="+mj-lt"/>
              </a:rPr>
              <a:t>COSC264</a:t>
            </a:r>
          </a:p>
          <a:p>
            <a:pPr algn="ctr"/>
            <a:r>
              <a:rPr lang="en-NZ" sz="2400" dirty="0">
                <a:latin typeface="+mj-lt"/>
              </a:rPr>
              <a:t>Introduction to Computer Networks and the Internet</a:t>
            </a:r>
            <a:endParaRPr lang="en-US" sz="2400" dirty="0">
              <a:latin typeface="+mj-lt"/>
            </a:endParaRPr>
          </a:p>
        </p:txBody>
      </p:sp>
      <p:sp>
        <p:nvSpPr>
          <p:cNvPr id="5" name="Title 4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NZ" sz="3200" dirty="0"/>
              <a:t>The Network Layer in the Internet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Learning Objectives</a:t>
            </a:r>
            <a:endParaRPr lang="ko-KR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  <a:r>
              <a:rPr lang="en-US" altLang="ko-KR" dirty="0"/>
              <a:t>At the end of the lectures, you will be able to:</a:t>
            </a:r>
          </a:p>
          <a:p>
            <a:pPr lvl="1">
              <a:spcAft>
                <a:spcPts val="600"/>
              </a:spcAft>
            </a:pPr>
            <a:r>
              <a:rPr lang="en-GB" altLang="en-US" dirty="0"/>
              <a:t>Describe and compare the three routing protocols, including BGP, RIP, and OSPF</a:t>
            </a:r>
          </a:p>
          <a:p>
            <a:pPr lvl="1">
              <a:spcAft>
                <a:spcPts val="600"/>
              </a:spcAft>
            </a:pPr>
            <a:r>
              <a:rPr lang="en-GB" altLang="en-US" dirty="0"/>
              <a:t>Understand the network address translation</a:t>
            </a:r>
          </a:p>
          <a:p>
            <a:pPr lvl="1">
              <a:spcAft>
                <a:spcPts val="600"/>
              </a:spcAft>
            </a:pPr>
            <a:r>
              <a:rPr lang="en-GB" altLang="en-US" dirty="0"/>
              <a:t>Understand the IP version 6</a:t>
            </a:r>
          </a:p>
          <a:p>
            <a:pPr lvl="1">
              <a:spcAft>
                <a:spcPts val="600"/>
              </a:spcAft>
            </a:pPr>
            <a:r>
              <a:rPr lang="en-GB" altLang="en-US" dirty="0"/>
              <a:t>Understand address aggregation</a:t>
            </a:r>
          </a:p>
          <a:p>
            <a:pPr lvl="1">
              <a:spcAft>
                <a:spcPts val="600"/>
              </a:spcAft>
            </a:pPr>
            <a:endParaRPr lang="ko-KR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 bwMode="auto">
          <a:xfrm>
            <a:off x="6972300" y="6553200"/>
            <a:ext cx="2011363" cy="27827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+mn-lt"/>
                <a:ea typeface="+mn-ea"/>
                <a:cs typeface="Arial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9pPr>
          </a:lstStyle>
          <a:p>
            <a:pPr>
              <a:defRPr/>
            </a:pPr>
            <a:fld id="{DACE9E11-39C8-4E20-894F-A4A883CCF6EF}" type="slidenum">
              <a:rPr lang="en-US" smtClean="0"/>
              <a:pPr>
                <a:defRPr/>
              </a:pPr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063954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NZ" dirty="0"/>
              <a:t>Outline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724400"/>
          </a:xfrm>
        </p:spPr>
        <p:txBody>
          <a:bodyPr/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altLang="en-US" dirty="0"/>
              <a:t>Routing in the Internet</a:t>
            </a:r>
          </a:p>
          <a:p>
            <a:pPr lvl="1">
              <a:spcBef>
                <a:spcPts val="600"/>
              </a:spcBef>
              <a:spcAft>
                <a:spcPts val="600"/>
              </a:spcAft>
            </a:pPr>
            <a:r>
              <a:rPr lang="en-US" altLang="en-US" dirty="0"/>
              <a:t>BGP</a:t>
            </a:r>
          </a:p>
          <a:p>
            <a:pPr lvl="1">
              <a:spcBef>
                <a:spcPts val="600"/>
              </a:spcBef>
              <a:spcAft>
                <a:spcPts val="600"/>
              </a:spcAft>
            </a:pPr>
            <a:r>
              <a:rPr lang="en-US" altLang="en-US" dirty="0"/>
              <a:t>RIP</a:t>
            </a:r>
          </a:p>
          <a:p>
            <a:pPr lvl="1">
              <a:spcBef>
                <a:spcPts val="600"/>
              </a:spcBef>
              <a:spcAft>
                <a:spcPts val="600"/>
              </a:spcAft>
            </a:pPr>
            <a:r>
              <a:rPr lang="en-US" altLang="en-US" dirty="0"/>
              <a:t>OSPF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NZ" dirty="0"/>
              <a:t>NAT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NZ" dirty="0"/>
              <a:t>IPv6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NZ" dirty="0"/>
              <a:t>Address aggregation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endParaRPr lang="en-NZ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DACE9E11-39C8-4E20-894F-A4A883CCF6EF}" type="slidenum">
              <a:rPr lang="en-US" smtClean="0"/>
              <a:pPr>
                <a:defRPr/>
              </a:pPr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958773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98EBCB-6384-8C2E-20DD-C3AD7E8598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Subnets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E254D3-8BFD-CBBD-6447-C95B1E2A44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990600"/>
            <a:ext cx="8229600" cy="1219200"/>
          </a:xfrm>
        </p:spPr>
        <p:txBody>
          <a:bodyPr/>
          <a:lstStyle/>
          <a:p>
            <a:r>
              <a:rPr lang="en-GB" sz="2000" dirty="0"/>
              <a:t>To determine the subnets, detach each interface from its host or router, creating </a:t>
            </a:r>
            <a:r>
              <a:rPr lang="en-GB" sz="2000" dirty="0">
                <a:solidFill>
                  <a:srgbClr val="FF0000"/>
                </a:solidFill>
              </a:rPr>
              <a:t>islands of isolated networks</a:t>
            </a:r>
            <a:r>
              <a:rPr lang="en-GB" sz="2000" dirty="0"/>
              <a:t>, with interfaces terminating the end points of the isolated networks. Each of these isolated networks is called a subnet.</a:t>
            </a:r>
            <a:endParaRPr lang="en-AU" sz="20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E1351D0-BBD2-D08A-0591-BD2888F292F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DACE9E11-39C8-4E20-894F-A4A883CCF6EF}" type="slidenum">
              <a:rPr lang="en-US" smtClean="0"/>
              <a:pPr>
                <a:defRPr/>
              </a:pPr>
              <a:t>4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9631264-40ED-C5F2-2EA7-A0301FF9B9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419891"/>
            <a:ext cx="6383421" cy="4285893"/>
          </a:xfrm>
          <a:prstGeom prst="rect">
            <a:avLst/>
          </a:prstGeom>
        </p:spPr>
      </p:pic>
      <p:sp>
        <p:nvSpPr>
          <p:cNvPr id="7" name="TextBox 7">
            <a:extLst>
              <a:ext uri="{FF2B5EF4-FFF2-40B4-BE49-F238E27FC236}">
                <a16:creationId xmlns:a16="http://schemas.microsoft.com/office/drawing/2014/main" id="{D7794178-7B7F-2E32-E7D8-477C4F8EB24E}"/>
              </a:ext>
            </a:extLst>
          </p:cNvPr>
          <p:cNvSpPr txBox="1"/>
          <p:nvPr/>
        </p:nvSpPr>
        <p:spPr>
          <a:xfrm>
            <a:off x="5308807" y="6056313"/>
            <a:ext cx="3674856" cy="600164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9pPr>
          </a:lstStyle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GB" sz="1100" dirty="0"/>
              <a:t>Source: James F. Kurose &amp; Keith W. Ross, Computer networking: a top-down approach featuring the Internet, 3</a:t>
            </a:r>
            <a:r>
              <a:rPr lang="en-GB" sz="1100" baseline="30000" dirty="0"/>
              <a:t>rd</a:t>
            </a:r>
            <a:r>
              <a:rPr lang="en-GB" sz="1100" dirty="0"/>
              <a:t> edition, 2005, Figure 4.16.</a:t>
            </a:r>
          </a:p>
        </p:txBody>
      </p:sp>
    </p:spTree>
    <p:extLst>
      <p:ext uri="{BB962C8B-B14F-4D97-AF65-F5344CB8AC3E}">
        <p14:creationId xmlns:p14="http://schemas.microsoft.com/office/powerpoint/2010/main" val="7507707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4B6C2F-548B-864E-B1AF-90F4F1E667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Subnets (cont.)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48417C0-DF7C-4B2D-3986-BEB1FF21F4F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DACE9E11-39C8-4E20-894F-A4A883CCF6EF}" type="slidenum">
              <a:rPr lang="en-US" smtClean="0"/>
              <a:pPr>
                <a:defRPr/>
              </a:pPr>
              <a:t>5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6A9E050-4BE3-5A2A-87AF-C20CDCE7EF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400" y="991444"/>
            <a:ext cx="5424150" cy="5532301"/>
          </a:xfrm>
          <a:prstGeom prst="rect">
            <a:avLst/>
          </a:prstGeom>
        </p:spPr>
      </p:pic>
      <p:sp>
        <p:nvSpPr>
          <p:cNvPr id="7" name="TextBox 7">
            <a:extLst>
              <a:ext uri="{FF2B5EF4-FFF2-40B4-BE49-F238E27FC236}">
                <a16:creationId xmlns:a16="http://schemas.microsoft.com/office/drawing/2014/main" id="{C42EBF98-5DD7-D3CA-5EDA-17FB595292BD}"/>
              </a:ext>
            </a:extLst>
          </p:cNvPr>
          <p:cNvSpPr txBox="1"/>
          <p:nvPr/>
        </p:nvSpPr>
        <p:spPr>
          <a:xfrm>
            <a:off x="6080126" y="5754304"/>
            <a:ext cx="2903537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9pPr>
          </a:lstStyle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GB" sz="1100" dirty="0"/>
              <a:t>Source: James F. Kurose &amp; Keith W. Ross, Computer networking: a top-down approach featuring the Internet, 3</a:t>
            </a:r>
            <a:r>
              <a:rPr lang="en-GB" sz="1100" baseline="30000" dirty="0"/>
              <a:t>rd</a:t>
            </a:r>
            <a:r>
              <a:rPr lang="en-GB" sz="1100" dirty="0"/>
              <a:t> edition, 2005, Figure 4.17.</a:t>
            </a:r>
          </a:p>
        </p:txBody>
      </p:sp>
      <p:sp>
        <p:nvSpPr>
          <p:cNvPr id="8" name="Wave 7">
            <a:extLst>
              <a:ext uri="{FF2B5EF4-FFF2-40B4-BE49-F238E27FC236}">
                <a16:creationId xmlns:a16="http://schemas.microsoft.com/office/drawing/2014/main" id="{89509DED-BC30-C819-BCE0-09BA342B8078}"/>
              </a:ext>
            </a:extLst>
          </p:cNvPr>
          <p:cNvSpPr/>
          <p:nvPr/>
        </p:nvSpPr>
        <p:spPr>
          <a:xfrm>
            <a:off x="6080126" y="2057400"/>
            <a:ext cx="2306555" cy="870156"/>
          </a:xfrm>
          <a:prstGeom prst="wave">
            <a:avLst/>
          </a:prstGeom>
          <a:solidFill>
            <a:schemeClr val="accent1"/>
          </a:solidFill>
          <a:ln>
            <a:solidFill>
              <a:schemeClr val="accent3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NZ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6 subnets!</a:t>
            </a:r>
          </a:p>
        </p:txBody>
      </p:sp>
    </p:spTree>
    <p:extLst>
      <p:ext uri="{BB962C8B-B14F-4D97-AF65-F5344CB8AC3E}">
        <p14:creationId xmlns:p14="http://schemas.microsoft.com/office/powerpoint/2010/main" val="11880171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CF9317-0484-8E7B-E57E-34ADAA456F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NZ" dirty="0"/>
              <a:t>Interconnected Autonomous Systems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5BBBFA4-F243-F6D0-A5DF-A51A61D2636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DACE9E11-39C8-4E20-894F-A4A883CCF6EF}" type="slidenum">
              <a:rPr lang="en-US" smtClean="0"/>
              <a:pPr>
                <a:defRPr/>
              </a:pPr>
              <a:t>6</a:t>
            </a:fld>
            <a:endParaRPr lang="en-US" dirty="0"/>
          </a:p>
        </p:txBody>
      </p:sp>
      <p:grpSp>
        <p:nvGrpSpPr>
          <p:cNvPr id="128" name="Group 127">
            <a:extLst>
              <a:ext uri="{FF2B5EF4-FFF2-40B4-BE49-F238E27FC236}">
                <a16:creationId xmlns:a16="http://schemas.microsoft.com/office/drawing/2014/main" id="{599DE5B9-860D-58FA-B28C-C3CA29EE872F}"/>
              </a:ext>
            </a:extLst>
          </p:cNvPr>
          <p:cNvGrpSpPr/>
          <p:nvPr/>
        </p:nvGrpSpPr>
        <p:grpSpPr>
          <a:xfrm>
            <a:off x="1289050" y="1219200"/>
            <a:ext cx="6178550" cy="4218023"/>
            <a:chOff x="1289050" y="1573177"/>
            <a:chExt cx="6178550" cy="4218023"/>
          </a:xfrm>
        </p:grpSpPr>
        <p:sp>
          <p:nvSpPr>
            <p:cNvPr id="6" name="Freeform 2">
              <a:extLst>
                <a:ext uri="{FF2B5EF4-FFF2-40B4-BE49-F238E27FC236}">
                  <a16:creationId xmlns:a16="http://schemas.microsoft.com/office/drawing/2014/main" id="{C798FF4E-4517-5A9B-D893-29B494773E52}"/>
                </a:ext>
              </a:extLst>
            </p:cNvPr>
            <p:cNvSpPr>
              <a:spLocks/>
            </p:cNvSpPr>
            <p:nvPr/>
          </p:nvSpPr>
          <p:spPr bwMode="auto">
            <a:xfrm>
              <a:off x="5115605" y="1826815"/>
              <a:ext cx="2351995" cy="1511508"/>
            </a:xfrm>
            <a:custGeom>
              <a:avLst/>
              <a:gdLst>
                <a:gd name="T0" fmla="*/ 56 w 1162"/>
                <a:gd name="T1" fmla="*/ 162 h 543"/>
                <a:gd name="T2" fmla="*/ 368 w 1162"/>
                <a:gd name="T3" fmla="*/ 14 h 543"/>
                <a:gd name="T4" fmla="*/ 940 w 1162"/>
                <a:gd name="T5" fmla="*/ 79 h 543"/>
                <a:gd name="T6" fmla="*/ 1144 w 1162"/>
                <a:gd name="T7" fmla="*/ 239 h 543"/>
                <a:gd name="T8" fmla="*/ 1048 w 1162"/>
                <a:gd name="T9" fmla="*/ 451 h 543"/>
                <a:gd name="T10" fmla="*/ 586 w 1162"/>
                <a:gd name="T11" fmla="*/ 541 h 543"/>
                <a:gd name="T12" fmla="*/ 88 w 1162"/>
                <a:gd name="T13" fmla="*/ 439 h 543"/>
                <a:gd name="T14" fmla="*/ 56 w 1162"/>
                <a:gd name="T15" fmla="*/ 162 h 5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162" h="543">
                  <a:moveTo>
                    <a:pt x="56" y="162"/>
                  </a:moveTo>
                  <a:cubicBezTo>
                    <a:pt x="115" y="100"/>
                    <a:pt x="221" y="28"/>
                    <a:pt x="368" y="14"/>
                  </a:cubicBezTo>
                  <a:cubicBezTo>
                    <a:pt x="515" y="0"/>
                    <a:pt x="811" y="42"/>
                    <a:pt x="940" y="79"/>
                  </a:cubicBezTo>
                  <a:cubicBezTo>
                    <a:pt x="1069" y="116"/>
                    <a:pt x="1126" y="177"/>
                    <a:pt x="1144" y="239"/>
                  </a:cubicBezTo>
                  <a:cubicBezTo>
                    <a:pt x="1162" y="301"/>
                    <a:pt x="1141" y="401"/>
                    <a:pt x="1048" y="451"/>
                  </a:cubicBezTo>
                  <a:cubicBezTo>
                    <a:pt x="955" y="501"/>
                    <a:pt x="746" y="543"/>
                    <a:pt x="586" y="541"/>
                  </a:cubicBezTo>
                  <a:cubicBezTo>
                    <a:pt x="426" y="539"/>
                    <a:pt x="176" y="502"/>
                    <a:pt x="88" y="439"/>
                  </a:cubicBezTo>
                  <a:cubicBezTo>
                    <a:pt x="0" y="376"/>
                    <a:pt x="63" y="220"/>
                    <a:pt x="56" y="162"/>
                  </a:cubicBezTo>
                  <a:close/>
                </a:path>
              </a:pathLst>
            </a:custGeom>
            <a:solidFill>
              <a:srgbClr val="66CC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NZ"/>
            </a:p>
          </p:txBody>
        </p:sp>
        <p:sp>
          <p:nvSpPr>
            <p:cNvPr id="7" name="Freeform 3">
              <a:extLst>
                <a:ext uri="{FF2B5EF4-FFF2-40B4-BE49-F238E27FC236}">
                  <a16:creationId xmlns:a16="http://schemas.microsoft.com/office/drawing/2014/main" id="{B070FC22-406A-B1EB-8222-5D5DBE620285}"/>
                </a:ext>
              </a:extLst>
            </p:cNvPr>
            <p:cNvSpPr>
              <a:spLocks/>
            </p:cNvSpPr>
            <p:nvPr/>
          </p:nvSpPr>
          <p:spPr bwMode="auto">
            <a:xfrm>
              <a:off x="1289050" y="1573177"/>
              <a:ext cx="1832250" cy="1498236"/>
            </a:xfrm>
            <a:custGeom>
              <a:avLst/>
              <a:gdLst>
                <a:gd name="T0" fmla="*/ 88 w 1198"/>
                <a:gd name="T1" fmla="*/ 181 h 451"/>
                <a:gd name="T2" fmla="*/ 180 w 1198"/>
                <a:gd name="T3" fmla="*/ 89 h 451"/>
                <a:gd name="T4" fmla="*/ 448 w 1198"/>
                <a:gd name="T5" fmla="*/ 49 h 451"/>
                <a:gd name="T6" fmla="*/ 988 w 1198"/>
                <a:gd name="T7" fmla="*/ 25 h 451"/>
                <a:gd name="T8" fmla="*/ 1181 w 1198"/>
                <a:gd name="T9" fmla="*/ 197 h 451"/>
                <a:gd name="T10" fmla="*/ 889 w 1198"/>
                <a:gd name="T11" fmla="*/ 413 h 451"/>
                <a:gd name="T12" fmla="*/ 307 w 1198"/>
                <a:gd name="T13" fmla="*/ 425 h 451"/>
                <a:gd name="T14" fmla="*/ 36 w 1198"/>
                <a:gd name="T15" fmla="*/ 337 h 451"/>
                <a:gd name="T16" fmla="*/ 88 w 1198"/>
                <a:gd name="T17" fmla="*/ 181 h 4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198" h="451">
                  <a:moveTo>
                    <a:pt x="88" y="181"/>
                  </a:moveTo>
                  <a:cubicBezTo>
                    <a:pt x="159" y="143"/>
                    <a:pt x="120" y="111"/>
                    <a:pt x="180" y="89"/>
                  </a:cubicBezTo>
                  <a:cubicBezTo>
                    <a:pt x="240" y="67"/>
                    <a:pt x="313" y="60"/>
                    <a:pt x="448" y="49"/>
                  </a:cubicBezTo>
                  <a:cubicBezTo>
                    <a:pt x="583" y="38"/>
                    <a:pt x="866" y="0"/>
                    <a:pt x="988" y="25"/>
                  </a:cubicBezTo>
                  <a:cubicBezTo>
                    <a:pt x="1110" y="50"/>
                    <a:pt x="1198" y="132"/>
                    <a:pt x="1181" y="197"/>
                  </a:cubicBezTo>
                  <a:cubicBezTo>
                    <a:pt x="1164" y="262"/>
                    <a:pt x="1034" y="375"/>
                    <a:pt x="889" y="413"/>
                  </a:cubicBezTo>
                  <a:cubicBezTo>
                    <a:pt x="744" y="451"/>
                    <a:pt x="449" y="438"/>
                    <a:pt x="307" y="425"/>
                  </a:cubicBezTo>
                  <a:cubicBezTo>
                    <a:pt x="165" y="412"/>
                    <a:pt x="72" y="378"/>
                    <a:pt x="36" y="337"/>
                  </a:cubicBezTo>
                  <a:cubicBezTo>
                    <a:pt x="0" y="296"/>
                    <a:pt x="77" y="213"/>
                    <a:pt x="88" y="181"/>
                  </a:cubicBezTo>
                  <a:close/>
                </a:path>
              </a:pathLst>
            </a:custGeom>
            <a:solidFill>
              <a:srgbClr val="66CC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NZ"/>
            </a:p>
          </p:txBody>
        </p:sp>
        <p:sp>
          <p:nvSpPr>
            <p:cNvPr id="8" name="Freeform 4">
              <a:extLst>
                <a:ext uri="{FF2B5EF4-FFF2-40B4-BE49-F238E27FC236}">
                  <a16:creationId xmlns:a16="http://schemas.microsoft.com/office/drawing/2014/main" id="{0CA4740C-A44E-81D5-2D34-1E24043826EE}"/>
                </a:ext>
              </a:extLst>
            </p:cNvPr>
            <p:cNvSpPr>
              <a:spLocks/>
            </p:cNvSpPr>
            <p:nvPr/>
          </p:nvSpPr>
          <p:spPr bwMode="auto">
            <a:xfrm>
              <a:off x="2471617" y="2654090"/>
              <a:ext cx="2930139" cy="1167917"/>
            </a:xfrm>
            <a:custGeom>
              <a:avLst/>
              <a:gdLst>
                <a:gd name="T0" fmla="*/ 155 w 1583"/>
                <a:gd name="T1" fmla="*/ 224 h 682"/>
                <a:gd name="T2" fmla="*/ 407 w 1583"/>
                <a:gd name="T3" fmla="*/ 74 h 682"/>
                <a:gd name="T4" fmla="*/ 785 w 1583"/>
                <a:gd name="T5" fmla="*/ 20 h 682"/>
                <a:gd name="T6" fmla="*/ 1157 w 1583"/>
                <a:gd name="T7" fmla="*/ 194 h 682"/>
                <a:gd name="T8" fmla="*/ 1564 w 1583"/>
                <a:gd name="T9" fmla="*/ 428 h 682"/>
                <a:gd name="T10" fmla="*/ 1272 w 1583"/>
                <a:gd name="T11" fmla="*/ 644 h 682"/>
                <a:gd name="T12" fmla="*/ 690 w 1583"/>
                <a:gd name="T13" fmla="*/ 656 h 682"/>
                <a:gd name="T14" fmla="*/ 89 w 1583"/>
                <a:gd name="T15" fmla="*/ 596 h 682"/>
                <a:gd name="T16" fmla="*/ 155 w 1583"/>
                <a:gd name="T17" fmla="*/ 224 h 6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583" h="682">
                  <a:moveTo>
                    <a:pt x="155" y="224"/>
                  </a:moveTo>
                  <a:cubicBezTo>
                    <a:pt x="208" y="137"/>
                    <a:pt x="302" y="108"/>
                    <a:pt x="407" y="74"/>
                  </a:cubicBezTo>
                  <a:cubicBezTo>
                    <a:pt x="512" y="40"/>
                    <a:pt x="660" y="0"/>
                    <a:pt x="785" y="20"/>
                  </a:cubicBezTo>
                  <a:cubicBezTo>
                    <a:pt x="910" y="40"/>
                    <a:pt x="1027" y="126"/>
                    <a:pt x="1157" y="194"/>
                  </a:cubicBezTo>
                  <a:cubicBezTo>
                    <a:pt x="1287" y="262"/>
                    <a:pt x="1545" y="353"/>
                    <a:pt x="1564" y="428"/>
                  </a:cubicBezTo>
                  <a:cubicBezTo>
                    <a:pt x="1583" y="503"/>
                    <a:pt x="1417" y="606"/>
                    <a:pt x="1272" y="644"/>
                  </a:cubicBezTo>
                  <a:cubicBezTo>
                    <a:pt x="1127" y="682"/>
                    <a:pt x="887" y="664"/>
                    <a:pt x="690" y="656"/>
                  </a:cubicBezTo>
                  <a:cubicBezTo>
                    <a:pt x="493" y="648"/>
                    <a:pt x="178" y="668"/>
                    <a:pt x="89" y="596"/>
                  </a:cubicBezTo>
                  <a:cubicBezTo>
                    <a:pt x="0" y="524"/>
                    <a:pt x="102" y="311"/>
                    <a:pt x="155" y="224"/>
                  </a:cubicBezTo>
                  <a:close/>
                </a:path>
              </a:pathLst>
            </a:custGeom>
            <a:solidFill>
              <a:srgbClr val="66CC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NZ"/>
            </a:p>
          </p:txBody>
        </p:sp>
        <p:sp>
          <p:nvSpPr>
            <p:cNvPr id="9" name="Oval 5">
              <a:extLst>
                <a:ext uri="{FF2B5EF4-FFF2-40B4-BE49-F238E27FC236}">
                  <a16:creationId xmlns:a16="http://schemas.microsoft.com/office/drawing/2014/main" id="{FBABBB6A-AC74-E74A-7756-E310CBE7BE2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70100" y="2652615"/>
              <a:ext cx="456967" cy="119446"/>
            </a:xfrm>
            <a:prstGeom prst="ellipse">
              <a:avLst/>
            </a:prstGeom>
            <a:solidFill>
              <a:schemeClr val="hlink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NZ"/>
            </a:p>
          </p:txBody>
        </p:sp>
        <p:sp>
          <p:nvSpPr>
            <p:cNvPr id="10" name="Line 6">
              <a:extLst>
                <a:ext uri="{FF2B5EF4-FFF2-40B4-BE49-F238E27FC236}">
                  <a16:creationId xmlns:a16="http://schemas.microsoft.com/office/drawing/2014/main" id="{602EA842-9225-BCE3-5C81-C3AB3F2BD19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70100" y="2642293"/>
              <a:ext cx="0" cy="7373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NZ"/>
            </a:p>
          </p:txBody>
        </p:sp>
        <p:sp>
          <p:nvSpPr>
            <p:cNvPr id="11" name="Line 7">
              <a:extLst>
                <a:ext uri="{FF2B5EF4-FFF2-40B4-BE49-F238E27FC236}">
                  <a16:creationId xmlns:a16="http://schemas.microsoft.com/office/drawing/2014/main" id="{B7C6D32C-9C14-5707-46C3-7340587F81E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27067" y="2642293"/>
              <a:ext cx="0" cy="7373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NZ"/>
            </a:p>
          </p:txBody>
        </p:sp>
        <p:sp>
          <p:nvSpPr>
            <p:cNvPr id="12" name="Rectangle 8">
              <a:extLst>
                <a:ext uri="{FF2B5EF4-FFF2-40B4-BE49-F238E27FC236}">
                  <a16:creationId xmlns:a16="http://schemas.microsoft.com/office/drawing/2014/main" id="{0B297100-DB53-EECF-7096-921E50B924C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70100" y="2642293"/>
              <a:ext cx="452588" cy="72257"/>
            </a:xfrm>
            <a:prstGeom prst="rect">
              <a:avLst/>
            </a:prstGeom>
            <a:solidFill>
              <a:schemeClr val="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13" name="Oval 9">
              <a:extLst>
                <a:ext uri="{FF2B5EF4-FFF2-40B4-BE49-F238E27FC236}">
                  <a16:creationId xmlns:a16="http://schemas.microsoft.com/office/drawing/2014/main" id="{4A2FCE6F-5494-1C28-803E-CF29CAE6CAA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65720" y="2555289"/>
              <a:ext cx="456967" cy="140091"/>
            </a:xfrm>
            <a:prstGeom prst="ellipse">
              <a:avLst/>
            </a:prstGeom>
            <a:solidFill>
              <a:schemeClr val="hlink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NZ"/>
            </a:p>
          </p:txBody>
        </p:sp>
        <p:sp>
          <p:nvSpPr>
            <p:cNvPr id="14" name="Rectangle 10">
              <a:extLst>
                <a:ext uri="{FF2B5EF4-FFF2-40B4-BE49-F238E27FC236}">
                  <a16:creationId xmlns:a16="http://schemas.microsoft.com/office/drawing/2014/main" id="{2AEC8518-F645-B355-5C4F-9813ACA01C8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92736" y="2574459"/>
              <a:ext cx="205854" cy="182856"/>
            </a:xfrm>
            <a:prstGeom prst="rect">
              <a:avLst/>
            </a:prstGeom>
            <a:solidFill>
              <a:schemeClr val="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NZ"/>
            </a:p>
          </p:txBody>
        </p:sp>
        <p:sp>
          <p:nvSpPr>
            <p:cNvPr id="15" name="Text Box 11">
              <a:extLst>
                <a:ext uri="{FF2B5EF4-FFF2-40B4-BE49-F238E27FC236}">
                  <a16:creationId xmlns:a16="http://schemas.microsoft.com/office/drawing/2014/main" id="{847D97D9-35C6-DBF7-FE96-477A500B48C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55500" y="2484506"/>
              <a:ext cx="490547" cy="39667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/>
              <a:r>
                <a:rPr lang="en-US" altLang="en-US" sz="2000"/>
                <a:t>3b</a:t>
              </a:r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16" name="Oval 12">
              <a:extLst>
                <a:ext uri="{FF2B5EF4-FFF2-40B4-BE49-F238E27FC236}">
                  <a16:creationId xmlns:a16="http://schemas.microsoft.com/office/drawing/2014/main" id="{E044E6A9-DA13-0EF2-2BEB-714136E49CA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48331" y="3546248"/>
              <a:ext cx="456967" cy="119446"/>
            </a:xfrm>
            <a:prstGeom prst="ellipse">
              <a:avLst/>
            </a:prstGeom>
            <a:solidFill>
              <a:schemeClr val="hlink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NZ"/>
            </a:p>
          </p:txBody>
        </p:sp>
        <p:sp>
          <p:nvSpPr>
            <p:cNvPr id="17" name="Line 13">
              <a:extLst>
                <a:ext uri="{FF2B5EF4-FFF2-40B4-BE49-F238E27FC236}">
                  <a16:creationId xmlns:a16="http://schemas.microsoft.com/office/drawing/2014/main" id="{DDAE5D33-79FE-0A92-AC11-3620FDCCAE5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48331" y="3535926"/>
              <a:ext cx="0" cy="7373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NZ"/>
            </a:p>
          </p:txBody>
        </p:sp>
        <p:sp>
          <p:nvSpPr>
            <p:cNvPr id="18" name="Line 14">
              <a:extLst>
                <a:ext uri="{FF2B5EF4-FFF2-40B4-BE49-F238E27FC236}">
                  <a16:creationId xmlns:a16="http://schemas.microsoft.com/office/drawing/2014/main" id="{D00BC615-6704-37AD-C199-18D6A69843A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05298" y="3535926"/>
              <a:ext cx="0" cy="7373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NZ"/>
            </a:p>
          </p:txBody>
        </p:sp>
        <p:sp>
          <p:nvSpPr>
            <p:cNvPr id="19" name="Rectangle 15">
              <a:extLst>
                <a:ext uri="{FF2B5EF4-FFF2-40B4-BE49-F238E27FC236}">
                  <a16:creationId xmlns:a16="http://schemas.microsoft.com/office/drawing/2014/main" id="{68A4FE44-D912-3568-035E-F9D82A96C35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48331" y="3535926"/>
              <a:ext cx="452588" cy="72257"/>
            </a:xfrm>
            <a:prstGeom prst="rect">
              <a:avLst/>
            </a:prstGeom>
            <a:solidFill>
              <a:schemeClr val="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20" name="Oval 16">
              <a:extLst>
                <a:ext uri="{FF2B5EF4-FFF2-40B4-BE49-F238E27FC236}">
                  <a16:creationId xmlns:a16="http://schemas.microsoft.com/office/drawing/2014/main" id="{D66BFEF9-B850-45A9-D2CF-F11E0C1F676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43951" y="3448922"/>
              <a:ext cx="456967" cy="140091"/>
            </a:xfrm>
            <a:prstGeom prst="ellipse">
              <a:avLst/>
            </a:prstGeom>
            <a:solidFill>
              <a:schemeClr val="hlink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NZ"/>
            </a:p>
          </p:txBody>
        </p:sp>
        <p:grpSp>
          <p:nvGrpSpPr>
            <p:cNvPr id="21" name="Group 17">
              <a:extLst>
                <a:ext uri="{FF2B5EF4-FFF2-40B4-BE49-F238E27FC236}">
                  <a16:creationId xmlns:a16="http://schemas.microsoft.com/office/drawing/2014/main" id="{E8D99591-5512-4D28-0C56-F37402EC24C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457090" y="3369291"/>
              <a:ext cx="448208" cy="396679"/>
              <a:chOff x="2904" y="2429"/>
              <a:chExt cx="309" cy="269"/>
            </a:xfrm>
          </p:grpSpPr>
          <p:sp>
            <p:nvSpPr>
              <p:cNvPr id="124" name="Rectangle 18">
                <a:extLst>
                  <a:ext uri="{FF2B5EF4-FFF2-40B4-BE49-F238E27FC236}">
                    <a16:creationId xmlns:a16="http://schemas.microsoft.com/office/drawing/2014/main" id="{5357264C-A95A-2209-9636-A1ADF5FA041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82" y="2490"/>
                <a:ext cx="144" cy="132"/>
              </a:xfrm>
              <a:prstGeom prst="rect">
                <a:avLst/>
              </a:prstGeom>
              <a:solidFill>
                <a:schemeClr val="hlink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NZ"/>
              </a:p>
            </p:txBody>
          </p:sp>
          <p:sp>
            <p:nvSpPr>
              <p:cNvPr id="125" name="Text Box 19">
                <a:extLst>
                  <a:ext uri="{FF2B5EF4-FFF2-40B4-BE49-F238E27FC236}">
                    <a16:creationId xmlns:a16="http://schemas.microsoft.com/office/drawing/2014/main" id="{87C1B443-D84E-E56E-F495-94E4EBE1506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904" y="2429"/>
                <a:ext cx="309" cy="26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ctr"/>
                <a:r>
                  <a:rPr lang="en-US" altLang="en-US" sz="2000"/>
                  <a:t>1d</a:t>
                </a:r>
              </a:p>
            </p:txBody>
          </p:sp>
        </p:grpSp>
        <p:sp>
          <p:nvSpPr>
            <p:cNvPr id="22" name="Oval 20">
              <a:extLst>
                <a:ext uri="{FF2B5EF4-FFF2-40B4-BE49-F238E27FC236}">
                  <a16:creationId xmlns:a16="http://schemas.microsoft.com/office/drawing/2014/main" id="{1DDE175A-82D3-0625-EAE6-693CD15861D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89137" y="2457962"/>
              <a:ext cx="456967" cy="119446"/>
            </a:xfrm>
            <a:prstGeom prst="ellipse">
              <a:avLst/>
            </a:prstGeom>
            <a:solidFill>
              <a:schemeClr val="hlink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NZ"/>
            </a:p>
          </p:txBody>
        </p:sp>
        <p:sp>
          <p:nvSpPr>
            <p:cNvPr id="23" name="Line 21">
              <a:extLst>
                <a:ext uri="{FF2B5EF4-FFF2-40B4-BE49-F238E27FC236}">
                  <a16:creationId xmlns:a16="http://schemas.microsoft.com/office/drawing/2014/main" id="{37256C4D-9997-5906-A169-14A973174DD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89137" y="2447640"/>
              <a:ext cx="0" cy="7373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NZ"/>
            </a:p>
          </p:txBody>
        </p:sp>
        <p:sp>
          <p:nvSpPr>
            <p:cNvPr id="24" name="Line 22">
              <a:extLst>
                <a:ext uri="{FF2B5EF4-FFF2-40B4-BE49-F238E27FC236}">
                  <a16:creationId xmlns:a16="http://schemas.microsoft.com/office/drawing/2014/main" id="{E05D3448-3FE4-0141-26A0-A06853E3D14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46104" y="2447640"/>
              <a:ext cx="0" cy="7373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NZ"/>
            </a:p>
          </p:txBody>
        </p:sp>
        <p:sp>
          <p:nvSpPr>
            <p:cNvPr id="25" name="Rectangle 23">
              <a:extLst>
                <a:ext uri="{FF2B5EF4-FFF2-40B4-BE49-F238E27FC236}">
                  <a16:creationId xmlns:a16="http://schemas.microsoft.com/office/drawing/2014/main" id="{D21054B9-B8B6-F984-991C-483D573F8A1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89137" y="2447640"/>
              <a:ext cx="452588" cy="72257"/>
            </a:xfrm>
            <a:prstGeom prst="rect">
              <a:avLst/>
            </a:prstGeom>
            <a:solidFill>
              <a:schemeClr val="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26" name="Oval 24">
              <a:extLst>
                <a:ext uri="{FF2B5EF4-FFF2-40B4-BE49-F238E27FC236}">
                  <a16:creationId xmlns:a16="http://schemas.microsoft.com/office/drawing/2014/main" id="{99BA1374-C3F8-FFB1-C4A1-6E99AE2B14B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84757" y="2360636"/>
              <a:ext cx="456967" cy="140091"/>
            </a:xfrm>
            <a:prstGeom prst="ellipse">
              <a:avLst/>
            </a:prstGeom>
            <a:solidFill>
              <a:schemeClr val="hlink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NZ"/>
            </a:p>
          </p:txBody>
        </p:sp>
        <p:sp>
          <p:nvSpPr>
            <p:cNvPr id="27" name="Rectangle 25">
              <a:extLst>
                <a:ext uri="{FF2B5EF4-FFF2-40B4-BE49-F238E27FC236}">
                  <a16:creationId xmlns:a16="http://schemas.microsoft.com/office/drawing/2014/main" id="{3FF1CE35-74ED-6D52-40F9-5EA562274E2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11774" y="2379806"/>
              <a:ext cx="207314" cy="162211"/>
            </a:xfrm>
            <a:prstGeom prst="rect">
              <a:avLst/>
            </a:prstGeom>
            <a:solidFill>
              <a:schemeClr val="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NZ"/>
            </a:p>
          </p:txBody>
        </p:sp>
        <p:sp>
          <p:nvSpPr>
            <p:cNvPr id="28" name="Text Box 26">
              <a:extLst>
                <a:ext uri="{FF2B5EF4-FFF2-40B4-BE49-F238E27FC236}">
                  <a16:creationId xmlns:a16="http://schemas.microsoft.com/office/drawing/2014/main" id="{1D49E528-9863-948C-7744-803C42C493B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86217" y="2289853"/>
              <a:ext cx="470107" cy="39667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/>
              <a:r>
                <a:rPr lang="en-US" altLang="en-US" sz="2000"/>
                <a:t>3a</a:t>
              </a:r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29" name="Oval 27">
              <a:extLst>
                <a:ext uri="{FF2B5EF4-FFF2-40B4-BE49-F238E27FC236}">
                  <a16:creationId xmlns:a16="http://schemas.microsoft.com/office/drawing/2014/main" id="{A5CD67EA-CFE2-1081-906B-F056F5F2327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95772" y="2962290"/>
              <a:ext cx="456967" cy="119446"/>
            </a:xfrm>
            <a:prstGeom prst="ellipse">
              <a:avLst/>
            </a:prstGeom>
            <a:solidFill>
              <a:schemeClr val="hlink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NZ"/>
            </a:p>
          </p:txBody>
        </p:sp>
        <p:sp>
          <p:nvSpPr>
            <p:cNvPr id="30" name="Line 28">
              <a:extLst>
                <a:ext uri="{FF2B5EF4-FFF2-40B4-BE49-F238E27FC236}">
                  <a16:creationId xmlns:a16="http://schemas.microsoft.com/office/drawing/2014/main" id="{6A3DDACD-6156-EB43-0DD9-7538FB7DDFC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95772" y="2951967"/>
              <a:ext cx="0" cy="7373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NZ"/>
            </a:p>
          </p:txBody>
        </p:sp>
        <p:sp>
          <p:nvSpPr>
            <p:cNvPr id="31" name="Line 29">
              <a:extLst>
                <a:ext uri="{FF2B5EF4-FFF2-40B4-BE49-F238E27FC236}">
                  <a16:creationId xmlns:a16="http://schemas.microsoft.com/office/drawing/2014/main" id="{33333234-2CEB-D7D4-B75A-22579682874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52739" y="2951967"/>
              <a:ext cx="0" cy="7373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NZ"/>
            </a:p>
          </p:txBody>
        </p:sp>
        <p:sp>
          <p:nvSpPr>
            <p:cNvPr id="32" name="Rectangle 30">
              <a:extLst>
                <a:ext uri="{FF2B5EF4-FFF2-40B4-BE49-F238E27FC236}">
                  <a16:creationId xmlns:a16="http://schemas.microsoft.com/office/drawing/2014/main" id="{55BB049E-11E2-80DE-7851-866D49FC717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95772" y="2951967"/>
              <a:ext cx="452588" cy="72257"/>
            </a:xfrm>
            <a:prstGeom prst="rect">
              <a:avLst/>
            </a:prstGeom>
            <a:solidFill>
              <a:schemeClr val="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33" name="Oval 31">
              <a:extLst>
                <a:ext uri="{FF2B5EF4-FFF2-40B4-BE49-F238E27FC236}">
                  <a16:creationId xmlns:a16="http://schemas.microsoft.com/office/drawing/2014/main" id="{89E8415C-4DBC-0797-2E03-48A42F8B52A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91392" y="2864964"/>
              <a:ext cx="456967" cy="140091"/>
            </a:xfrm>
            <a:prstGeom prst="ellipse">
              <a:avLst/>
            </a:prstGeom>
            <a:solidFill>
              <a:schemeClr val="hlink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NZ"/>
            </a:p>
          </p:txBody>
        </p:sp>
        <p:grpSp>
          <p:nvGrpSpPr>
            <p:cNvPr id="34" name="Group 32">
              <a:extLst>
                <a:ext uri="{FF2B5EF4-FFF2-40B4-BE49-F238E27FC236}">
                  <a16:creationId xmlns:a16="http://schemas.microsoft.com/office/drawing/2014/main" id="{1A8A40B6-EFD2-9597-26B8-2ABCBE9981F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410372" y="2785333"/>
              <a:ext cx="426308" cy="396679"/>
              <a:chOff x="2907" y="2429"/>
              <a:chExt cx="301" cy="269"/>
            </a:xfrm>
          </p:grpSpPr>
          <p:sp>
            <p:nvSpPr>
              <p:cNvPr id="122" name="Rectangle 33">
                <a:extLst>
                  <a:ext uri="{FF2B5EF4-FFF2-40B4-BE49-F238E27FC236}">
                    <a16:creationId xmlns:a16="http://schemas.microsoft.com/office/drawing/2014/main" id="{A9A53975-542B-47D1-CA33-08B50CBA9A3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82" y="2490"/>
                <a:ext cx="144" cy="132"/>
              </a:xfrm>
              <a:prstGeom prst="rect">
                <a:avLst/>
              </a:prstGeom>
              <a:solidFill>
                <a:schemeClr val="hlink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NZ"/>
              </a:p>
            </p:txBody>
          </p:sp>
          <p:sp>
            <p:nvSpPr>
              <p:cNvPr id="123" name="Text Box 34">
                <a:extLst>
                  <a:ext uri="{FF2B5EF4-FFF2-40B4-BE49-F238E27FC236}">
                    <a16:creationId xmlns:a16="http://schemas.microsoft.com/office/drawing/2014/main" id="{1F2ED414-5547-DBE3-E896-1605A395B7B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907" y="2429"/>
                <a:ext cx="301" cy="26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ctr"/>
                <a:r>
                  <a:rPr lang="en-US" altLang="en-US" sz="2000"/>
                  <a:t>1c</a:t>
                </a:r>
              </a:p>
            </p:txBody>
          </p:sp>
        </p:grpSp>
        <p:sp>
          <p:nvSpPr>
            <p:cNvPr id="35" name="Line 35">
              <a:extLst>
                <a:ext uri="{FF2B5EF4-FFF2-40B4-BE49-F238E27FC236}">
                  <a16:creationId xmlns:a16="http://schemas.microsoft.com/office/drawing/2014/main" id="{629A29DB-BFF4-401E-B86C-3BA5EDE296E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016400" y="2685057"/>
              <a:ext cx="449668" cy="14156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NZ"/>
            </a:p>
          </p:txBody>
        </p:sp>
        <p:sp>
          <p:nvSpPr>
            <p:cNvPr id="36" name="Line 36">
              <a:extLst>
                <a:ext uri="{FF2B5EF4-FFF2-40B4-BE49-F238E27FC236}">
                  <a16:creationId xmlns:a16="http://schemas.microsoft.com/office/drawing/2014/main" id="{0C140838-35CF-E043-770C-BB037564539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489427" y="2572984"/>
              <a:ext cx="134316" cy="17105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NZ"/>
            </a:p>
          </p:txBody>
        </p:sp>
        <p:sp>
          <p:nvSpPr>
            <p:cNvPr id="37" name="Line 37">
              <a:extLst>
                <a:ext uri="{FF2B5EF4-FFF2-40B4-BE49-F238E27FC236}">
                  <a16:creationId xmlns:a16="http://schemas.microsoft.com/office/drawing/2014/main" id="{68C7E4EE-9581-88E1-67E5-6591CCB7473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917123" y="2508100"/>
              <a:ext cx="166435" cy="112073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NZ"/>
            </a:p>
          </p:txBody>
        </p:sp>
        <p:sp>
          <p:nvSpPr>
            <p:cNvPr id="38" name="Freeform 38">
              <a:extLst>
                <a:ext uri="{FF2B5EF4-FFF2-40B4-BE49-F238E27FC236}">
                  <a16:creationId xmlns:a16="http://schemas.microsoft.com/office/drawing/2014/main" id="{5918F94E-823F-646F-994B-9F31741A5A9D}"/>
                </a:ext>
              </a:extLst>
            </p:cNvPr>
            <p:cNvSpPr>
              <a:spLocks/>
            </p:cNvSpPr>
            <p:nvPr/>
          </p:nvSpPr>
          <p:spPr bwMode="auto">
            <a:xfrm>
              <a:off x="3902378" y="3443023"/>
              <a:ext cx="385429" cy="120921"/>
            </a:xfrm>
            <a:custGeom>
              <a:avLst/>
              <a:gdLst>
                <a:gd name="T0" fmla="*/ 0 w 264"/>
                <a:gd name="T1" fmla="*/ 82 h 82"/>
                <a:gd name="T2" fmla="*/ 264 w 264"/>
                <a:gd name="T3" fmla="*/ 0 h 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264" h="82">
                  <a:moveTo>
                    <a:pt x="0" y="82"/>
                  </a:moveTo>
                  <a:lnTo>
                    <a:pt x="264" y="0"/>
                  </a:lnTo>
                </a:path>
              </a:pathLst>
            </a:custGeom>
            <a:noFill/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NZ"/>
            </a:p>
          </p:txBody>
        </p:sp>
        <p:sp>
          <p:nvSpPr>
            <p:cNvPr id="39" name="Freeform 39">
              <a:extLst>
                <a:ext uri="{FF2B5EF4-FFF2-40B4-BE49-F238E27FC236}">
                  <a16:creationId xmlns:a16="http://schemas.microsoft.com/office/drawing/2014/main" id="{C681AB01-29B0-5919-518D-008FDACB5138}"/>
                </a:ext>
              </a:extLst>
            </p:cNvPr>
            <p:cNvSpPr>
              <a:spLocks/>
            </p:cNvSpPr>
            <p:nvPr/>
          </p:nvSpPr>
          <p:spPr bwMode="auto">
            <a:xfrm>
              <a:off x="3230797" y="3389936"/>
              <a:ext cx="221914" cy="174008"/>
            </a:xfrm>
            <a:custGeom>
              <a:avLst/>
              <a:gdLst>
                <a:gd name="T0" fmla="*/ 0 w 152"/>
                <a:gd name="T1" fmla="*/ 0 h 118"/>
                <a:gd name="T2" fmla="*/ 152 w 152"/>
                <a:gd name="T3" fmla="*/ 118 h 1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52" h="118">
                  <a:moveTo>
                    <a:pt x="0" y="0"/>
                  </a:moveTo>
                  <a:lnTo>
                    <a:pt x="152" y="118"/>
                  </a:lnTo>
                </a:path>
              </a:pathLst>
            </a:custGeom>
            <a:noFill/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NZ"/>
            </a:p>
          </p:txBody>
        </p:sp>
        <p:sp>
          <p:nvSpPr>
            <p:cNvPr id="40" name="Freeform 40">
              <a:extLst>
                <a:ext uri="{FF2B5EF4-FFF2-40B4-BE49-F238E27FC236}">
                  <a16:creationId xmlns:a16="http://schemas.microsoft.com/office/drawing/2014/main" id="{93301E1E-C99B-680E-D8E9-54D14A5B3D5D}"/>
                </a:ext>
              </a:extLst>
            </p:cNvPr>
            <p:cNvSpPr>
              <a:spLocks/>
            </p:cNvSpPr>
            <p:nvPr/>
          </p:nvSpPr>
          <p:spPr bwMode="auto">
            <a:xfrm>
              <a:off x="3411832" y="3286711"/>
              <a:ext cx="823417" cy="120921"/>
            </a:xfrm>
            <a:custGeom>
              <a:avLst/>
              <a:gdLst>
                <a:gd name="T0" fmla="*/ 0 w 564"/>
                <a:gd name="T1" fmla="*/ 0 h 82"/>
                <a:gd name="T2" fmla="*/ 564 w 564"/>
                <a:gd name="T3" fmla="*/ 82 h 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564" h="82">
                  <a:moveTo>
                    <a:pt x="0" y="0"/>
                  </a:moveTo>
                  <a:lnTo>
                    <a:pt x="564" y="82"/>
                  </a:lnTo>
                </a:path>
              </a:pathLst>
            </a:custGeom>
            <a:noFill/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NZ"/>
            </a:p>
          </p:txBody>
        </p:sp>
        <p:sp>
          <p:nvSpPr>
            <p:cNvPr id="41" name="Freeform 41">
              <a:extLst>
                <a:ext uri="{FF2B5EF4-FFF2-40B4-BE49-F238E27FC236}">
                  <a16:creationId xmlns:a16="http://schemas.microsoft.com/office/drawing/2014/main" id="{AEE61987-0B74-0D9A-E347-3C4C8BABC8FC}"/>
                </a:ext>
              </a:extLst>
            </p:cNvPr>
            <p:cNvSpPr>
              <a:spLocks/>
            </p:cNvSpPr>
            <p:nvPr/>
          </p:nvSpPr>
          <p:spPr bwMode="auto">
            <a:xfrm>
              <a:off x="3321314" y="3047819"/>
              <a:ext cx="110957" cy="138616"/>
            </a:xfrm>
            <a:custGeom>
              <a:avLst/>
              <a:gdLst>
                <a:gd name="T0" fmla="*/ 0 w 76"/>
                <a:gd name="T1" fmla="*/ 94 h 94"/>
                <a:gd name="T2" fmla="*/ 76 w 76"/>
                <a:gd name="T3" fmla="*/ 0 h 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76" h="94">
                  <a:moveTo>
                    <a:pt x="0" y="94"/>
                  </a:moveTo>
                  <a:lnTo>
                    <a:pt x="76" y="0"/>
                  </a:lnTo>
                </a:path>
              </a:pathLst>
            </a:custGeom>
            <a:noFill/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NZ"/>
            </a:p>
          </p:txBody>
        </p:sp>
        <p:sp>
          <p:nvSpPr>
            <p:cNvPr id="42" name="Freeform 42">
              <a:extLst>
                <a:ext uri="{FF2B5EF4-FFF2-40B4-BE49-F238E27FC236}">
                  <a16:creationId xmlns:a16="http://schemas.microsoft.com/office/drawing/2014/main" id="{C5454454-B816-789C-19C5-36B18CDBB3A9}"/>
                </a:ext>
              </a:extLst>
            </p:cNvPr>
            <p:cNvSpPr>
              <a:spLocks/>
            </p:cNvSpPr>
            <p:nvPr/>
          </p:nvSpPr>
          <p:spPr bwMode="auto">
            <a:xfrm>
              <a:off x="2115387" y="2493354"/>
              <a:ext cx="367910" cy="168109"/>
            </a:xfrm>
            <a:custGeom>
              <a:avLst/>
              <a:gdLst>
                <a:gd name="T0" fmla="*/ 0 w 252"/>
                <a:gd name="T1" fmla="*/ 114 h 114"/>
                <a:gd name="T2" fmla="*/ 252 w 252"/>
                <a:gd name="T3" fmla="*/ 0 h 1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252" h="114">
                  <a:moveTo>
                    <a:pt x="0" y="114"/>
                  </a:moveTo>
                  <a:lnTo>
                    <a:pt x="252" y="0"/>
                  </a:lnTo>
                </a:path>
              </a:pathLst>
            </a:custGeom>
            <a:noFill/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NZ"/>
            </a:p>
          </p:txBody>
        </p:sp>
        <p:sp>
          <p:nvSpPr>
            <p:cNvPr id="43" name="Freeform 43">
              <a:extLst>
                <a:ext uri="{FF2B5EF4-FFF2-40B4-BE49-F238E27FC236}">
                  <a16:creationId xmlns:a16="http://schemas.microsoft.com/office/drawing/2014/main" id="{7FD3D6BF-F0D6-3649-3F30-463488933505}"/>
                </a:ext>
              </a:extLst>
            </p:cNvPr>
            <p:cNvSpPr>
              <a:spLocks/>
            </p:cNvSpPr>
            <p:nvPr/>
          </p:nvSpPr>
          <p:spPr bwMode="auto">
            <a:xfrm>
              <a:off x="2751930" y="2581832"/>
              <a:ext cx="648222" cy="380458"/>
            </a:xfrm>
            <a:custGeom>
              <a:avLst/>
              <a:gdLst>
                <a:gd name="T0" fmla="*/ 0 w 444"/>
                <a:gd name="T1" fmla="*/ 0 h 258"/>
                <a:gd name="T2" fmla="*/ 444 w 444"/>
                <a:gd name="T3" fmla="*/ 258 h 2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444" h="258">
                  <a:moveTo>
                    <a:pt x="0" y="0"/>
                  </a:moveTo>
                  <a:lnTo>
                    <a:pt x="444" y="258"/>
                  </a:lnTo>
                </a:path>
              </a:pathLst>
            </a:custGeom>
            <a:noFill/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NZ"/>
            </a:p>
          </p:txBody>
        </p:sp>
        <p:sp>
          <p:nvSpPr>
            <p:cNvPr id="44" name="Freeform 44">
              <a:extLst>
                <a:ext uri="{FF2B5EF4-FFF2-40B4-BE49-F238E27FC236}">
                  <a16:creationId xmlns:a16="http://schemas.microsoft.com/office/drawing/2014/main" id="{76F0CF7A-9E56-55FE-51C9-83E7E67796A6}"/>
                </a:ext>
              </a:extLst>
            </p:cNvPr>
            <p:cNvSpPr>
              <a:spLocks/>
            </p:cNvSpPr>
            <p:nvPr/>
          </p:nvSpPr>
          <p:spPr bwMode="auto">
            <a:xfrm>
              <a:off x="4684917" y="2755840"/>
              <a:ext cx="954814" cy="619350"/>
            </a:xfrm>
            <a:custGeom>
              <a:avLst/>
              <a:gdLst>
                <a:gd name="T0" fmla="*/ 0 w 654"/>
                <a:gd name="T1" fmla="*/ 420 h 420"/>
                <a:gd name="T2" fmla="*/ 654 w 654"/>
                <a:gd name="T3" fmla="*/ 0 h 4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654" h="420">
                  <a:moveTo>
                    <a:pt x="0" y="420"/>
                  </a:moveTo>
                  <a:lnTo>
                    <a:pt x="654" y="0"/>
                  </a:lnTo>
                </a:path>
              </a:pathLst>
            </a:custGeom>
            <a:noFill/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NZ"/>
            </a:p>
          </p:txBody>
        </p:sp>
        <p:sp>
          <p:nvSpPr>
            <p:cNvPr id="45" name="Oval 45">
              <a:extLst>
                <a:ext uri="{FF2B5EF4-FFF2-40B4-BE49-F238E27FC236}">
                  <a16:creationId xmlns:a16="http://schemas.microsoft.com/office/drawing/2014/main" id="{711EA934-DA00-A6A3-8CC6-95F1003445D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59433" y="2661463"/>
              <a:ext cx="456967" cy="119446"/>
            </a:xfrm>
            <a:prstGeom prst="ellipse">
              <a:avLst/>
            </a:prstGeom>
            <a:solidFill>
              <a:schemeClr val="hlink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NZ"/>
            </a:p>
          </p:txBody>
        </p:sp>
        <p:sp>
          <p:nvSpPr>
            <p:cNvPr id="46" name="Line 46">
              <a:extLst>
                <a:ext uri="{FF2B5EF4-FFF2-40B4-BE49-F238E27FC236}">
                  <a16:creationId xmlns:a16="http://schemas.microsoft.com/office/drawing/2014/main" id="{554B70AE-783A-0705-E4D9-2DE11EE94C5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559433" y="2651140"/>
              <a:ext cx="0" cy="7373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NZ"/>
            </a:p>
          </p:txBody>
        </p:sp>
        <p:sp>
          <p:nvSpPr>
            <p:cNvPr id="47" name="Line 47">
              <a:extLst>
                <a:ext uri="{FF2B5EF4-FFF2-40B4-BE49-F238E27FC236}">
                  <a16:creationId xmlns:a16="http://schemas.microsoft.com/office/drawing/2014/main" id="{C8C5B50A-0BB4-CB36-E2EF-52AE2D0CB6E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016400" y="2651140"/>
              <a:ext cx="0" cy="7373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NZ"/>
            </a:p>
          </p:txBody>
        </p:sp>
        <p:sp>
          <p:nvSpPr>
            <p:cNvPr id="48" name="Rectangle 48">
              <a:extLst>
                <a:ext uri="{FF2B5EF4-FFF2-40B4-BE49-F238E27FC236}">
                  <a16:creationId xmlns:a16="http://schemas.microsoft.com/office/drawing/2014/main" id="{04ED6801-F36B-6981-2099-D0EF8B1551F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59433" y="2651140"/>
              <a:ext cx="452588" cy="72257"/>
            </a:xfrm>
            <a:prstGeom prst="rect">
              <a:avLst/>
            </a:prstGeom>
            <a:solidFill>
              <a:schemeClr val="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49" name="Oval 49">
              <a:extLst>
                <a:ext uri="{FF2B5EF4-FFF2-40B4-BE49-F238E27FC236}">
                  <a16:creationId xmlns:a16="http://schemas.microsoft.com/office/drawing/2014/main" id="{9B53AB69-2EF9-BBA1-A805-262DC312DDC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55053" y="2564137"/>
              <a:ext cx="456967" cy="140091"/>
            </a:xfrm>
            <a:prstGeom prst="ellipse">
              <a:avLst/>
            </a:prstGeom>
            <a:solidFill>
              <a:schemeClr val="hlink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NZ"/>
            </a:p>
          </p:txBody>
        </p:sp>
        <p:sp>
          <p:nvSpPr>
            <p:cNvPr id="50" name="Rectangle 50">
              <a:extLst>
                <a:ext uri="{FF2B5EF4-FFF2-40B4-BE49-F238E27FC236}">
                  <a16:creationId xmlns:a16="http://schemas.microsoft.com/office/drawing/2014/main" id="{156F9DC7-936E-2EED-B0EE-546C3465E29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682069" y="2583307"/>
              <a:ext cx="205854" cy="176957"/>
            </a:xfrm>
            <a:prstGeom prst="rect">
              <a:avLst/>
            </a:prstGeom>
            <a:solidFill>
              <a:schemeClr val="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NZ"/>
            </a:p>
          </p:txBody>
        </p:sp>
        <p:sp>
          <p:nvSpPr>
            <p:cNvPr id="51" name="Text Box 51">
              <a:extLst>
                <a:ext uri="{FF2B5EF4-FFF2-40B4-BE49-F238E27FC236}">
                  <a16:creationId xmlns:a16="http://schemas.microsoft.com/office/drawing/2014/main" id="{BDE6233F-BCDF-26BD-DB79-76976A52584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555053" y="2493354"/>
              <a:ext cx="470107" cy="39815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/>
              <a:r>
                <a:rPr lang="en-US" altLang="en-US" sz="2000"/>
                <a:t>2a</a:t>
              </a:r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52" name="Text Box 52">
              <a:extLst>
                <a:ext uri="{FF2B5EF4-FFF2-40B4-BE49-F238E27FC236}">
                  <a16:creationId xmlns:a16="http://schemas.microsoft.com/office/drawing/2014/main" id="{D242DCCA-F525-D553-48A5-6BE457169DF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160646" y="2623122"/>
              <a:ext cx="702241" cy="39667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en-US" sz="2000"/>
                <a:t>AS3</a:t>
              </a:r>
              <a:endParaRPr lang="en-US" altLang="en-US"/>
            </a:p>
          </p:txBody>
        </p:sp>
        <p:sp>
          <p:nvSpPr>
            <p:cNvPr id="54" name="Text Box 54">
              <a:extLst>
                <a:ext uri="{FF2B5EF4-FFF2-40B4-BE49-F238E27FC236}">
                  <a16:creationId xmlns:a16="http://schemas.microsoft.com/office/drawing/2014/main" id="{5D0407F4-667E-EFF5-CB36-6992373EA4C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971141" y="2918051"/>
              <a:ext cx="648222" cy="36718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en-US"/>
                <a:t>AS2</a:t>
              </a:r>
            </a:p>
          </p:txBody>
        </p:sp>
        <p:sp>
          <p:nvSpPr>
            <p:cNvPr id="55" name="Oval 55">
              <a:extLst>
                <a:ext uri="{FF2B5EF4-FFF2-40B4-BE49-F238E27FC236}">
                  <a16:creationId xmlns:a16="http://schemas.microsoft.com/office/drawing/2014/main" id="{009FFFA6-EFAA-AF28-4268-25D9C865AA9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49024" y="3271965"/>
              <a:ext cx="456967" cy="119446"/>
            </a:xfrm>
            <a:prstGeom prst="ellipse">
              <a:avLst/>
            </a:prstGeom>
            <a:solidFill>
              <a:schemeClr val="hlink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NZ"/>
            </a:p>
          </p:txBody>
        </p:sp>
        <p:sp>
          <p:nvSpPr>
            <p:cNvPr id="56" name="Line 56">
              <a:extLst>
                <a:ext uri="{FF2B5EF4-FFF2-40B4-BE49-F238E27FC236}">
                  <a16:creationId xmlns:a16="http://schemas.microsoft.com/office/drawing/2014/main" id="{AC422091-8749-C5FF-252B-D44CB05643F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49024" y="3261642"/>
              <a:ext cx="0" cy="7373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NZ"/>
            </a:p>
          </p:txBody>
        </p:sp>
        <p:sp>
          <p:nvSpPr>
            <p:cNvPr id="57" name="Line 57">
              <a:extLst>
                <a:ext uri="{FF2B5EF4-FFF2-40B4-BE49-F238E27FC236}">
                  <a16:creationId xmlns:a16="http://schemas.microsoft.com/office/drawing/2014/main" id="{C05D4916-9C3D-3C06-44AC-D11F7540483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05992" y="3261642"/>
              <a:ext cx="0" cy="7373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NZ"/>
            </a:p>
          </p:txBody>
        </p:sp>
        <p:sp>
          <p:nvSpPr>
            <p:cNvPr id="58" name="Rectangle 58">
              <a:extLst>
                <a:ext uri="{FF2B5EF4-FFF2-40B4-BE49-F238E27FC236}">
                  <a16:creationId xmlns:a16="http://schemas.microsoft.com/office/drawing/2014/main" id="{23B99F93-E318-47D5-24C5-8CD6EBB21C8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49024" y="3261642"/>
              <a:ext cx="452588" cy="72257"/>
            </a:xfrm>
            <a:prstGeom prst="rect">
              <a:avLst/>
            </a:prstGeom>
            <a:solidFill>
              <a:schemeClr val="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59" name="Oval 59">
              <a:extLst>
                <a:ext uri="{FF2B5EF4-FFF2-40B4-BE49-F238E27FC236}">
                  <a16:creationId xmlns:a16="http://schemas.microsoft.com/office/drawing/2014/main" id="{0A1E3AE8-C0C0-D447-DACA-84FDB082687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44644" y="3180537"/>
              <a:ext cx="456967" cy="140091"/>
            </a:xfrm>
            <a:prstGeom prst="ellipse">
              <a:avLst/>
            </a:prstGeom>
            <a:solidFill>
              <a:schemeClr val="hlink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NZ"/>
            </a:p>
          </p:txBody>
        </p:sp>
        <p:sp>
          <p:nvSpPr>
            <p:cNvPr id="60" name="Rectangle 60">
              <a:extLst>
                <a:ext uri="{FF2B5EF4-FFF2-40B4-BE49-F238E27FC236}">
                  <a16:creationId xmlns:a16="http://schemas.microsoft.com/office/drawing/2014/main" id="{F4948436-6CD8-51AB-4E8F-EE98CCAE2F4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68741" y="3220352"/>
              <a:ext cx="207314" cy="141566"/>
            </a:xfrm>
            <a:prstGeom prst="rect">
              <a:avLst/>
            </a:prstGeom>
            <a:solidFill>
              <a:schemeClr val="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NZ"/>
            </a:p>
          </p:txBody>
        </p:sp>
        <p:sp>
          <p:nvSpPr>
            <p:cNvPr id="61" name="Text Box 61">
              <a:extLst>
                <a:ext uri="{FF2B5EF4-FFF2-40B4-BE49-F238E27FC236}">
                  <a16:creationId xmlns:a16="http://schemas.microsoft.com/office/drawing/2014/main" id="{8B3D4FD1-1E4F-B0BE-2907-1B494E4BDDE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68004" y="3100906"/>
              <a:ext cx="429228" cy="39667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/>
              <a:r>
                <a:rPr lang="en-US" altLang="en-US" sz="2000"/>
                <a:t>1a</a:t>
              </a:r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grpSp>
          <p:nvGrpSpPr>
            <p:cNvPr id="62" name="Group 62">
              <a:extLst>
                <a:ext uri="{FF2B5EF4-FFF2-40B4-BE49-F238E27FC236}">
                  <a16:creationId xmlns:a16="http://schemas.microsoft.com/office/drawing/2014/main" id="{00883EA2-A571-D324-71F8-5080A317A5D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063119" y="2325245"/>
              <a:ext cx="471567" cy="396679"/>
              <a:chOff x="4320" y="1940"/>
              <a:chExt cx="323" cy="269"/>
            </a:xfrm>
          </p:grpSpPr>
          <p:sp>
            <p:nvSpPr>
              <p:cNvPr id="115" name="Oval 63">
                <a:extLst>
                  <a:ext uri="{FF2B5EF4-FFF2-40B4-BE49-F238E27FC236}">
                    <a16:creationId xmlns:a16="http://schemas.microsoft.com/office/drawing/2014/main" id="{3646BEC9-3A08-99F8-2F3D-40F0F716480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23" y="2054"/>
                <a:ext cx="313" cy="81"/>
              </a:xfrm>
              <a:prstGeom prst="ellipse">
                <a:avLst/>
              </a:prstGeom>
              <a:solidFill>
                <a:schemeClr val="hlink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NZ"/>
              </a:p>
            </p:txBody>
          </p:sp>
          <p:sp>
            <p:nvSpPr>
              <p:cNvPr id="116" name="Line 64">
                <a:extLst>
                  <a:ext uri="{FF2B5EF4-FFF2-40B4-BE49-F238E27FC236}">
                    <a16:creationId xmlns:a16="http://schemas.microsoft.com/office/drawing/2014/main" id="{73A18C9E-991C-4604-B58F-6BDC3A16619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323" y="2047"/>
                <a:ext cx="0" cy="5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NZ"/>
              </a:p>
            </p:txBody>
          </p:sp>
          <p:sp>
            <p:nvSpPr>
              <p:cNvPr id="117" name="Line 65">
                <a:extLst>
                  <a:ext uri="{FF2B5EF4-FFF2-40B4-BE49-F238E27FC236}">
                    <a16:creationId xmlns:a16="http://schemas.microsoft.com/office/drawing/2014/main" id="{A788CF3D-5A59-E28B-49BF-0DDBA4064CE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636" y="2047"/>
                <a:ext cx="0" cy="5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NZ"/>
              </a:p>
            </p:txBody>
          </p:sp>
          <p:sp>
            <p:nvSpPr>
              <p:cNvPr id="118" name="Rectangle 66">
                <a:extLst>
                  <a:ext uri="{FF2B5EF4-FFF2-40B4-BE49-F238E27FC236}">
                    <a16:creationId xmlns:a16="http://schemas.microsoft.com/office/drawing/2014/main" id="{541400DC-B9AC-7180-F587-12BCEA3F596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23" y="2047"/>
                <a:ext cx="310" cy="49"/>
              </a:xfrm>
              <a:prstGeom prst="rect">
                <a:avLst/>
              </a:prstGeom>
              <a:solidFill>
                <a:schemeClr val="hlink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endParaRPr lang="en-US" altLang="en-US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19" name="Oval 67">
                <a:extLst>
                  <a:ext uri="{FF2B5EF4-FFF2-40B4-BE49-F238E27FC236}">
                    <a16:creationId xmlns:a16="http://schemas.microsoft.com/office/drawing/2014/main" id="{FDA694B4-F47A-443C-3852-0EAA0EED1F1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20" y="1988"/>
                <a:ext cx="313" cy="95"/>
              </a:xfrm>
              <a:prstGeom prst="ellipse">
                <a:avLst/>
              </a:prstGeom>
              <a:solidFill>
                <a:schemeClr val="hlink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NZ"/>
              </a:p>
            </p:txBody>
          </p:sp>
          <p:sp>
            <p:nvSpPr>
              <p:cNvPr id="120" name="Rectangle 68">
                <a:extLst>
                  <a:ext uri="{FF2B5EF4-FFF2-40B4-BE49-F238E27FC236}">
                    <a16:creationId xmlns:a16="http://schemas.microsoft.com/office/drawing/2014/main" id="{A54D315D-727A-C1C0-4524-64F09808D94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07" y="2001"/>
                <a:ext cx="141" cy="118"/>
              </a:xfrm>
              <a:prstGeom prst="rect">
                <a:avLst/>
              </a:prstGeom>
              <a:solidFill>
                <a:schemeClr val="hlink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NZ"/>
              </a:p>
            </p:txBody>
          </p:sp>
          <p:sp>
            <p:nvSpPr>
              <p:cNvPr id="121" name="Text Box 69">
                <a:extLst>
                  <a:ext uri="{FF2B5EF4-FFF2-40B4-BE49-F238E27FC236}">
                    <a16:creationId xmlns:a16="http://schemas.microsoft.com/office/drawing/2014/main" id="{6F9AC7A1-DF9A-2B90-2482-4D7B48A1089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320" y="1940"/>
                <a:ext cx="323" cy="26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ctr"/>
                <a:r>
                  <a:rPr lang="en-US" altLang="en-US" sz="2000"/>
                  <a:t>2c</a:t>
                </a:r>
                <a:endParaRPr lang="en-US" altLang="en-US" sz="2400"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63" name="Group 70">
              <a:extLst>
                <a:ext uri="{FF2B5EF4-FFF2-40B4-BE49-F238E27FC236}">
                  <a16:creationId xmlns:a16="http://schemas.microsoft.com/office/drawing/2014/main" id="{82652EE0-4219-7A3B-61AB-BA8AB5D1736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457308" y="2652615"/>
              <a:ext cx="492006" cy="396679"/>
              <a:chOff x="4590" y="2162"/>
              <a:chExt cx="337" cy="269"/>
            </a:xfrm>
          </p:grpSpPr>
          <p:sp>
            <p:nvSpPr>
              <p:cNvPr id="108" name="Oval 71">
                <a:extLst>
                  <a:ext uri="{FF2B5EF4-FFF2-40B4-BE49-F238E27FC236}">
                    <a16:creationId xmlns:a16="http://schemas.microsoft.com/office/drawing/2014/main" id="{087DC23A-46AD-BAD8-0816-49834F135D1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599" y="2276"/>
                <a:ext cx="313" cy="81"/>
              </a:xfrm>
              <a:prstGeom prst="ellipse">
                <a:avLst/>
              </a:prstGeom>
              <a:solidFill>
                <a:schemeClr val="hlink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NZ"/>
              </a:p>
            </p:txBody>
          </p:sp>
          <p:sp>
            <p:nvSpPr>
              <p:cNvPr id="109" name="Line 72">
                <a:extLst>
                  <a:ext uri="{FF2B5EF4-FFF2-40B4-BE49-F238E27FC236}">
                    <a16:creationId xmlns:a16="http://schemas.microsoft.com/office/drawing/2014/main" id="{052FD0C7-1026-7745-7B0B-738702F0A38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599" y="2269"/>
                <a:ext cx="0" cy="5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NZ"/>
              </a:p>
            </p:txBody>
          </p:sp>
          <p:sp>
            <p:nvSpPr>
              <p:cNvPr id="110" name="Line 73">
                <a:extLst>
                  <a:ext uri="{FF2B5EF4-FFF2-40B4-BE49-F238E27FC236}">
                    <a16:creationId xmlns:a16="http://schemas.microsoft.com/office/drawing/2014/main" id="{BACFF8A1-6607-3F2F-80D9-4E65042C4DD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912" y="2269"/>
                <a:ext cx="0" cy="5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NZ"/>
              </a:p>
            </p:txBody>
          </p:sp>
          <p:sp>
            <p:nvSpPr>
              <p:cNvPr id="111" name="Rectangle 74">
                <a:extLst>
                  <a:ext uri="{FF2B5EF4-FFF2-40B4-BE49-F238E27FC236}">
                    <a16:creationId xmlns:a16="http://schemas.microsoft.com/office/drawing/2014/main" id="{761A801C-A053-6499-6B07-392243EC6EE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599" y="2269"/>
                <a:ext cx="310" cy="49"/>
              </a:xfrm>
              <a:prstGeom prst="rect">
                <a:avLst/>
              </a:prstGeom>
              <a:solidFill>
                <a:schemeClr val="hlink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endParaRPr lang="en-US" altLang="en-US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12" name="Oval 75">
                <a:extLst>
                  <a:ext uri="{FF2B5EF4-FFF2-40B4-BE49-F238E27FC236}">
                    <a16:creationId xmlns:a16="http://schemas.microsoft.com/office/drawing/2014/main" id="{30227F84-DC88-8AD2-FEEF-520CA032291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596" y="2210"/>
                <a:ext cx="313" cy="95"/>
              </a:xfrm>
              <a:prstGeom prst="ellipse">
                <a:avLst/>
              </a:prstGeom>
              <a:solidFill>
                <a:schemeClr val="hlink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NZ"/>
              </a:p>
            </p:txBody>
          </p:sp>
          <p:sp>
            <p:nvSpPr>
              <p:cNvPr id="113" name="Rectangle 76">
                <a:extLst>
                  <a:ext uri="{FF2B5EF4-FFF2-40B4-BE49-F238E27FC236}">
                    <a16:creationId xmlns:a16="http://schemas.microsoft.com/office/drawing/2014/main" id="{DB331D87-5854-38FD-B5E8-0C061648236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83" y="2223"/>
                <a:ext cx="142" cy="110"/>
              </a:xfrm>
              <a:prstGeom prst="rect">
                <a:avLst/>
              </a:prstGeom>
              <a:solidFill>
                <a:schemeClr val="hlink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NZ"/>
              </a:p>
            </p:txBody>
          </p:sp>
          <p:sp>
            <p:nvSpPr>
              <p:cNvPr id="114" name="Text Box 77">
                <a:extLst>
                  <a:ext uri="{FF2B5EF4-FFF2-40B4-BE49-F238E27FC236}">
                    <a16:creationId xmlns:a16="http://schemas.microsoft.com/office/drawing/2014/main" id="{24EC830E-CCF9-5EB3-91BE-90BDAF7879C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590" y="2162"/>
                <a:ext cx="337" cy="26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ctr"/>
                <a:r>
                  <a:rPr lang="en-US" altLang="en-US" sz="2000"/>
                  <a:t>2b</a:t>
                </a:r>
                <a:endParaRPr lang="en-US" altLang="en-US" sz="2400"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64" name="Group 78">
              <a:extLst>
                <a:ext uri="{FF2B5EF4-FFF2-40B4-BE49-F238E27FC236}">
                  <a16:creationId xmlns:a16="http://schemas.microsoft.com/office/drawing/2014/main" id="{B5AE1CA2-DB15-BA1E-491A-B3FB39B1B43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232329" y="3198233"/>
              <a:ext cx="461347" cy="396679"/>
              <a:chOff x="2016" y="1980"/>
              <a:chExt cx="316" cy="269"/>
            </a:xfrm>
          </p:grpSpPr>
          <p:sp>
            <p:nvSpPr>
              <p:cNvPr id="100" name="Oval 79">
                <a:extLst>
                  <a:ext uri="{FF2B5EF4-FFF2-40B4-BE49-F238E27FC236}">
                    <a16:creationId xmlns:a16="http://schemas.microsoft.com/office/drawing/2014/main" id="{1F22EC0B-2302-41DB-FF2E-908D6D8038A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019" y="2102"/>
                <a:ext cx="313" cy="81"/>
              </a:xfrm>
              <a:prstGeom prst="ellipse">
                <a:avLst/>
              </a:prstGeom>
              <a:solidFill>
                <a:schemeClr val="hlink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NZ"/>
              </a:p>
            </p:txBody>
          </p:sp>
          <p:sp>
            <p:nvSpPr>
              <p:cNvPr id="101" name="Line 80">
                <a:extLst>
                  <a:ext uri="{FF2B5EF4-FFF2-40B4-BE49-F238E27FC236}">
                    <a16:creationId xmlns:a16="http://schemas.microsoft.com/office/drawing/2014/main" id="{40542E6F-C498-2E64-1263-0528AD8E9CF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19" y="2095"/>
                <a:ext cx="0" cy="5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NZ"/>
              </a:p>
            </p:txBody>
          </p:sp>
          <p:sp>
            <p:nvSpPr>
              <p:cNvPr id="102" name="Line 81">
                <a:extLst>
                  <a:ext uri="{FF2B5EF4-FFF2-40B4-BE49-F238E27FC236}">
                    <a16:creationId xmlns:a16="http://schemas.microsoft.com/office/drawing/2014/main" id="{829C170C-7C93-5B47-03C4-2378E3B0C74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332" y="2095"/>
                <a:ext cx="0" cy="5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NZ"/>
              </a:p>
            </p:txBody>
          </p:sp>
          <p:sp>
            <p:nvSpPr>
              <p:cNvPr id="103" name="Rectangle 82">
                <a:extLst>
                  <a:ext uri="{FF2B5EF4-FFF2-40B4-BE49-F238E27FC236}">
                    <a16:creationId xmlns:a16="http://schemas.microsoft.com/office/drawing/2014/main" id="{BC696AA8-CE2F-7B86-D75B-FEDC15D44F5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019" y="2095"/>
                <a:ext cx="310" cy="49"/>
              </a:xfrm>
              <a:prstGeom prst="rect">
                <a:avLst/>
              </a:prstGeom>
              <a:solidFill>
                <a:schemeClr val="hlink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endParaRPr lang="en-US" altLang="en-US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04" name="Oval 83">
                <a:extLst>
                  <a:ext uri="{FF2B5EF4-FFF2-40B4-BE49-F238E27FC236}">
                    <a16:creationId xmlns:a16="http://schemas.microsoft.com/office/drawing/2014/main" id="{AF57A3B5-BC70-2D09-CF4C-73A8C956353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016" y="2036"/>
                <a:ext cx="313" cy="95"/>
              </a:xfrm>
              <a:prstGeom prst="ellipse">
                <a:avLst/>
              </a:prstGeom>
              <a:solidFill>
                <a:schemeClr val="hlink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NZ"/>
              </a:p>
            </p:txBody>
          </p:sp>
          <p:grpSp>
            <p:nvGrpSpPr>
              <p:cNvPr id="105" name="Group 84">
                <a:extLst>
                  <a:ext uri="{FF2B5EF4-FFF2-40B4-BE49-F238E27FC236}">
                    <a16:creationId xmlns:a16="http://schemas.microsoft.com/office/drawing/2014/main" id="{81F1D422-FFF9-5398-2D17-D5B3D7A41BD0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022" y="1980"/>
                <a:ext cx="306" cy="269"/>
                <a:chOff x="2901" y="2429"/>
                <a:chExt cx="313" cy="269"/>
              </a:xfrm>
            </p:grpSpPr>
            <p:sp>
              <p:nvSpPr>
                <p:cNvPr id="106" name="Rectangle 85">
                  <a:extLst>
                    <a:ext uri="{FF2B5EF4-FFF2-40B4-BE49-F238E27FC236}">
                      <a16:creationId xmlns:a16="http://schemas.microsoft.com/office/drawing/2014/main" id="{126D6EB8-F0A7-F1BE-456A-26B2D692423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chemeClr val="hlink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NZ"/>
                </a:p>
              </p:txBody>
            </p:sp>
            <p:sp>
              <p:nvSpPr>
                <p:cNvPr id="107" name="Text Box 86">
                  <a:extLst>
                    <a:ext uri="{FF2B5EF4-FFF2-40B4-BE49-F238E27FC236}">
                      <a16:creationId xmlns:a16="http://schemas.microsoft.com/office/drawing/2014/main" id="{755B0D41-E7CA-D09A-FA3A-E28F5D9B14F5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901" y="2429"/>
                  <a:ext cx="313" cy="269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/>
                <a:p>
                  <a:pPr algn="ctr"/>
                  <a:r>
                    <a:rPr lang="en-US" altLang="en-US" sz="2000"/>
                    <a:t>1b</a:t>
                  </a:r>
                  <a:endParaRPr lang="en-US" altLang="en-US" sz="2400">
                    <a:latin typeface="Times New Roman" panose="02020603050405020304" pitchFamily="18" charset="0"/>
                  </a:endParaRPr>
                </a:p>
              </p:txBody>
            </p:sp>
          </p:grpSp>
        </p:grpSp>
        <p:grpSp>
          <p:nvGrpSpPr>
            <p:cNvPr id="127" name="Group 126">
              <a:extLst>
                <a:ext uri="{FF2B5EF4-FFF2-40B4-BE49-F238E27FC236}">
                  <a16:creationId xmlns:a16="http://schemas.microsoft.com/office/drawing/2014/main" id="{6AE415C7-36DE-0304-0785-362B0D18FC11}"/>
                </a:ext>
              </a:extLst>
            </p:cNvPr>
            <p:cNvGrpSpPr/>
            <p:nvPr/>
          </p:nvGrpSpPr>
          <p:grpSpPr>
            <a:xfrm>
              <a:off x="4149029" y="3514352"/>
              <a:ext cx="2698006" cy="2276848"/>
              <a:chOff x="4083794" y="3438152"/>
              <a:chExt cx="2698006" cy="2276848"/>
            </a:xfrm>
          </p:grpSpPr>
          <p:sp>
            <p:nvSpPr>
              <p:cNvPr id="66" name="Rectangle 89">
                <a:extLst>
                  <a:ext uri="{FF2B5EF4-FFF2-40B4-BE49-F238E27FC236}">
                    <a16:creationId xmlns:a16="http://schemas.microsoft.com/office/drawing/2014/main" id="{473567CB-D644-D909-DACC-557D78C8FFB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092554" y="4067825"/>
                <a:ext cx="2677566" cy="1647175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NZ"/>
              </a:p>
            </p:txBody>
          </p:sp>
          <p:grpSp>
            <p:nvGrpSpPr>
              <p:cNvPr id="126" name="Group 125">
                <a:extLst>
                  <a:ext uri="{FF2B5EF4-FFF2-40B4-BE49-F238E27FC236}">
                    <a16:creationId xmlns:a16="http://schemas.microsoft.com/office/drawing/2014/main" id="{387F14C1-C986-D2DA-139B-A0D1CA68BAE9}"/>
                  </a:ext>
                </a:extLst>
              </p:cNvPr>
              <p:cNvGrpSpPr/>
              <p:nvPr/>
            </p:nvGrpSpPr>
            <p:grpSpPr>
              <a:xfrm>
                <a:off x="4083794" y="3438152"/>
                <a:ext cx="2698006" cy="2080721"/>
                <a:chOff x="4083794" y="3438152"/>
                <a:chExt cx="2698006" cy="2080721"/>
              </a:xfrm>
            </p:grpSpPr>
            <p:sp>
              <p:nvSpPr>
                <p:cNvPr id="65" name="Freeform 88">
                  <a:extLst>
                    <a:ext uri="{FF2B5EF4-FFF2-40B4-BE49-F238E27FC236}">
                      <a16:creationId xmlns:a16="http://schemas.microsoft.com/office/drawing/2014/main" id="{7B427E35-0D54-FF3A-0562-B21855BFB6C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083794" y="3438152"/>
                  <a:ext cx="2698006" cy="610502"/>
                </a:xfrm>
                <a:custGeom>
                  <a:avLst/>
                  <a:gdLst>
                    <a:gd name="T0" fmla="*/ 0 w 1848"/>
                    <a:gd name="T1" fmla="*/ 414 h 414"/>
                    <a:gd name="T2" fmla="*/ 84 w 1848"/>
                    <a:gd name="T3" fmla="*/ 0 h 414"/>
                    <a:gd name="T4" fmla="*/ 384 w 1848"/>
                    <a:gd name="T5" fmla="*/ 6 h 414"/>
                    <a:gd name="T6" fmla="*/ 1848 w 1848"/>
                    <a:gd name="T7" fmla="*/ 414 h 414"/>
                    <a:gd name="T8" fmla="*/ 0 w 1848"/>
                    <a:gd name="T9" fmla="*/ 414 h 41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848" h="414">
                      <a:moveTo>
                        <a:pt x="0" y="414"/>
                      </a:moveTo>
                      <a:lnTo>
                        <a:pt x="84" y="0"/>
                      </a:lnTo>
                      <a:lnTo>
                        <a:pt x="384" y="6"/>
                      </a:lnTo>
                      <a:lnTo>
                        <a:pt x="1848" y="414"/>
                      </a:lnTo>
                      <a:lnTo>
                        <a:pt x="0" y="414"/>
                      </a:lnTo>
                      <a:close/>
                    </a:path>
                  </a:pathLst>
                </a:custGeom>
                <a:solidFill>
                  <a:srgbClr val="DDDDDD"/>
                </a:solidFill>
                <a:ln w="9525" cap="flat" cmpd="sng">
                  <a:solidFill>
                    <a:srgbClr val="DDDDDD"/>
                  </a:solidFill>
                  <a:prstDash val="solid"/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NZ"/>
                </a:p>
              </p:txBody>
            </p:sp>
            <p:grpSp>
              <p:nvGrpSpPr>
                <p:cNvPr id="67" name="Group 90">
                  <a:extLst>
                    <a:ext uri="{FF2B5EF4-FFF2-40B4-BE49-F238E27FC236}">
                      <a16:creationId xmlns:a16="http://schemas.microsoft.com/office/drawing/2014/main" id="{CC0EE568-BD89-9018-C842-E4CAF9D49887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4260450" y="4199068"/>
                  <a:ext cx="1074530" cy="706354"/>
                  <a:chOff x="1595" y="2898"/>
                  <a:chExt cx="736" cy="479"/>
                </a:xfrm>
              </p:grpSpPr>
              <p:sp>
                <p:nvSpPr>
                  <p:cNvPr id="98" name="Oval 91">
                    <a:extLst>
                      <a:ext uri="{FF2B5EF4-FFF2-40B4-BE49-F238E27FC236}">
                        <a16:creationId xmlns:a16="http://schemas.microsoft.com/office/drawing/2014/main" id="{C146CE8D-7851-0815-F942-A8948D210C02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1595" y="2898"/>
                    <a:ext cx="736" cy="479"/>
                  </a:xfrm>
                  <a:prstGeom prst="ellipse">
                    <a:avLst/>
                  </a:prstGeom>
                  <a:noFill/>
                  <a:ln w="9525">
                    <a:solidFill>
                      <a:schemeClr val="accent2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NZ"/>
                  </a:p>
                </p:txBody>
              </p:sp>
              <p:sp>
                <p:nvSpPr>
                  <p:cNvPr id="99" name="Text Box 92">
                    <a:extLst>
                      <a:ext uri="{FF2B5EF4-FFF2-40B4-BE49-F238E27FC236}">
                        <a16:creationId xmlns:a16="http://schemas.microsoft.com/office/drawing/2014/main" id="{8EA69DF0-1E03-824C-97F6-4399C33CA212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1733" y="2933"/>
                    <a:ext cx="558" cy="438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>
                    <a:spAutoFit/>
                  </a:bodyPr>
                  <a:lstStyle/>
                  <a:p>
                    <a:pPr eaLnBrk="1" hangingPunct="1"/>
                    <a:r>
                      <a:rPr lang="en-US" altLang="en-US" sz="1200" dirty="0">
                        <a:solidFill>
                          <a:schemeClr val="accent2"/>
                        </a:solidFill>
                        <a:latin typeface="Arial" panose="020B0604020202020204" pitchFamily="34" charset="0"/>
                      </a:rPr>
                      <a:t>Intra-AS</a:t>
                    </a:r>
                  </a:p>
                  <a:p>
                    <a:pPr eaLnBrk="1" hangingPunct="1"/>
                    <a:r>
                      <a:rPr lang="en-US" altLang="en-US" sz="1200" dirty="0">
                        <a:solidFill>
                          <a:schemeClr val="accent2"/>
                        </a:solidFill>
                        <a:latin typeface="Arial" panose="020B0604020202020204" pitchFamily="34" charset="0"/>
                      </a:rPr>
                      <a:t>routing </a:t>
                    </a:r>
                  </a:p>
                  <a:p>
                    <a:pPr eaLnBrk="1" hangingPunct="1"/>
                    <a:r>
                      <a:rPr lang="en-US" altLang="en-US" sz="1200" dirty="0">
                        <a:solidFill>
                          <a:schemeClr val="accent2"/>
                        </a:solidFill>
                        <a:latin typeface="Arial" panose="020B0604020202020204" pitchFamily="34" charset="0"/>
                      </a:rPr>
                      <a:t>algorithm</a:t>
                    </a:r>
                  </a:p>
                </p:txBody>
              </p:sp>
            </p:grpSp>
            <p:grpSp>
              <p:nvGrpSpPr>
                <p:cNvPr id="68" name="Group 93">
                  <a:extLst>
                    <a:ext uri="{FF2B5EF4-FFF2-40B4-BE49-F238E27FC236}">
                      <a16:creationId xmlns:a16="http://schemas.microsoft.com/office/drawing/2014/main" id="{14DEC2CF-4056-843A-8C91-1E00ADC306B3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5463457" y="4210865"/>
                  <a:ext cx="1074530" cy="706354"/>
                  <a:chOff x="2402" y="2826"/>
                  <a:chExt cx="736" cy="479"/>
                </a:xfrm>
              </p:grpSpPr>
              <p:sp>
                <p:nvSpPr>
                  <p:cNvPr id="96" name="Oval 94">
                    <a:extLst>
                      <a:ext uri="{FF2B5EF4-FFF2-40B4-BE49-F238E27FC236}">
                        <a16:creationId xmlns:a16="http://schemas.microsoft.com/office/drawing/2014/main" id="{BC217F98-F12E-AF09-89FF-1CC2AAA84B10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2402" y="2826"/>
                    <a:ext cx="736" cy="479"/>
                  </a:xfrm>
                  <a:prstGeom prst="ellipse">
                    <a:avLst/>
                  </a:prstGeom>
                  <a:noFill/>
                  <a:ln w="9525">
                    <a:solidFill>
                      <a:srgbClr val="FF0000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NZ"/>
                  </a:p>
                </p:txBody>
              </p:sp>
              <p:sp>
                <p:nvSpPr>
                  <p:cNvPr id="97" name="Text Box 95">
                    <a:extLst>
                      <a:ext uri="{FF2B5EF4-FFF2-40B4-BE49-F238E27FC236}">
                        <a16:creationId xmlns:a16="http://schemas.microsoft.com/office/drawing/2014/main" id="{61574833-1BBC-9732-8E34-D4C4F3A43136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2539" y="2862"/>
                    <a:ext cx="558" cy="438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>
                    <a:spAutoFit/>
                  </a:bodyPr>
                  <a:lstStyle/>
                  <a:p>
                    <a:pPr eaLnBrk="1" hangingPunct="1"/>
                    <a:r>
                      <a:rPr lang="en-US" altLang="en-US" sz="1200" dirty="0">
                        <a:solidFill>
                          <a:srgbClr val="FF0000"/>
                        </a:solidFill>
                        <a:latin typeface="Arial" panose="020B0604020202020204" pitchFamily="34" charset="0"/>
                      </a:rPr>
                      <a:t>Inter-AS</a:t>
                    </a:r>
                  </a:p>
                  <a:p>
                    <a:pPr eaLnBrk="1" hangingPunct="1"/>
                    <a:r>
                      <a:rPr lang="en-US" altLang="en-US" sz="1200" dirty="0">
                        <a:solidFill>
                          <a:srgbClr val="FF0000"/>
                        </a:solidFill>
                        <a:latin typeface="Arial" panose="020B0604020202020204" pitchFamily="34" charset="0"/>
                      </a:rPr>
                      <a:t>routing </a:t>
                    </a:r>
                  </a:p>
                  <a:p>
                    <a:pPr eaLnBrk="1" hangingPunct="1"/>
                    <a:r>
                      <a:rPr lang="en-US" altLang="en-US" sz="1200" dirty="0">
                        <a:solidFill>
                          <a:srgbClr val="FF0000"/>
                        </a:solidFill>
                        <a:latin typeface="Arial" panose="020B0604020202020204" pitchFamily="34" charset="0"/>
                      </a:rPr>
                      <a:t>algorithm</a:t>
                    </a:r>
                  </a:p>
                </p:txBody>
              </p:sp>
            </p:grpSp>
            <p:sp>
              <p:nvSpPr>
                <p:cNvPr id="69" name="Rectangle 96">
                  <a:extLst>
                    <a:ext uri="{FF2B5EF4-FFF2-40B4-BE49-F238E27FC236}">
                      <a16:creationId xmlns:a16="http://schemas.microsoft.com/office/drawing/2014/main" id="{C189E477-33C5-96B7-F7B6-04FE085439D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777275" y="5126618"/>
                  <a:ext cx="1138769" cy="392255"/>
                </a:xfrm>
                <a:prstGeom prst="rect">
                  <a:avLst/>
                </a:prstGeom>
                <a:solidFill>
                  <a:schemeClr val="accent1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algn="ctr" eaLnBrk="1" hangingPunct="1"/>
                  <a:r>
                    <a:rPr lang="en-US" altLang="en-US" sz="1400">
                      <a:latin typeface="Arial" panose="020B0604020202020204" pitchFamily="34" charset="0"/>
                    </a:rPr>
                    <a:t>Forwarding</a:t>
                  </a:r>
                </a:p>
                <a:p>
                  <a:pPr algn="ctr" eaLnBrk="1" hangingPunct="1"/>
                  <a:r>
                    <a:rPr lang="en-US" altLang="en-US" sz="1400">
                      <a:latin typeface="Arial" panose="020B0604020202020204" pitchFamily="34" charset="0"/>
                    </a:rPr>
                    <a:t>table</a:t>
                  </a:r>
                </a:p>
              </p:txBody>
            </p:sp>
            <p:sp>
              <p:nvSpPr>
                <p:cNvPr id="70" name="Freeform 97">
                  <a:extLst>
                    <a:ext uri="{FF2B5EF4-FFF2-40B4-BE49-F238E27FC236}">
                      <a16:creationId xmlns:a16="http://schemas.microsoft.com/office/drawing/2014/main" id="{15894515-72A8-1FF3-A83D-3E0EF215704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362647" y="4787450"/>
                  <a:ext cx="401489" cy="508752"/>
                </a:xfrm>
                <a:custGeom>
                  <a:avLst/>
                  <a:gdLst>
                    <a:gd name="T0" fmla="*/ 0 w 275"/>
                    <a:gd name="T1" fmla="*/ 0 h 345"/>
                    <a:gd name="T2" fmla="*/ 71 w 275"/>
                    <a:gd name="T3" fmla="*/ 230 h 345"/>
                    <a:gd name="T4" fmla="*/ 275 w 275"/>
                    <a:gd name="T5" fmla="*/ 345 h 34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75" h="345">
                      <a:moveTo>
                        <a:pt x="0" y="0"/>
                      </a:moveTo>
                      <a:cubicBezTo>
                        <a:pt x="12" y="86"/>
                        <a:pt x="25" y="173"/>
                        <a:pt x="71" y="230"/>
                      </a:cubicBezTo>
                      <a:cubicBezTo>
                        <a:pt x="117" y="287"/>
                        <a:pt x="241" y="326"/>
                        <a:pt x="275" y="345"/>
                      </a:cubicBezTo>
                    </a:path>
                  </a:pathLst>
                </a:custGeom>
                <a:noFill/>
                <a:ln w="9525">
                  <a:solidFill>
                    <a:schemeClr val="accent2"/>
                  </a:solidFill>
                  <a:round/>
                  <a:headEnd/>
                  <a:tailEnd type="triangl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NZ"/>
                </a:p>
              </p:txBody>
            </p:sp>
            <p:sp>
              <p:nvSpPr>
                <p:cNvPr id="71" name="Freeform 98">
                  <a:extLst>
                    <a:ext uri="{FF2B5EF4-FFF2-40B4-BE49-F238E27FC236}">
                      <a16:creationId xmlns:a16="http://schemas.microsoft.com/office/drawing/2014/main" id="{D5085096-6664-1784-3D51-941DF587089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916044" y="4787450"/>
                  <a:ext cx="516826" cy="548567"/>
                </a:xfrm>
                <a:custGeom>
                  <a:avLst/>
                  <a:gdLst>
                    <a:gd name="T0" fmla="*/ 354 w 354"/>
                    <a:gd name="T1" fmla="*/ 0 h 372"/>
                    <a:gd name="T2" fmla="*/ 248 w 354"/>
                    <a:gd name="T3" fmla="*/ 274 h 372"/>
                    <a:gd name="T4" fmla="*/ 0 w 354"/>
                    <a:gd name="T5" fmla="*/ 372 h 37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354" h="372">
                      <a:moveTo>
                        <a:pt x="354" y="0"/>
                      </a:moveTo>
                      <a:cubicBezTo>
                        <a:pt x="330" y="106"/>
                        <a:pt x="307" y="212"/>
                        <a:pt x="248" y="274"/>
                      </a:cubicBezTo>
                      <a:cubicBezTo>
                        <a:pt x="189" y="336"/>
                        <a:pt x="41" y="354"/>
                        <a:pt x="0" y="372"/>
                      </a:cubicBezTo>
                    </a:path>
                  </a:pathLst>
                </a:custGeom>
                <a:noFill/>
                <a:ln w="9525">
                  <a:solidFill>
                    <a:srgbClr val="FF0000"/>
                  </a:solidFill>
                  <a:round/>
                  <a:headEnd/>
                  <a:tailEnd type="triangl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NZ"/>
                </a:p>
              </p:txBody>
            </p:sp>
          </p:grpSp>
        </p:grpSp>
        <p:grpSp>
          <p:nvGrpSpPr>
            <p:cNvPr id="72" name="Group 99">
              <a:extLst>
                <a:ext uri="{FF2B5EF4-FFF2-40B4-BE49-F238E27FC236}">
                  <a16:creationId xmlns:a16="http://schemas.microsoft.com/office/drawing/2014/main" id="{2B5024C9-3296-9253-74FB-4E2ADD5CB3D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897853" y="2086352"/>
              <a:ext cx="468647" cy="396679"/>
              <a:chOff x="2014" y="1980"/>
              <a:chExt cx="321" cy="269"/>
            </a:xfrm>
          </p:grpSpPr>
          <p:sp>
            <p:nvSpPr>
              <p:cNvPr id="88" name="Oval 100">
                <a:extLst>
                  <a:ext uri="{FF2B5EF4-FFF2-40B4-BE49-F238E27FC236}">
                    <a16:creationId xmlns:a16="http://schemas.microsoft.com/office/drawing/2014/main" id="{C6CB6AA4-7516-0A62-041E-07E06BD46AD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019" y="2102"/>
                <a:ext cx="313" cy="81"/>
              </a:xfrm>
              <a:prstGeom prst="ellipse">
                <a:avLst/>
              </a:prstGeom>
              <a:solidFill>
                <a:schemeClr val="hlink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NZ"/>
              </a:p>
            </p:txBody>
          </p:sp>
          <p:sp>
            <p:nvSpPr>
              <p:cNvPr id="89" name="Line 101">
                <a:extLst>
                  <a:ext uri="{FF2B5EF4-FFF2-40B4-BE49-F238E27FC236}">
                    <a16:creationId xmlns:a16="http://schemas.microsoft.com/office/drawing/2014/main" id="{ABAC4782-10C9-B621-B502-F22A33D7A8D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19" y="2095"/>
                <a:ext cx="0" cy="5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NZ"/>
              </a:p>
            </p:txBody>
          </p:sp>
          <p:sp>
            <p:nvSpPr>
              <p:cNvPr id="90" name="Line 102">
                <a:extLst>
                  <a:ext uri="{FF2B5EF4-FFF2-40B4-BE49-F238E27FC236}">
                    <a16:creationId xmlns:a16="http://schemas.microsoft.com/office/drawing/2014/main" id="{375736C4-1BDE-D124-F647-ED20D9AF8F7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332" y="2095"/>
                <a:ext cx="0" cy="5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NZ"/>
              </a:p>
            </p:txBody>
          </p:sp>
          <p:sp>
            <p:nvSpPr>
              <p:cNvPr id="91" name="Rectangle 103">
                <a:extLst>
                  <a:ext uri="{FF2B5EF4-FFF2-40B4-BE49-F238E27FC236}">
                    <a16:creationId xmlns:a16="http://schemas.microsoft.com/office/drawing/2014/main" id="{C44737FE-7187-CFAE-F31B-614E1EAE413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019" y="2095"/>
                <a:ext cx="310" cy="49"/>
              </a:xfrm>
              <a:prstGeom prst="rect">
                <a:avLst/>
              </a:prstGeom>
              <a:solidFill>
                <a:schemeClr val="hlink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endParaRPr lang="en-US" altLang="en-US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92" name="Oval 104">
                <a:extLst>
                  <a:ext uri="{FF2B5EF4-FFF2-40B4-BE49-F238E27FC236}">
                    <a16:creationId xmlns:a16="http://schemas.microsoft.com/office/drawing/2014/main" id="{DCC578B1-CFF0-1B5A-A594-CF3AB828EDE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016" y="2036"/>
                <a:ext cx="313" cy="95"/>
              </a:xfrm>
              <a:prstGeom prst="ellipse">
                <a:avLst/>
              </a:prstGeom>
              <a:solidFill>
                <a:schemeClr val="hlink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NZ"/>
              </a:p>
            </p:txBody>
          </p:sp>
          <p:grpSp>
            <p:nvGrpSpPr>
              <p:cNvPr id="93" name="Group 105">
                <a:extLst>
                  <a:ext uri="{FF2B5EF4-FFF2-40B4-BE49-F238E27FC236}">
                    <a16:creationId xmlns:a16="http://schemas.microsoft.com/office/drawing/2014/main" id="{329495D5-1536-8F40-7E32-64B5D34FDF0F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014" y="1980"/>
                <a:ext cx="321" cy="269"/>
                <a:chOff x="2893" y="2429"/>
                <a:chExt cx="328" cy="269"/>
              </a:xfrm>
            </p:grpSpPr>
            <p:sp>
              <p:nvSpPr>
                <p:cNvPr id="94" name="Rectangle 106">
                  <a:extLst>
                    <a:ext uri="{FF2B5EF4-FFF2-40B4-BE49-F238E27FC236}">
                      <a16:creationId xmlns:a16="http://schemas.microsoft.com/office/drawing/2014/main" id="{CA03BD3B-F6BD-C82D-270E-4244F072509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chemeClr val="hlink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NZ"/>
                </a:p>
              </p:txBody>
            </p:sp>
            <p:sp>
              <p:nvSpPr>
                <p:cNvPr id="95" name="Text Box 107">
                  <a:extLst>
                    <a:ext uri="{FF2B5EF4-FFF2-40B4-BE49-F238E27FC236}">
                      <a16:creationId xmlns:a16="http://schemas.microsoft.com/office/drawing/2014/main" id="{CC3CD11F-2D5F-8CFC-1335-457AFC846373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893" y="2429"/>
                  <a:ext cx="328" cy="269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/>
                <a:p>
                  <a:pPr algn="ctr"/>
                  <a:r>
                    <a:rPr lang="en-US" altLang="en-US" sz="2000"/>
                    <a:t>3c</a:t>
                  </a:r>
                  <a:endParaRPr lang="en-US" altLang="en-US" sz="2400">
                    <a:latin typeface="Times New Roman" panose="02020603050405020304" pitchFamily="18" charset="0"/>
                  </a:endParaRPr>
                </a:p>
              </p:txBody>
            </p:sp>
          </p:grpSp>
        </p:grpSp>
        <p:sp>
          <p:nvSpPr>
            <p:cNvPr id="73" name="Line 108">
              <a:extLst>
                <a:ext uri="{FF2B5EF4-FFF2-40B4-BE49-F238E27FC236}">
                  <a16:creationId xmlns:a16="http://schemas.microsoft.com/office/drawing/2014/main" id="{34633B10-B6CF-B47D-6BFC-AD834B11D08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935812" y="2396027"/>
              <a:ext cx="90518" cy="15631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NZ"/>
            </a:p>
          </p:txBody>
        </p:sp>
        <p:sp>
          <p:nvSpPr>
            <p:cNvPr id="74" name="Line 109">
              <a:extLst>
                <a:ext uri="{FF2B5EF4-FFF2-40B4-BE49-F238E27FC236}">
                  <a16:creationId xmlns:a16="http://schemas.microsoft.com/office/drawing/2014/main" id="{5C3D7A65-487F-4B27-4877-EB80A5DC5AA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87605" y="2463861"/>
              <a:ext cx="210234" cy="16221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NZ"/>
            </a:p>
          </p:txBody>
        </p:sp>
        <p:sp>
          <p:nvSpPr>
            <p:cNvPr id="75" name="Line 110">
              <a:extLst>
                <a:ext uri="{FF2B5EF4-FFF2-40B4-BE49-F238E27FC236}">
                  <a16:creationId xmlns:a16="http://schemas.microsoft.com/office/drawing/2014/main" id="{5A8CC83A-4CAA-1C60-A86D-EBDDDF64EC5B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216124" y="1940363"/>
              <a:ext cx="198555" cy="22414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NZ"/>
            </a:p>
          </p:txBody>
        </p:sp>
        <p:sp>
          <p:nvSpPr>
            <p:cNvPr id="76" name="Line 111">
              <a:extLst>
                <a:ext uri="{FF2B5EF4-FFF2-40B4-BE49-F238E27FC236}">
                  <a16:creationId xmlns:a16="http://schemas.microsoft.com/office/drawing/2014/main" id="{003A2BCD-4F91-16EB-7A01-051562193D6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08796" y="1927091"/>
              <a:ext cx="172275" cy="26248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NZ"/>
            </a:p>
          </p:txBody>
        </p:sp>
        <p:sp>
          <p:nvSpPr>
            <p:cNvPr id="77" name="Line 112">
              <a:extLst>
                <a:ext uri="{FF2B5EF4-FFF2-40B4-BE49-F238E27FC236}">
                  <a16:creationId xmlns:a16="http://schemas.microsoft.com/office/drawing/2014/main" id="{F72031BF-F0C0-3ED6-CC4E-D3E493FF546A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772369" y="2064233"/>
              <a:ext cx="99277" cy="30082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NZ"/>
            </a:p>
          </p:txBody>
        </p:sp>
        <p:sp>
          <p:nvSpPr>
            <p:cNvPr id="78" name="Line 113">
              <a:extLst>
                <a:ext uri="{FF2B5EF4-FFF2-40B4-BE49-F238E27FC236}">
                  <a16:creationId xmlns:a16="http://schemas.microsoft.com/office/drawing/2014/main" id="{274ACAD2-72B8-0228-508E-788DFF24C2F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915735" y="2826623"/>
              <a:ext cx="321191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NZ"/>
            </a:p>
          </p:txBody>
        </p:sp>
        <p:sp>
          <p:nvSpPr>
            <p:cNvPr id="79" name="Line 114">
              <a:extLst>
                <a:ext uri="{FF2B5EF4-FFF2-40B4-BE49-F238E27FC236}">
                  <a16:creationId xmlns:a16="http://schemas.microsoft.com/office/drawing/2014/main" id="{849A806E-E37B-7E01-B3DB-350BB58394A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6829598" y="2365060"/>
              <a:ext cx="382509" cy="37455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NZ"/>
            </a:p>
          </p:txBody>
        </p:sp>
        <p:sp>
          <p:nvSpPr>
            <p:cNvPr id="80" name="Line 115">
              <a:extLst>
                <a:ext uri="{FF2B5EF4-FFF2-40B4-BE49-F238E27FC236}">
                  <a16:creationId xmlns:a16="http://schemas.microsoft.com/office/drawing/2014/main" id="{7D9D0EE1-14C2-71E6-8FA7-23C349E1480F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6025160" y="2114371"/>
              <a:ext cx="185415" cy="29935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NZ"/>
            </a:p>
          </p:txBody>
        </p:sp>
        <p:sp>
          <p:nvSpPr>
            <p:cNvPr id="81" name="Line 116">
              <a:extLst>
                <a:ext uri="{FF2B5EF4-FFF2-40B4-BE49-F238E27FC236}">
                  <a16:creationId xmlns:a16="http://schemas.microsoft.com/office/drawing/2014/main" id="{4ABFFA91-ACC2-6560-996D-113411BD4A5F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5568192" y="2264784"/>
              <a:ext cx="197095" cy="27428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NZ"/>
            </a:p>
          </p:txBody>
        </p:sp>
        <p:sp>
          <p:nvSpPr>
            <p:cNvPr id="82" name="Line 117">
              <a:extLst>
                <a:ext uri="{FF2B5EF4-FFF2-40B4-BE49-F238E27FC236}">
                  <a16:creationId xmlns:a16="http://schemas.microsoft.com/office/drawing/2014/main" id="{6D75D317-7ADD-D193-0A1E-C06F2FDBA44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810328" y="3363393"/>
              <a:ext cx="197095" cy="17548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NZ"/>
            </a:p>
          </p:txBody>
        </p:sp>
        <p:sp>
          <p:nvSpPr>
            <p:cNvPr id="83" name="Line 118">
              <a:extLst>
                <a:ext uri="{FF2B5EF4-FFF2-40B4-BE49-F238E27FC236}">
                  <a16:creationId xmlns:a16="http://schemas.microsoft.com/office/drawing/2014/main" id="{3155D570-BC92-12E1-121E-9353B1C5F04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2760690" y="3214454"/>
              <a:ext cx="185415" cy="1179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NZ"/>
            </a:p>
          </p:txBody>
        </p:sp>
        <p:sp>
          <p:nvSpPr>
            <p:cNvPr id="84" name="Line 119">
              <a:extLst>
                <a:ext uri="{FF2B5EF4-FFF2-40B4-BE49-F238E27FC236}">
                  <a16:creationId xmlns:a16="http://schemas.microsoft.com/office/drawing/2014/main" id="{38C4B72E-85CA-D6B3-C341-5C9116085FF7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156339" y="3614082"/>
              <a:ext cx="309511" cy="2506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NZ"/>
            </a:p>
          </p:txBody>
        </p:sp>
        <p:sp>
          <p:nvSpPr>
            <p:cNvPr id="85" name="Line 120">
              <a:extLst>
                <a:ext uri="{FF2B5EF4-FFF2-40B4-BE49-F238E27FC236}">
                  <a16:creationId xmlns:a16="http://schemas.microsoft.com/office/drawing/2014/main" id="{D23D3DCE-652F-C18A-F4F3-09591C9987C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861499" y="2938696"/>
              <a:ext cx="334331" cy="1327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NZ"/>
            </a:p>
          </p:txBody>
        </p:sp>
        <p:sp>
          <p:nvSpPr>
            <p:cNvPr id="86" name="Line 121">
              <a:extLst>
                <a:ext uri="{FF2B5EF4-FFF2-40B4-BE49-F238E27FC236}">
                  <a16:creationId xmlns:a16="http://schemas.microsoft.com/office/drawing/2014/main" id="{57A0047E-0AB7-4930-AFFA-A2CB2475209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495800" y="3096886"/>
              <a:ext cx="79740" cy="17971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NZ"/>
            </a:p>
          </p:txBody>
        </p:sp>
        <p:sp>
          <p:nvSpPr>
            <p:cNvPr id="87" name="Line 122">
              <a:extLst>
                <a:ext uri="{FF2B5EF4-FFF2-40B4-BE49-F238E27FC236}">
                  <a16:creationId xmlns:a16="http://schemas.microsoft.com/office/drawing/2014/main" id="{572641E6-DDEB-BD94-D512-8CD77D3710B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23540" y="3050768"/>
              <a:ext cx="210234" cy="11354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NZ"/>
            </a:p>
          </p:txBody>
        </p:sp>
        <p:sp>
          <p:nvSpPr>
            <p:cNvPr id="53" name="Text Box 53">
              <a:extLst>
                <a:ext uri="{FF2B5EF4-FFF2-40B4-BE49-F238E27FC236}">
                  <a16:creationId xmlns:a16="http://schemas.microsoft.com/office/drawing/2014/main" id="{C5887BB6-925F-8C31-E369-044DFB09EA9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763754" y="3295559"/>
              <a:ext cx="661362" cy="39667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en-US" sz="2000" dirty="0"/>
                <a:t>AS1</a:t>
              </a:r>
              <a:endParaRPr lang="en-US" altLang="en-US" dirty="0"/>
            </a:p>
          </p:txBody>
        </p:sp>
      </p:grpSp>
      <p:sp>
        <p:nvSpPr>
          <p:cNvPr id="3" name="Wave 2"/>
          <p:cNvSpPr/>
          <p:nvPr/>
        </p:nvSpPr>
        <p:spPr>
          <a:xfrm>
            <a:off x="0" y="5848322"/>
            <a:ext cx="9067800" cy="548567"/>
          </a:xfrm>
          <a:prstGeom prst="wave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NZ"/>
              <a:t>How does a router know how to route a packet to a destination that is outside the AS?</a:t>
            </a:r>
          </a:p>
        </p:txBody>
      </p:sp>
    </p:spTree>
    <p:extLst>
      <p:ext uri="{BB962C8B-B14F-4D97-AF65-F5344CB8AC3E}">
        <p14:creationId xmlns:p14="http://schemas.microsoft.com/office/powerpoint/2010/main" val="21163174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7899" name="Rectangle 123"/>
          <p:cNvSpPr>
            <a:spLocks noGrp="1" noChangeArrowheads="1"/>
          </p:cNvSpPr>
          <p:nvPr>
            <p:ph type="title"/>
          </p:nvPr>
        </p:nvSpPr>
        <p:spPr>
          <a:xfrm>
            <a:off x="0" y="70056"/>
            <a:ext cx="9144000" cy="723900"/>
          </a:xfrm>
        </p:spPr>
        <p:txBody>
          <a:bodyPr/>
          <a:lstStyle/>
          <a:p>
            <a:r>
              <a:rPr lang="en-US" altLang="en-US" sz="2800" dirty="0"/>
              <a:t>Case 1: Only one gateway router to only one other AS</a:t>
            </a:r>
          </a:p>
        </p:txBody>
      </p:sp>
      <p:sp>
        <p:nvSpPr>
          <p:cNvPr id="116" name="Slide Number Placeholder 115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020BB6E2-28AD-4498-86D6-4C12ADD503A8}" type="slidenum">
              <a:rPr lang="en-US" altLang="en-US"/>
              <a:pPr/>
              <a:t>7</a:t>
            </a:fld>
            <a:endParaRPr lang="en-US" altLang="en-US"/>
          </a:p>
        </p:txBody>
      </p:sp>
      <p:grpSp>
        <p:nvGrpSpPr>
          <p:cNvPr id="587902" name="Group 126"/>
          <p:cNvGrpSpPr>
            <a:grpSpLocks/>
          </p:cNvGrpSpPr>
          <p:nvPr/>
        </p:nvGrpSpPr>
        <p:grpSpPr bwMode="auto">
          <a:xfrm>
            <a:off x="1295400" y="1981200"/>
            <a:ext cx="6178550" cy="2249488"/>
            <a:chOff x="171" y="846"/>
            <a:chExt cx="3892" cy="1417"/>
          </a:xfrm>
        </p:grpSpPr>
        <p:sp>
          <p:nvSpPr>
            <p:cNvPr id="587779" name="Freeform 3"/>
            <p:cNvSpPr>
              <a:spLocks/>
            </p:cNvSpPr>
            <p:nvPr/>
          </p:nvSpPr>
          <p:spPr bwMode="auto">
            <a:xfrm>
              <a:off x="2581" y="1006"/>
              <a:ext cx="1482" cy="952"/>
            </a:xfrm>
            <a:custGeom>
              <a:avLst/>
              <a:gdLst>
                <a:gd name="T0" fmla="*/ 56 w 1162"/>
                <a:gd name="T1" fmla="*/ 162 h 543"/>
                <a:gd name="T2" fmla="*/ 368 w 1162"/>
                <a:gd name="T3" fmla="*/ 14 h 543"/>
                <a:gd name="T4" fmla="*/ 940 w 1162"/>
                <a:gd name="T5" fmla="*/ 79 h 543"/>
                <a:gd name="T6" fmla="*/ 1144 w 1162"/>
                <a:gd name="T7" fmla="*/ 239 h 543"/>
                <a:gd name="T8" fmla="*/ 1048 w 1162"/>
                <a:gd name="T9" fmla="*/ 451 h 543"/>
                <a:gd name="T10" fmla="*/ 586 w 1162"/>
                <a:gd name="T11" fmla="*/ 541 h 543"/>
                <a:gd name="T12" fmla="*/ 88 w 1162"/>
                <a:gd name="T13" fmla="*/ 439 h 543"/>
                <a:gd name="T14" fmla="*/ 56 w 1162"/>
                <a:gd name="T15" fmla="*/ 162 h 5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162" h="543">
                  <a:moveTo>
                    <a:pt x="56" y="162"/>
                  </a:moveTo>
                  <a:cubicBezTo>
                    <a:pt x="115" y="100"/>
                    <a:pt x="221" y="28"/>
                    <a:pt x="368" y="14"/>
                  </a:cubicBezTo>
                  <a:cubicBezTo>
                    <a:pt x="515" y="0"/>
                    <a:pt x="811" y="42"/>
                    <a:pt x="940" y="79"/>
                  </a:cubicBezTo>
                  <a:cubicBezTo>
                    <a:pt x="1069" y="116"/>
                    <a:pt x="1126" y="177"/>
                    <a:pt x="1144" y="239"/>
                  </a:cubicBezTo>
                  <a:cubicBezTo>
                    <a:pt x="1162" y="301"/>
                    <a:pt x="1141" y="401"/>
                    <a:pt x="1048" y="451"/>
                  </a:cubicBezTo>
                  <a:cubicBezTo>
                    <a:pt x="955" y="501"/>
                    <a:pt x="746" y="543"/>
                    <a:pt x="586" y="541"/>
                  </a:cubicBezTo>
                  <a:cubicBezTo>
                    <a:pt x="426" y="539"/>
                    <a:pt x="176" y="502"/>
                    <a:pt x="88" y="439"/>
                  </a:cubicBezTo>
                  <a:cubicBezTo>
                    <a:pt x="0" y="376"/>
                    <a:pt x="63" y="220"/>
                    <a:pt x="56" y="162"/>
                  </a:cubicBezTo>
                  <a:close/>
                </a:path>
              </a:pathLst>
            </a:custGeom>
            <a:solidFill>
              <a:srgbClr val="66CC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NZ"/>
            </a:p>
          </p:txBody>
        </p:sp>
        <p:sp>
          <p:nvSpPr>
            <p:cNvPr id="587780" name="Freeform 4"/>
            <p:cNvSpPr>
              <a:spLocks/>
            </p:cNvSpPr>
            <p:nvPr/>
          </p:nvSpPr>
          <p:spPr bwMode="auto">
            <a:xfrm>
              <a:off x="171" y="846"/>
              <a:ext cx="1154" cy="944"/>
            </a:xfrm>
            <a:custGeom>
              <a:avLst/>
              <a:gdLst>
                <a:gd name="T0" fmla="*/ 88 w 1198"/>
                <a:gd name="T1" fmla="*/ 181 h 451"/>
                <a:gd name="T2" fmla="*/ 180 w 1198"/>
                <a:gd name="T3" fmla="*/ 89 h 451"/>
                <a:gd name="T4" fmla="*/ 448 w 1198"/>
                <a:gd name="T5" fmla="*/ 49 h 451"/>
                <a:gd name="T6" fmla="*/ 988 w 1198"/>
                <a:gd name="T7" fmla="*/ 25 h 451"/>
                <a:gd name="T8" fmla="*/ 1181 w 1198"/>
                <a:gd name="T9" fmla="*/ 197 h 451"/>
                <a:gd name="T10" fmla="*/ 889 w 1198"/>
                <a:gd name="T11" fmla="*/ 413 h 451"/>
                <a:gd name="T12" fmla="*/ 307 w 1198"/>
                <a:gd name="T13" fmla="*/ 425 h 451"/>
                <a:gd name="T14" fmla="*/ 36 w 1198"/>
                <a:gd name="T15" fmla="*/ 337 h 451"/>
                <a:gd name="T16" fmla="*/ 88 w 1198"/>
                <a:gd name="T17" fmla="*/ 181 h 4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198" h="451">
                  <a:moveTo>
                    <a:pt x="88" y="181"/>
                  </a:moveTo>
                  <a:cubicBezTo>
                    <a:pt x="159" y="143"/>
                    <a:pt x="120" y="111"/>
                    <a:pt x="180" y="89"/>
                  </a:cubicBezTo>
                  <a:cubicBezTo>
                    <a:pt x="240" y="67"/>
                    <a:pt x="313" y="60"/>
                    <a:pt x="448" y="49"/>
                  </a:cubicBezTo>
                  <a:cubicBezTo>
                    <a:pt x="583" y="38"/>
                    <a:pt x="866" y="0"/>
                    <a:pt x="988" y="25"/>
                  </a:cubicBezTo>
                  <a:cubicBezTo>
                    <a:pt x="1110" y="50"/>
                    <a:pt x="1198" y="132"/>
                    <a:pt x="1181" y="197"/>
                  </a:cubicBezTo>
                  <a:cubicBezTo>
                    <a:pt x="1164" y="262"/>
                    <a:pt x="1034" y="375"/>
                    <a:pt x="889" y="413"/>
                  </a:cubicBezTo>
                  <a:cubicBezTo>
                    <a:pt x="744" y="451"/>
                    <a:pt x="449" y="438"/>
                    <a:pt x="307" y="425"/>
                  </a:cubicBezTo>
                  <a:cubicBezTo>
                    <a:pt x="165" y="412"/>
                    <a:pt x="72" y="378"/>
                    <a:pt x="36" y="337"/>
                  </a:cubicBezTo>
                  <a:cubicBezTo>
                    <a:pt x="0" y="296"/>
                    <a:pt x="77" y="213"/>
                    <a:pt x="88" y="181"/>
                  </a:cubicBezTo>
                  <a:close/>
                </a:path>
              </a:pathLst>
            </a:custGeom>
            <a:solidFill>
              <a:srgbClr val="66CC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NZ"/>
            </a:p>
          </p:txBody>
        </p:sp>
        <p:sp>
          <p:nvSpPr>
            <p:cNvPr id="587781" name="Freeform 5"/>
            <p:cNvSpPr>
              <a:spLocks/>
            </p:cNvSpPr>
            <p:nvPr/>
          </p:nvSpPr>
          <p:spPr bwMode="auto">
            <a:xfrm>
              <a:off x="916" y="1527"/>
              <a:ext cx="1846" cy="736"/>
            </a:xfrm>
            <a:custGeom>
              <a:avLst/>
              <a:gdLst>
                <a:gd name="T0" fmla="*/ 155 w 1583"/>
                <a:gd name="T1" fmla="*/ 224 h 682"/>
                <a:gd name="T2" fmla="*/ 407 w 1583"/>
                <a:gd name="T3" fmla="*/ 74 h 682"/>
                <a:gd name="T4" fmla="*/ 785 w 1583"/>
                <a:gd name="T5" fmla="*/ 20 h 682"/>
                <a:gd name="T6" fmla="*/ 1157 w 1583"/>
                <a:gd name="T7" fmla="*/ 194 h 682"/>
                <a:gd name="T8" fmla="*/ 1564 w 1583"/>
                <a:gd name="T9" fmla="*/ 428 h 682"/>
                <a:gd name="T10" fmla="*/ 1272 w 1583"/>
                <a:gd name="T11" fmla="*/ 644 h 682"/>
                <a:gd name="T12" fmla="*/ 690 w 1583"/>
                <a:gd name="T13" fmla="*/ 656 h 682"/>
                <a:gd name="T14" fmla="*/ 89 w 1583"/>
                <a:gd name="T15" fmla="*/ 596 h 682"/>
                <a:gd name="T16" fmla="*/ 155 w 1583"/>
                <a:gd name="T17" fmla="*/ 224 h 6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583" h="682">
                  <a:moveTo>
                    <a:pt x="155" y="224"/>
                  </a:moveTo>
                  <a:cubicBezTo>
                    <a:pt x="208" y="137"/>
                    <a:pt x="302" y="108"/>
                    <a:pt x="407" y="74"/>
                  </a:cubicBezTo>
                  <a:cubicBezTo>
                    <a:pt x="512" y="40"/>
                    <a:pt x="660" y="0"/>
                    <a:pt x="785" y="20"/>
                  </a:cubicBezTo>
                  <a:cubicBezTo>
                    <a:pt x="910" y="40"/>
                    <a:pt x="1027" y="126"/>
                    <a:pt x="1157" y="194"/>
                  </a:cubicBezTo>
                  <a:cubicBezTo>
                    <a:pt x="1287" y="262"/>
                    <a:pt x="1545" y="353"/>
                    <a:pt x="1564" y="428"/>
                  </a:cubicBezTo>
                  <a:cubicBezTo>
                    <a:pt x="1583" y="503"/>
                    <a:pt x="1417" y="606"/>
                    <a:pt x="1272" y="644"/>
                  </a:cubicBezTo>
                  <a:cubicBezTo>
                    <a:pt x="1127" y="682"/>
                    <a:pt x="887" y="664"/>
                    <a:pt x="690" y="656"/>
                  </a:cubicBezTo>
                  <a:cubicBezTo>
                    <a:pt x="493" y="648"/>
                    <a:pt x="178" y="668"/>
                    <a:pt x="89" y="596"/>
                  </a:cubicBezTo>
                  <a:cubicBezTo>
                    <a:pt x="0" y="524"/>
                    <a:pt x="102" y="311"/>
                    <a:pt x="155" y="224"/>
                  </a:cubicBezTo>
                  <a:close/>
                </a:path>
              </a:pathLst>
            </a:custGeom>
            <a:solidFill>
              <a:srgbClr val="66CC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NZ"/>
            </a:p>
          </p:txBody>
        </p:sp>
        <p:sp>
          <p:nvSpPr>
            <p:cNvPr id="587782" name="Oval 6"/>
            <p:cNvSpPr>
              <a:spLocks noChangeArrowheads="1"/>
            </p:cNvSpPr>
            <p:nvPr/>
          </p:nvSpPr>
          <p:spPr bwMode="auto">
            <a:xfrm>
              <a:off x="411" y="1526"/>
              <a:ext cx="288" cy="75"/>
            </a:xfrm>
            <a:prstGeom prst="ellipse">
              <a:avLst/>
            </a:prstGeom>
            <a:solidFill>
              <a:schemeClr val="hlink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NZ"/>
            </a:p>
          </p:txBody>
        </p:sp>
        <p:sp>
          <p:nvSpPr>
            <p:cNvPr id="587783" name="Line 7"/>
            <p:cNvSpPr>
              <a:spLocks noChangeShapeType="1"/>
            </p:cNvSpPr>
            <p:nvPr/>
          </p:nvSpPr>
          <p:spPr bwMode="auto">
            <a:xfrm>
              <a:off x="411" y="1519"/>
              <a:ext cx="0" cy="47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NZ"/>
            </a:p>
          </p:txBody>
        </p:sp>
        <p:sp>
          <p:nvSpPr>
            <p:cNvPr id="587784" name="Line 8"/>
            <p:cNvSpPr>
              <a:spLocks noChangeShapeType="1"/>
            </p:cNvSpPr>
            <p:nvPr/>
          </p:nvSpPr>
          <p:spPr bwMode="auto">
            <a:xfrm>
              <a:off x="699" y="1519"/>
              <a:ext cx="0" cy="47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NZ"/>
            </a:p>
          </p:txBody>
        </p:sp>
        <p:sp>
          <p:nvSpPr>
            <p:cNvPr id="587785" name="Rectangle 9"/>
            <p:cNvSpPr>
              <a:spLocks noChangeArrowheads="1"/>
            </p:cNvSpPr>
            <p:nvPr/>
          </p:nvSpPr>
          <p:spPr bwMode="auto">
            <a:xfrm>
              <a:off x="411" y="1519"/>
              <a:ext cx="285" cy="46"/>
            </a:xfrm>
            <a:prstGeom prst="rect">
              <a:avLst/>
            </a:prstGeom>
            <a:solidFill>
              <a:schemeClr val="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587786" name="Oval 10"/>
            <p:cNvSpPr>
              <a:spLocks noChangeArrowheads="1"/>
            </p:cNvSpPr>
            <p:nvPr/>
          </p:nvSpPr>
          <p:spPr bwMode="auto">
            <a:xfrm>
              <a:off x="408" y="1465"/>
              <a:ext cx="288" cy="88"/>
            </a:xfrm>
            <a:prstGeom prst="ellipse">
              <a:avLst/>
            </a:prstGeom>
            <a:solidFill>
              <a:schemeClr val="hlink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NZ"/>
            </a:p>
          </p:txBody>
        </p:sp>
        <p:sp>
          <p:nvSpPr>
            <p:cNvPr id="587787" name="Rectangle 11"/>
            <p:cNvSpPr>
              <a:spLocks noChangeArrowheads="1"/>
            </p:cNvSpPr>
            <p:nvPr/>
          </p:nvSpPr>
          <p:spPr bwMode="auto">
            <a:xfrm>
              <a:off x="488" y="1477"/>
              <a:ext cx="130" cy="115"/>
            </a:xfrm>
            <a:prstGeom prst="rect">
              <a:avLst/>
            </a:prstGeom>
            <a:solidFill>
              <a:schemeClr val="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NZ"/>
            </a:p>
          </p:txBody>
        </p:sp>
        <p:sp>
          <p:nvSpPr>
            <p:cNvPr id="587788" name="Text Box 12"/>
            <p:cNvSpPr txBox="1">
              <a:spLocks noChangeArrowheads="1"/>
            </p:cNvSpPr>
            <p:nvPr/>
          </p:nvSpPr>
          <p:spPr bwMode="auto">
            <a:xfrm>
              <a:off x="402" y="1420"/>
              <a:ext cx="309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/>
              <a:r>
                <a:rPr lang="en-US" altLang="en-US" sz="2000"/>
                <a:t>3b</a:t>
              </a:r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587789" name="Oval 13"/>
            <p:cNvSpPr>
              <a:spLocks noChangeArrowheads="1"/>
            </p:cNvSpPr>
            <p:nvPr/>
          </p:nvSpPr>
          <p:spPr bwMode="auto">
            <a:xfrm>
              <a:off x="1531" y="2089"/>
              <a:ext cx="288" cy="75"/>
            </a:xfrm>
            <a:prstGeom prst="ellipse">
              <a:avLst/>
            </a:prstGeom>
            <a:solidFill>
              <a:schemeClr val="hlink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NZ"/>
            </a:p>
          </p:txBody>
        </p:sp>
        <p:sp>
          <p:nvSpPr>
            <p:cNvPr id="587790" name="Line 14"/>
            <p:cNvSpPr>
              <a:spLocks noChangeShapeType="1"/>
            </p:cNvSpPr>
            <p:nvPr/>
          </p:nvSpPr>
          <p:spPr bwMode="auto">
            <a:xfrm>
              <a:off x="1531" y="2082"/>
              <a:ext cx="0" cy="47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NZ"/>
            </a:p>
          </p:txBody>
        </p:sp>
        <p:sp>
          <p:nvSpPr>
            <p:cNvPr id="587791" name="Line 15"/>
            <p:cNvSpPr>
              <a:spLocks noChangeShapeType="1"/>
            </p:cNvSpPr>
            <p:nvPr/>
          </p:nvSpPr>
          <p:spPr bwMode="auto">
            <a:xfrm>
              <a:off x="1819" y="2082"/>
              <a:ext cx="0" cy="47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NZ"/>
            </a:p>
          </p:txBody>
        </p:sp>
        <p:sp>
          <p:nvSpPr>
            <p:cNvPr id="587792" name="Rectangle 16"/>
            <p:cNvSpPr>
              <a:spLocks noChangeArrowheads="1"/>
            </p:cNvSpPr>
            <p:nvPr/>
          </p:nvSpPr>
          <p:spPr bwMode="auto">
            <a:xfrm>
              <a:off x="1531" y="2082"/>
              <a:ext cx="285" cy="46"/>
            </a:xfrm>
            <a:prstGeom prst="rect">
              <a:avLst/>
            </a:prstGeom>
            <a:solidFill>
              <a:schemeClr val="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587793" name="Oval 17"/>
            <p:cNvSpPr>
              <a:spLocks noChangeArrowheads="1"/>
            </p:cNvSpPr>
            <p:nvPr/>
          </p:nvSpPr>
          <p:spPr bwMode="auto">
            <a:xfrm>
              <a:off x="1528" y="2028"/>
              <a:ext cx="288" cy="88"/>
            </a:xfrm>
            <a:prstGeom prst="ellipse">
              <a:avLst/>
            </a:prstGeom>
            <a:solidFill>
              <a:schemeClr val="hlink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NZ"/>
            </a:p>
          </p:txBody>
        </p:sp>
        <p:grpSp>
          <p:nvGrpSpPr>
            <p:cNvPr id="587794" name="Group 18"/>
            <p:cNvGrpSpPr>
              <a:grpSpLocks/>
            </p:cNvGrpSpPr>
            <p:nvPr/>
          </p:nvGrpSpPr>
          <p:grpSpPr bwMode="auto">
            <a:xfrm>
              <a:off x="1537" y="1977"/>
              <a:ext cx="282" cy="250"/>
              <a:chOff x="2904" y="2429"/>
              <a:chExt cx="309" cy="269"/>
            </a:xfrm>
          </p:grpSpPr>
          <p:sp>
            <p:nvSpPr>
              <p:cNvPr id="587795" name="Rectangle 19"/>
              <p:cNvSpPr>
                <a:spLocks noChangeArrowheads="1"/>
              </p:cNvSpPr>
              <p:nvPr/>
            </p:nvSpPr>
            <p:spPr bwMode="auto">
              <a:xfrm>
                <a:off x="2982" y="2490"/>
                <a:ext cx="144" cy="132"/>
              </a:xfrm>
              <a:prstGeom prst="rect">
                <a:avLst/>
              </a:prstGeom>
              <a:solidFill>
                <a:schemeClr val="hlink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NZ"/>
              </a:p>
            </p:txBody>
          </p:sp>
          <p:sp>
            <p:nvSpPr>
              <p:cNvPr id="587796" name="Text Box 20"/>
              <p:cNvSpPr txBox="1">
                <a:spLocks noChangeArrowheads="1"/>
              </p:cNvSpPr>
              <p:nvPr/>
            </p:nvSpPr>
            <p:spPr bwMode="auto">
              <a:xfrm>
                <a:off x="2904" y="2429"/>
                <a:ext cx="309" cy="26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ctr"/>
                <a:r>
                  <a:rPr lang="en-US" altLang="en-US" sz="2000"/>
                  <a:t>1d</a:t>
                </a:r>
              </a:p>
            </p:txBody>
          </p:sp>
        </p:grpSp>
        <p:sp>
          <p:nvSpPr>
            <p:cNvPr id="587797" name="Oval 21"/>
            <p:cNvSpPr>
              <a:spLocks noChangeArrowheads="1"/>
            </p:cNvSpPr>
            <p:nvPr/>
          </p:nvSpPr>
          <p:spPr bwMode="auto">
            <a:xfrm>
              <a:off x="927" y="1403"/>
              <a:ext cx="288" cy="76"/>
            </a:xfrm>
            <a:prstGeom prst="ellipse">
              <a:avLst/>
            </a:prstGeom>
            <a:solidFill>
              <a:schemeClr val="hlink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NZ"/>
            </a:p>
          </p:txBody>
        </p:sp>
        <p:sp>
          <p:nvSpPr>
            <p:cNvPr id="587798" name="Line 22"/>
            <p:cNvSpPr>
              <a:spLocks noChangeShapeType="1"/>
            </p:cNvSpPr>
            <p:nvPr/>
          </p:nvSpPr>
          <p:spPr bwMode="auto">
            <a:xfrm>
              <a:off x="927" y="1397"/>
              <a:ext cx="0" cy="4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NZ"/>
            </a:p>
          </p:txBody>
        </p:sp>
        <p:sp>
          <p:nvSpPr>
            <p:cNvPr id="587799" name="Line 23"/>
            <p:cNvSpPr>
              <a:spLocks noChangeShapeType="1"/>
            </p:cNvSpPr>
            <p:nvPr/>
          </p:nvSpPr>
          <p:spPr bwMode="auto">
            <a:xfrm>
              <a:off x="1215" y="1397"/>
              <a:ext cx="0" cy="4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NZ"/>
            </a:p>
          </p:txBody>
        </p:sp>
        <p:sp>
          <p:nvSpPr>
            <p:cNvPr id="587800" name="Rectangle 24"/>
            <p:cNvSpPr>
              <a:spLocks noChangeArrowheads="1"/>
            </p:cNvSpPr>
            <p:nvPr/>
          </p:nvSpPr>
          <p:spPr bwMode="auto">
            <a:xfrm>
              <a:off x="927" y="1397"/>
              <a:ext cx="285" cy="45"/>
            </a:xfrm>
            <a:prstGeom prst="rect">
              <a:avLst/>
            </a:prstGeom>
            <a:solidFill>
              <a:schemeClr val="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587801" name="Oval 25"/>
            <p:cNvSpPr>
              <a:spLocks noChangeArrowheads="1"/>
            </p:cNvSpPr>
            <p:nvPr/>
          </p:nvSpPr>
          <p:spPr bwMode="auto">
            <a:xfrm>
              <a:off x="924" y="1342"/>
              <a:ext cx="288" cy="88"/>
            </a:xfrm>
            <a:prstGeom prst="ellipse">
              <a:avLst/>
            </a:prstGeom>
            <a:solidFill>
              <a:schemeClr val="hlink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NZ"/>
            </a:p>
          </p:txBody>
        </p:sp>
        <p:sp>
          <p:nvSpPr>
            <p:cNvPr id="587802" name="Rectangle 26"/>
            <p:cNvSpPr>
              <a:spLocks noChangeArrowheads="1"/>
            </p:cNvSpPr>
            <p:nvPr/>
          </p:nvSpPr>
          <p:spPr bwMode="auto">
            <a:xfrm>
              <a:off x="1004" y="1354"/>
              <a:ext cx="131" cy="102"/>
            </a:xfrm>
            <a:prstGeom prst="rect">
              <a:avLst/>
            </a:prstGeom>
            <a:solidFill>
              <a:schemeClr val="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NZ"/>
            </a:p>
          </p:txBody>
        </p:sp>
        <p:sp>
          <p:nvSpPr>
            <p:cNvPr id="587803" name="Text Box 27"/>
            <p:cNvSpPr txBox="1">
              <a:spLocks noChangeArrowheads="1"/>
            </p:cNvSpPr>
            <p:nvPr/>
          </p:nvSpPr>
          <p:spPr bwMode="auto">
            <a:xfrm>
              <a:off x="925" y="1297"/>
              <a:ext cx="29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/>
              <a:r>
                <a:rPr lang="en-US" altLang="en-US" sz="2000"/>
                <a:t>3a</a:t>
              </a:r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587804" name="Oval 28"/>
            <p:cNvSpPr>
              <a:spLocks noChangeArrowheads="1"/>
            </p:cNvSpPr>
            <p:nvPr/>
          </p:nvSpPr>
          <p:spPr bwMode="auto">
            <a:xfrm>
              <a:off x="1498" y="1721"/>
              <a:ext cx="288" cy="75"/>
            </a:xfrm>
            <a:prstGeom prst="ellipse">
              <a:avLst/>
            </a:prstGeom>
            <a:solidFill>
              <a:schemeClr val="hlink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NZ"/>
            </a:p>
          </p:txBody>
        </p:sp>
        <p:sp>
          <p:nvSpPr>
            <p:cNvPr id="587805" name="Line 29"/>
            <p:cNvSpPr>
              <a:spLocks noChangeShapeType="1"/>
            </p:cNvSpPr>
            <p:nvPr/>
          </p:nvSpPr>
          <p:spPr bwMode="auto">
            <a:xfrm>
              <a:off x="1498" y="1715"/>
              <a:ext cx="0" cy="4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NZ"/>
            </a:p>
          </p:txBody>
        </p:sp>
        <p:sp>
          <p:nvSpPr>
            <p:cNvPr id="587806" name="Line 30"/>
            <p:cNvSpPr>
              <a:spLocks noChangeShapeType="1"/>
            </p:cNvSpPr>
            <p:nvPr/>
          </p:nvSpPr>
          <p:spPr bwMode="auto">
            <a:xfrm>
              <a:off x="1786" y="1715"/>
              <a:ext cx="0" cy="4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NZ"/>
            </a:p>
          </p:txBody>
        </p:sp>
        <p:sp>
          <p:nvSpPr>
            <p:cNvPr id="587807" name="Rectangle 31"/>
            <p:cNvSpPr>
              <a:spLocks noChangeArrowheads="1"/>
            </p:cNvSpPr>
            <p:nvPr/>
          </p:nvSpPr>
          <p:spPr bwMode="auto">
            <a:xfrm>
              <a:off x="1498" y="1715"/>
              <a:ext cx="285" cy="45"/>
            </a:xfrm>
            <a:prstGeom prst="rect">
              <a:avLst/>
            </a:prstGeom>
            <a:solidFill>
              <a:schemeClr val="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587808" name="Oval 32"/>
            <p:cNvSpPr>
              <a:spLocks noChangeArrowheads="1"/>
            </p:cNvSpPr>
            <p:nvPr/>
          </p:nvSpPr>
          <p:spPr bwMode="auto">
            <a:xfrm>
              <a:off x="1495" y="1660"/>
              <a:ext cx="288" cy="88"/>
            </a:xfrm>
            <a:prstGeom prst="ellipse">
              <a:avLst/>
            </a:prstGeom>
            <a:solidFill>
              <a:schemeClr val="hlink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NZ"/>
            </a:p>
          </p:txBody>
        </p:sp>
        <p:grpSp>
          <p:nvGrpSpPr>
            <p:cNvPr id="587809" name="Group 33"/>
            <p:cNvGrpSpPr>
              <a:grpSpLocks/>
            </p:cNvGrpSpPr>
            <p:nvPr/>
          </p:nvGrpSpPr>
          <p:grpSpPr bwMode="auto">
            <a:xfrm>
              <a:off x="1507" y="1610"/>
              <a:ext cx="269" cy="249"/>
              <a:chOff x="2907" y="2429"/>
              <a:chExt cx="301" cy="269"/>
            </a:xfrm>
          </p:grpSpPr>
          <p:sp>
            <p:nvSpPr>
              <p:cNvPr id="587810" name="Rectangle 34"/>
              <p:cNvSpPr>
                <a:spLocks noChangeArrowheads="1"/>
              </p:cNvSpPr>
              <p:nvPr/>
            </p:nvSpPr>
            <p:spPr bwMode="auto">
              <a:xfrm>
                <a:off x="2982" y="2490"/>
                <a:ext cx="144" cy="132"/>
              </a:xfrm>
              <a:prstGeom prst="rect">
                <a:avLst/>
              </a:prstGeom>
              <a:solidFill>
                <a:schemeClr val="hlink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NZ"/>
              </a:p>
            </p:txBody>
          </p:sp>
          <p:sp>
            <p:nvSpPr>
              <p:cNvPr id="587811" name="Text Box 35"/>
              <p:cNvSpPr txBox="1">
                <a:spLocks noChangeArrowheads="1"/>
              </p:cNvSpPr>
              <p:nvPr/>
            </p:nvSpPr>
            <p:spPr bwMode="auto">
              <a:xfrm>
                <a:off x="2907" y="2429"/>
                <a:ext cx="301" cy="26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ctr"/>
                <a:r>
                  <a:rPr lang="en-US" altLang="en-US" sz="2000"/>
                  <a:t>1c</a:t>
                </a:r>
              </a:p>
            </p:txBody>
          </p:sp>
        </p:grpSp>
        <p:sp>
          <p:nvSpPr>
            <p:cNvPr id="587812" name="Line 36"/>
            <p:cNvSpPr>
              <a:spLocks noChangeShapeType="1"/>
            </p:cNvSpPr>
            <p:nvPr/>
          </p:nvSpPr>
          <p:spPr bwMode="auto">
            <a:xfrm>
              <a:off x="3149" y="1546"/>
              <a:ext cx="283" cy="9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NZ"/>
            </a:p>
          </p:txBody>
        </p:sp>
        <p:sp>
          <p:nvSpPr>
            <p:cNvPr id="587813" name="Line 37"/>
            <p:cNvSpPr>
              <a:spLocks noChangeShapeType="1"/>
            </p:cNvSpPr>
            <p:nvPr/>
          </p:nvSpPr>
          <p:spPr bwMode="auto">
            <a:xfrm>
              <a:off x="3447" y="1476"/>
              <a:ext cx="84" cy="10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NZ"/>
            </a:p>
          </p:txBody>
        </p:sp>
        <p:sp>
          <p:nvSpPr>
            <p:cNvPr id="587814" name="Line 38"/>
            <p:cNvSpPr>
              <a:spLocks noChangeShapeType="1"/>
            </p:cNvSpPr>
            <p:nvPr/>
          </p:nvSpPr>
          <p:spPr bwMode="auto">
            <a:xfrm flipV="1">
              <a:off x="3086" y="1435"/>
              <a:ext cx="105" cy="71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NZ"/>
            </a:p>
          </p:txBody>
        </p:sp>
        <p:sp>
          <p:nvSpPr>
            <p:cNvPr id="587815" name="Freeform 39"/>
            <p:cNvSpPr>
              <a:spLocks/>
            </p:cNvSpPr>
            <p:nvPr/>
          </p:nvSpPr>
          <p:spPr bwMode="auto">
            <a:xfrm>
              <a:off x="1817" y="2024"/>
              <a:ext cx="243" cy="76"/>
            </a:xfrm>
            <a:custGeom>
              <a:avLst/>
              <a:gdLst>
                <a:gd name="T0" fmla="*/ 0 w 264"/>
                <a:gd name="T1" fmla="*/ 82 h 82"/>
                <a:gd name="T2" fmla="*/ 264 w 264"/>
                <a:gd name="T3" fmla="*/ 0 h 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264" h="82">
                  <a:moveTo>
                    <a:pt x="0" y="82"/>
                  </a:moveTo>
                  <a:lnTo>
                    <a:pt x="264" y="0"/>
                  </a:lnTo>
                </a:path>
              </a:pathLst>
            </a:custGeom>
            <a:noFill/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NZ"/>
            </a:p>
          </p:txBody>
        </p:sp>
        <p:sp>
          <p:nvSpPr>
            <p:cNvPr id="587816" name="Freeform 40"/>
            <p:cNvSpPr>
              <a:spLocks/>
            </p:cNvSpPr>
            <p:nvPr/>
          </p:nvSpPr>
          <p:spPr bwMode="auto">
            <a:xfrm>
              <a:off x="1394" y="1990"/>
              <a:ext cx="140" cy="110"/>
            </a:xfrm>
            <a:custGeom>
              <a:avLst/>
              <a:gdLst>
                <a:gd name="T0" fmla="*/ 0 w 152"/>
                <a:gd name="T1" fmla="*/ 0 h 118"/>
                <a:gd name="T2" fmla="*/ 152 w 152"/>
                <a:gd name="T3" fmla="*/ 118 h 1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52" h="118">
                  <a:moveTo>
                    <a:pt x="0" y="0"/>
                  </a:moveTo>
                  <a:lnTo>
                    <a:pt x="152" y="118"/>
                  </a:lnTo>
                </a:path>
              </a:pathLst>
            </a:custGeom>
            <a:noFill/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NZ"/>
            </a:p>
          </p:txBody>
        </p:sp>
        <p:sp>
          <p:nvSpPr>
            <p:cNvPr id="587817" name="Freeform 41"/>
            <p:cNvSpPr>
              <a:spLocks/>
            </p:cNvSpPr>
            <p:nvPr/>
          </p:nvSpPr>
          <p:spPr bwMode="auto">
            <a:xfrm>
              <a:off x="1508" y="1925"/>
              <a:ext cx="519" cy="77"/>
            </a:xfrm>
            <a:custGeom>
              <a:avLst/>
              <a:gdLst>
                <a:gd name="T0" fmla="*/ 0 w 564"/>
                <a:gd name="T1" fmla="*/ 0 h 82"/>
                <a:gd name="T2" fmla="*/ 564 w 564"/>
                <a:gd name="T3" fmla="*/ 82 h 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564" h="82">
                  <a:moveTo>
                    <a:pt x="0" y="0"/>
                  </a:moveTo>
                  <a:lnTo>
                    <a:pt x="564" y="82"/>
                  </a:lnTo>
                </a:path>
              </a:pathLst>
            </a:custGeom>
            <a:noFill/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NZ"/>
            </a:p>
          </p:txBody>
        </p:sp>
        <p:sp>
          <p:nvSpPr>
            <p:cNvPr id="587818" name="Freeform 42"/>
            <p:cNvSpPr>
              <a:spLocks/>
            </p:cNvSpPr>
            <p:nvPr/>
          </p:nvSpPr>
          <p:spPr bwMode="auto">
            <a:xfrm>
              <a:off x="1451" y="1775"/>
              <a:ext cx="70" cy="87"/>
            </a:xfrm>
            <a:custGeom>
              <a:avLst/>
              <a:gdLst>
                <a:gd name="T0" fmla="*/ 0 w 76"/>
                <a:gd name="T1" fmla="*/ 94 h 94"/>
                <a:gd name="T2" fmla="*/ 76 w 76"/>
                <a:gd name="T3" fmla="*/ 0 h 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76" h="94">
                  <a:moveTo>
                    <a:pt x="0" y="94"/>
                  </a:moveTo>
                  <a:lnTo>
                    <a:pt x="76" y="0"/>
                  </a:lnTo>
                </a:path>
              </a:pathLst>
            </a:custGeom>
            <a:noFill/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NZ"/>
            </a:p>
          </p:txBody>
        </p:sp>
        <p:sp>
          <p:nvSpPr>
            <p:cNvPr id="587819" name="Freeform 43"/>
            <p:cNvSpPr>
              <a:spLocks/>
            </p:cNvSpPr>
            <p:nvPr/>
          </p:nvSpPr>
          <p:spPr bwMode="auto">
            <a:xfrm>
              <a:off x="692" y="1426"/>
              <a:ext cx="231" cy="106"/>
            </a:xfrm>
            <a:custGeom>
              <a:avLst/>
              <a:gdLst>
                <a:gd name="T0" fmla="*/ 0 w 252"/>
                <a:gd name="T1" fmla="*/ 114 h 114"/>
                <a:gd name="T2" fmla="*/ 252 w 252"/>
                <a:gd name="T3" fmla="*/ 0 h 1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252" h="114">
                  <a:moveTo>
                    <a:pt x="0" y="114"/>
                  </a:moveTo>
                  <a:lnTo>
                    <a:pt x="252" y="0"/>
                  </a:lnTo>
                </a:path>
              </a:pathLst>
            </a:custGeom>
            <a:noFill/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NZ"/>
            </a:p>
          </p:txBody>
        </p:sp>
        <p:sp>
          <p:nvSpPr>
            <p:cNvPr id="587820" name="Freeform 44"/>
            <p:cNvSpPr>
              <a:spLocks/>
            </p:cNvSpPr>
            <p:nvPr/>
          </p:nvSpPr>
          <p:spPr bwMode="auto">
            <a:xfrm>
              <a:off x="1092" y="1481"/>
              <a:ext cx="409" cy="240"/>
            </a:xfrm>
            <a:custGeom>
              <a:avLst/>
              <a:gdLst>
                <a:gd name="T0" fmla="*/ 0 w 444"/>
                <a:gd name="T1" fmla="*/ 0 h 258"/>
                <a:gd name="T2" fmla="*/ 444 w 444"/>
                <a:gd name="T3" fmla="*/ 258 h 2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444" h="258">
                  <a:moveTo>
                    <a:pt x="0" y="0"/>
                  </a:moveTo>
                  <a:lnTo>
                    <a:pt x="444" y="258"/>
                  </a:lnTo>
                </a:path>
              </a:pathLst>
            </a:custGeom>
            <a:noFill/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NZ"/>
            </a:p>
          </p:txBody>
        </p:sp>
        <p:sp>
          <p:nvSpPr>
            <p:cNvPr id="587821" name="Freeform 45"/>
            <p:cNvSpPr>
              <a:spLocks/>
            </p:cNvSpPr>
            <p:nvPr/>
          </p:nvSpPr>
          <p:spPr bwMode="auto">
            <a:xfrm>
              <a:off x="2310" y="1591"/>
              <a:ext cx="602" cy="390"/>
            </a:xfrm>
            <a:custGeom>
              <a:avLst/>
              <a:gdLst>
                <a:gd name="T0" fmla="*/ 0 w 654"/>
                <a:gd name="T1" fmla="*/ 420 h 420"/>
                <a:gd name="T2" fmla="*/ 654 w 654"/>
                <a:gd name="T3" fmla="*/ 0 h 4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654" h="420">
                  <a:moveTo>
                    <a:pt x="0" y="420"/>
                  </a:moveTo>
                  <a:lnTo>
                    <a:pt x="654" y="0"/>
                  </a:lnTo>
                </a:path>
              </a:pathLst>
            </a:custGeom>
            <a:noFill/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NZ"/>
            </a:p>
          </p:txBody>
        </p:sp>
        <p:sp>
          <p:nvSpPr>
            <p:cNvPr id="587822" name="Oval 46"/>
            <p:cNvSpPr>
              <a:spLocks noChangeArrowheads="1"/>
            </p:cNvSpPr>
            <p:nvPr/>
          </p:nvSpPr>
          <p:spPr bwMode="auto">
            <a:xfrm>
              <a:off x="2861" y="1532"/>
              <a:ext cx="288" cy="75"/>
            </a:xfrm>
            <a:prstGeom prst="ellipse">
              <a:avLst/>
            </a:prstGeom>
            <a:solidFill>
              <a:schemeClr val="hlink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NZ"/>
            </a:p>
          </p:txBody>
        </p:sp>
        <p:sp>
          <p:nvSpPr>
            <p:cNvPr id="587823" name="Line 47"/>
            <p:cNvSpPr>
              <a:spLocks noChangeShapeType="1"/>
            </p:cNvSpPr>
            <p:nvPr/>
          </p:nvSpPr>
          <p:spPr bwMode="auto">
            <a:xfrm>
              <a:off x="2861" y="1525"/>
              <a:ext cx="0" cy="4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NZ"/>
            </a:p>
          </p:txBody>
        </p:sp>
        <p:sp>
          <p:nvSpPr>
            <p:cNvPr id="587824" name="Line 48"/>
            <p:cNvSpPr>
              <a:spLocks noChangeShapeType="1"/>
            </p:cNvSpPr>
            <p:nvPr/>
          </p:nvSpPr>
          <p:spPr bwMode="auto">
            <a:xfrm>
              <a:off x="3149" y="1525"/>
              <a:ext cx="0" cy="4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NZ"/>
            </a:p>
          </p:txBody>
        </p:sp>
        <p:sp>
          <p:nvSpPr>
            <p:cNvPr id="587825" name="Rectangle 49"/>
            <p:cNvSpPr>
              <a:spLocks noChangeArrowheads="1"/>
            </p:cNvSpPr>
            <p:nvPr/>
          </p:nvSpPr>
          <p:spPr bwMode="auto">
            <a:xfrm>
              <a:off x="2861" y="1525"/>
              <a:ext cx="285" cy="46"/>
            </a:xfrm>
            <a:prstGeom prst="rect">
              <a:avLst/>
            </a:prstGeom>
            <a:solidFill>
              <a:schemeClr val="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587826" name="Oval 50"/>
            <p:cNvSpPr>
              <a:spLocks noChangeArrowheads="1"/>
            </p:cNvSpPr>
            <p:nvPr/>
          </p:nvSpPr>
          <p:spPr bwMode="auto">
            <a:xfrm>
              <a:off x="2858" y="1470"/>
              <a:ext cx="288" cy="88"/>
            </a:xfrm>
            <a:prstGeom prst="ellipse">
              <a:avLst/>
            </a:prstGeom>
            <a:solidFill>
              <a:schemeClr val="hlink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NZ"/>
            </a:p>
          </p:txBody>
        </p:sp>
        <p:sp>
          <p:nvSpPr>
            <p:cNvPr id="587827" name="Rectangle 51"/>
            <p:cNvSpPr>
              <a:spLocks noChangeArrowheads="1"/>
            </p:cNvSpPr>
            <p:nvPr/>
          </p:nvSpPr>
          <p:spPr bwMode="auto">
            <a:xfrm>
              <a:off x="2938" y="1482"/>
              <a:ext cx="130" cy="112"/>
            </a:xfrm>
            <a:prstGeom prst="rect">
              <a:avLst/>
            </a:prstGeom>
            <a:solidFill>
              <a:schemeClr val="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NZ"/>
            </a:p>
          </p:txBody>
        </p:sp>
        <p:sp>
          <p:nvSpPr>
            <p:cNvPr id="587828" name="Text Box 52"/>
            <p:cNvSpPr txBox="1">
              <a:spLocks noChangeArrowheads="1"/>
            </p:cNvSpPr>
            <p:nvPr/>
          </p:nvSpPr>
          <p:spPr bwMode="auto">
            <a:xfrm>
              <a:off x="2858" y="1426"/>
              <a:ext cx="29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/>
              <a:r>
                <a:rPr lang="en-US" altLang="en-US" sz="2000"/>
                <a:t>2a</a:t>
              </a:r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587829" name="Text Box 53"/>
            <p:cNvSpPr txBox="1">
              <a:spLocks noChangeArrowheads="1"/>
            </p:cNvSpPr>
            <p:nvPr/>
          </p:nvSpPr>
          <p:spPr bwMode="auto">
            <a:xfrm>
              <a:off x="720" y="1507"/>
              <a:ext cx="442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en-US" sz="2000"/>
                <a:t>AS3</a:t>
              </a:r>
              <a:endParaRPr lang="en-US" altLang="en-US"/>
            </a:p>
          </p:txBody>
        </p:sp>
        <p:sp>
          <p:nvSpPr>
            <p:cNvPr id="587830" name="Text Box 54"/>
            <p:cNvSpPr txBox="1">
              <a:spLocks noChangeArrowheads="1"/>
            </p:cNvSpPr>
            <p:nvPr/>
          </p:nvSpPr>
          <p:spPr bwMode="auto">
            <a:xfrm>
              <a:off x="2360" y="1931"/>
              <a:ext cx="41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en-US" sz="2000"/>
                <a:t>AS1</a:t>
              </a:r>
              <a:endParaRPr lang="en-US" altLang="en-US"/>
            </a:p>
          </p:txBody>
        </p:sp>
        <p:sp>
          <p:nvSpPr>
            <p:cNvPr id="587831" name="Text Box 55"/>
            <p:cNvSpPr txBox="1">
              <a:spLocks noChangeArrowheads="1"/>
            </p:cNvSpPr>
            <p:nvPr/>
          </p:nvSpPr>
          <p:spPr bwMode="auto">
            <a:xfrm>
              <a:off x="3120" y="1693"/>
              <a:ext cx="409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en-US"/>
                <a:t>AS2</a:t>
              </a:r>
            </a:p>
          </p:txBody>
        </p:sp>
        <p:sp>
          <p:nvSpPr>
            <p:cNvPr id="587832" name="Oval 56"/>
            <p:cNvSpPr>
              <a:spLocks noChangeArrowheads="1"/>
            </p:cNvSpPr>
            <p:nvPr/>
          </p:nvSpPr>
          <p:spPr bwMode="auto">
            <a:xfrm>
              <a:off x="1217" y="1916"/>
              <a:ext cx="288" cy="75"/>
            </a:xfrm>
            <a:prstGeom prst="ellipse">
              <a:avLst/>
            </a:prstGeom>
            <a:solidFill>
              <a:schemeClr val="hlink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NZ"/>
            </a:p>
          </p:txBody>
        </p:sp>
        <p:sp>
          <p:nvSpPr>
            <p:cNvPr id="587833" name="Line 57"/>
            <p:cNvSpPr>
              <a:spLocks noChangeShapeType="1"/>
            </p:cNvSpPr>
            <p:nvPr/>
          </p:nvSpPr>
          <p:spPr bwMode="auto">
            <a:xfrm>
              <a:off x="1217" y="1910"/>
              <a:ext cx="0" cy="4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NZ"/>
            </a:p>
          </p:txBody>
        </p:sp>
        <p:sp>
          <p:nvSpPr>
            <p:cNvPr id="587834" name="Line 58"/>
            <p:cNvSpPr>
              <a:spLocks noChangeShapeType="1"/>
            </p:cNvSpPr>
            <p:nvPr/>
          </p:nvSpPr>
          <p:spPr bwMode="auto">
            <a:xfrm>
              <a:off x="1505" y="1910"/>
              <a:ext cx="0" cy="4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NZ"/>
            </a:p>
          </p:txBody>
        </p:sp>
        <p:sp>
          <p:nvSpPr>
            <p:cNvPr id="587835" name="Rectangle 59"/>
            <p:cNvSpPr>
              <a:spLocks noChangeArrowheads="1"/>
            </p:cNvSpPr>
            <p:nvPr/>
          </p:nvSpPr>
          <p:spPr bwMode="auto">
            <a:xfrm>
              <a:off x="1217" y="1910"/>
              <a:ext cx="285" cy="45"/>
            </a:xfrm>
            <a:prstGeom prst="rect">
              <a:avLst/>
            </a:prstGeom>
            <a:solidFill>
              <a:schemeClr val="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587836" name="Oval 60"/>
            <p:cNvSpPr>
              <a:spLocks noChangeArrowheads="1"/>
            </p:cNvSpPr>
            <p:nvPr/>
          </p:nvSpPr>
          <p:spPr bwMode="auto">
            <a:xfrm>
              <a:off x="1214" y="1859"/>
              <a:ext cx="288" cy="88"/>
            </a:xfrm>
            <a:prstGeom prst="ellipse">
              <a:avLst/>
            </a:prstGeom>
            <a:solidFill>
              <a:schemeClr val="hlink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NZ"/>
            </a:p>
          </p:txBody>
        </p:sp>
        <p:sp>
          <p:nvSpPr>
            <p:cNvPr id="587837" name="Rectangle 61"/>
            <p:cNvSpPr>
              <a:spLocks noChangeArrowheads="1"/>
            </p:cNvSpPr>
            <p:nvPr/>
          </p:nvSpPr>
          <p:spPr bwMode="auto">
            <a:xfrm>
              <a:off x="1292" y="1884"/>
              <a:ext cx="131" cy="89"/>
            </a:xfrm>
            <a:prstGeom prst="rect">
              <a:avLst/>
            </a:prstGeom>
            <a:solidFill>
              <a:schemeClr val="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NZ"/>
            </a:p>
          </p:txBody>
        </p:sp>
        <p:sp>
          <p:nvSpPr>
            <p:cNvPr id="587838" name="Text Box 62"/>
            <p:cNvSpPr txBox="1">
              <a:spLocks noChangeArrowheads="1"/>
            </p:cNvSpPr>
            <p:nvPr/>
          </p:nvSpPr>
          <p:spPr bwMode="auto">
            <a:xfrm>
              <a:off x="1229" y="1808"/>
              <a:ext cx="270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/>
              <a:r>
                <a:rPr lang="en-US" altLang="en-US" sz="2000"/>
                <a:t>1a</a:t>
              </a:r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grpSp>
          <p:nvGrpSpPr>
            <p:cNvPr id="587839" name="Group 63"/>
            <p:cNvGrpSpPr>
              <a:grpSpLocks/>
            </p:cNvGrpSpPr>
            <p:nvPr/>
          </p:nvGrpSpPr>
          <p:grpSpPr bwMode="auto">
            <a:xfrm>
              <a:off x="3178" y="1320"/>
              <a:ext cx="297" cy="250"/>
              <a:chOff x="4320" y="1940"/>
              <a:chExt cx="323" cy="269"/>
            </a:xfrm>
          </p:grpSpPr>
          <p:sp>
            <p:nvSpPr>
              <p:cNvPr id="587840" name="Oval 64"/>
              <p:cNvSpPr>
                <a:spLocks noChangeArrowheads="1"/>
              </p:cNvSpPr>
              <p:nvPr/>
            </p:nvSpPr>
            <p:spPr bwMode="auto">
              <a:xfrm>
                <a:off x="4323" y="2054"/>
                <a:ext cx="313" cy="81"/>
              </a:xfrm>
              <a:prstGeom prst="ellipse">
                <a:avLst/>
              </a:prstGeom>
              <a:solidFill>
                <a:schemeClr val="hlink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NZ"/>
              </a:p>
            </p:txBody>
          </p:sp>
          <p:sp>
            <p:nvSpPr>
              <p:cNvPr id="587841" name="Line 65"/>
              <p:cNvSpPr>
                <a:spLocks noChangeShapeType="1"/>
              </p:cNvSpPr>
              <p:nvPr/>
            </p:nvSpPr>
            <p:spPr bwMode="auto">
              <a:xfrm>
                <a:off x="4323" y="2047"/>
                <a:ext cx="0" cy="5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NZ"/>
              </a:p>
            </p:txBody>
          </p:sp>
          <p:sp>
            <p:nvSpPr>
              <p:cNvPr id="587842" name="Line 66"/>
              <p:cNvSpPr>
                <a:spLocks noChangeShapeType="1"/>
              </p:cNvSpPr>
              <p:nvPr/>
            </p:nvSpPr>
            <p:spPr bwMode="auto">
              <a:xfrm>
                <a:off x="4636" y="2047"/>
                <a:ext cx="0" cy="5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NZ"/>
              </a:p>
            </p:txBody>
          </p:sp>
          <p:sp>
            <p:nvSpPr>
              <p:cNvPr id="587843" name="Rectangle 67"/>
              <p:cNvSpPr>
                <a:spLocks noChangeArrowheads="1"/>
              </p:cNvSpPr>
              <p:nvPr/>
            </p:nvSpPr>
            <p:spPr bwMode="auto">
              <a:xfrm>
                <a:off x="4323" y="2047"/>
                <a:ext cx="310" cy="49"/>
              </a:xfrm>
              <a:prstGeom prst="rect">
                <a:avLst/>
              </a:prstGeom>
              <a:solidFill>
                <a:schemeClr val="hlink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endParaRPr lang="en-US" altLang="en-US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587844" name="Oval 68"/>
              <p:cNvSpPr>
                <a:spLocks noChangeArrowheads="1"/>
              </p:cNvSpPr>
              <p:nvPr/>
            </p:nvSpPr>
            <p:spPr bwMode="auto">
              <a:xfrm>
                <a:off x="4320" y="1988"/>
                <a:ext cx="313" cy="95"/>
              </a:xfrm>
              <a:prstGeom prst="ellipse">
                <a:avLst/>
              </a:prstGeom>
              <a:solidFill>
                <a:schemeClr val="hlink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NZ"/>
              </a:p>
            </p:txBody>
          </p:sp>
          <p:sp>
            <p:nvSpPr>
              <p:cNvPr id="587845" name="Rectangle 69"/>
              <p:cNvSpPr>
                <a:spLocks noChangeArrowheads="1"/>
              </p:cNvSpPr>
              <p:nvPr/>
            </p:nvSpPr>
            <p:spPr bwMode="auto">
              <a:xfrm>
                <a:off x="4407" y="2001"/>
                <a:ext cx="141" cy="118"/>
              </a:xfrm>
              <a:prstGeom prst="rect">
                <a:avLst/>
              </a:prstGeom>
              <a:solidFill>
                <a:schemeClr val="hlink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NZ"/>
              </a:p>
            </p:txBody>
          </p:sp>
          <p:sp>
            <p:nvSpPr>
              <p:cNvPr id="587846" name="Text Box 70"/>
              <p:cNvSpPr txBox="1">
                <a:spLocks noChangeArrowheads="1"/>
              </p:cNvSpPr>
              <p:nvPr/>
            </p:nvSpPr>
            <p:spPr bwMode="auto">
              <a:xfrm>
                <a:off x="4320" y="1940"/>
                <a:ext cx="323" cy="26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ctr"/>
                <a:r>
                  <a:rPr lang="en-US" altLang="en-US" sz="2000"/>
                  <a:t>2c</a:t>
                </a:r>
                <a:endParaRPr lang="en-US" altLang="en-US" sz="2400"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587847" name="Group 71"/>
            <p:cNvGrpSpPr>
              <a:grpSpLocks/>
            </p:cNvGrpSpPr>
            <p:nvPr/>
          </p:nvGrpSpPr>
          <p:grpSpPr bwMode="auto">
            <a:xfrm>
              <a:off x="3427" y="1526"/>
              <a:ext cx="310" cy="250"/>
              <a:chOff x="4590" y="2162"/>
              <a:chExt cx="337" cy="269"/>
            </a:xfrm>
          </p:grpSpPr>
          <p:sp>
            <p:nvSpPr>
              <p:cNvPr id="587848" name="Oval 72"/>
              <p:cNvSpPr>
                <a:spLocks noChangeArrowheads="1"/>
              </p:cNvSpPr>
              <p:nvPr/>
            </p:nvSpPr>
            <p:spPr bwMode="auto">
              <a:xfrm>
                <a:off x="4599" y="2276"/>
                <a:ext cx="313" cy="81"/>
              </a:xfrm>
              <a:prstGeom prst="ellipse">
                <a:avLst/>
              </a:prstGeom>
              <a:solidFill>
                <a:schemeClr val="hlink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NZ"/>
              </a:p>
            </p:txBody>
          </p:sp>
          <p:sp>
            <p:nvSpPr>
              <p:cNvPr id="587849" name="Line 73"/>
              <p:cNvSpPr>
                <a:spLocks noChangeShapeType="1"/>
              </p:cNvSpPr>
              <p:nvPr/>
            </p:nvSpPr>
            <p:spPr bwMode="auto">
              <a:xfrm>
                <a:off x="4599" y="2269"/>
                <a:ext cx="0" cy="5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NZ"/>
              </a:p>
            </p:txBody>
          </p:sp>
          <p:sp>
            <p:nvSpPr>
              <p:cNvPr id="587850" name="Line 74"/>
              <p:cNvSpPr>
                <a:spLocks noChangeShapeType="1"/>
              </p:cNvSpPr>
              <p:nvPr/>
            </p:nvSpPr>
            <p:spPr bwMode="auto">
              <a:xfrm>
                <a:off x="4912" y="2269"/>
                <a:ext cx="0" cy="5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NZ"/>
              </a:p>
            </p:txBody>
          </p:sp>
          <p:sp>
            <p:nvSpPr>
              <p:cNvPr id="587851" name="Rectangle 75"/>
              <p:cNvSpPr>
                <a:spLocks noChangeArrowheads="1"/>
              </p:cNvSpPr>
              <p:nvPr/>
            </p:nvSpPr>
            <p:spPr bwMode="auto">
              <a:xfrm>
                <a:off x="4599" y="2269"/>
                <a:ext cx="310" cy="49"/>
              </a:xfrm>
              <a:prstGeom prst="rect">
                <a:avLst/>
              </a:prstGeom>
              <a:solidFill>
                <a:schemeClr val="hlink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endParaRPr lang="en-US" altLang="en-US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587852" name="Oval 76"/>
              <p:cNvSpPr>
                <a:spLocks noChangeArrowheads="1"/>
              </p:cNvSpPr>
              <p:nvPr/>
            </p:nvSpPr>
            <p:spPr bwMode="auto">
              <a:xfrm>
                <a:off x="4596" y="2210"/>
                <a:ext cx="313" cy="95"/>
              </a:xfrm>
              <a:prstGeom prst="ellipse">
                <a:avLst/>
              </a:prstGeom>
              <a:solidFill>
                <a:schemeClr val="hlink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NZ"/>
              </a:p>
            </p:txBody>
          </p:sp>
          <p:sp>
            <p:nvSpPr>
              <p:cNvPr id="587853" name="Rectangle 77"/>
              <p:cNvSpPr>
                <a:spLocks noChangeArrowheads="1"/>
              </p:cNvSpPr>
              <p:nvPr/>
            </p:nvSpPr>
            <p:spPr bwMode="auto">
              <a:xfrm>
                <a:off x="4683" y="2223"/>
                <a:ext cx="142" cy="110"/>
              </a:xfrm>
              <a:prstGeom prst="rect">
                <a:avLst/>
              </a:prstGeom>
              <a:solidFill>
                <a:schemeClr val="hlink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NZ"/>
              </a:p>
            </p:txBody>
          </p:sp>
          <p:sp>
            <p:nvSpPr>
              <p:cNvPr id="587854" name="Text Box 78"/>
              <p:cNvSpPr txBox="1">
                <a:spLocks noChangeArrowheads="1"/>
              </p:cNvSpPr>
              <p:nvPr/>
            </p:nvSpPr>
            <p:spPr bwMode="auto">
              <a:xfrm>
                <a:off x="4590" y="2162"/>
                <a:ext cx="337" cy="26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ctr"/>
                <a:r>
                  <a:rPr lang="en-US" altLang="en-US" sz="2000"/>
                  <a:t>2b</a:t>
                </a:r>
                <a:endParaRPr lang="en-US" altLang="en-US" sz="2400"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587855" name="Group 79"/>
            <p:cNvGrpSpPr>
              <a:grpSpLocks/>
            </p:cNvGrpSpPr>
            <p:nvPr/>
          </p:nvGrpSpPr>
          <p:grpSpPr bwMode="auto">
            <a:xfrm>
              <a:off x="2025" y="1870"/>
              <a:ext cx="291" cy="250"/>
              <a:chOff x="2016" y="1980"/>
              <a:chExt cx="316" cy="269"/>
            </a:xfrm>
          </p:grpSpPr>
          <p:sp>
            <p:nvSpPr>
              <p:cNvPr id="587856" name="Oval 80"/>
              <p:cNvSpPr>
                <a:spLocks noChangeArrowheads="1"/>
              </p:cNvSpPr>
              <p:nvPr/>
            </p:nvSpPr>
            <p:spPr bwMode="auto">
              <a:xfrm>
                <a:off x="2019" y="2102"/>
                <a:ext cx="313" cy="81"/>
              </a:xfrm>
              <a:prstGeom prst="ellipse">
                <a:avLst/>
              </a:prstGeom>
              <a:solidFill>
                <a:schemeClr val="hlink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NZ"/>
              </a:p>
            </p:txBody>
          </p:sp>
          <p:sp>
            <p:nvSpPr>
              <p:cNvPr id="587857" name="Line 81"/>
              <p:cNvSpPr>
                <a:spLocks noChangeShapeType="1"/>
              </p:cNvSpPr>
              <p:nvPr/>
            </p:nvSpPr>
            <p:spPr bwMode="auto">
              <a:xfrm>
                <a:off x="2019" y="2095"/>
                <a:ext cx="0" cy="5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NZ"/>
              </a:p>
            </p:txBody>
          </p:sp>
          <p:sp>
            <p:nvSpPr>
              <p:cNvPr id="587858" name="Line 82"/>
              <p:cNvSpPr>
                <a:spLocks noChangeShapeType="1"/>
              </p:cNvSpPr>
              <p:nvPr/>
            </p:nvSpPr>
            <p:spPr bwMode="auto">
              <a:xfrm>
                <a:off x="2332" y="2095"/>
                <a:ext cx="0" cy="5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NZ"/>
              </a:p>
            </p:txBody>
          </p:sp>
          <p:sp>
            <p:nvSpPr>
              <p:cNvPr id="587859" name="Rectangle 83"/>
              <p:cNvSpPr>
                <a:spLocks noChangeArrowheads="1"/>
              </p:cNvSpPr>
              <p:nvPr/>
            </p:nvSpPr>
            <p:spPr bwMode="auto">
              <a:xfrm>
                <a:off x="2019" y="2095"/>
                <a:ext cx="310" cy="49"/>
              </a:xfrm>
              <a:prstGeom prst="rect">
                <a:avLst/>
              </a:prstGeom>
              <a:solidFill>
                <a:schemeClr val="hlink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endParaRPr lang="en-US" altLang="en-US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587860" name="Oval 84"/>
              <p:cNvSpPr>
                <a:spLocks noChangeArrowheads="1"/>
              </p:cNvSpPr>
              <p:nvPr/>
            </p:nvSpPr>
            <p:spPr bwMode="auto">
              <a:xfrm>
                <a:off x="2016" y="2036"/>
                <a:ext cx="313" cy="95"/>
              </a:xfrm>
              <a:prstGeom prst="ellipse">
                <a:avLst/>
              </a:prstGeom>
              <a:solidFill>
                <a:schemeClr val="hlink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NZ"/>
              </a:p>
            </p:txBody>
          </p:sp>
          <p:grpSp>
            <p:nvGrpSpPr>
              <p:cNvPr id="587861" name="Group 85"/>
              <p:cNvGrpSpPr>
                <a:grpSpLocks/>
              </p:cNvGrpSpPr>
              <p:nvPr/>
            </p:nvGrpSpPr>
            <p:grpSpPr bwMode="auto">
              <a:xfrm>
                <a:off x="2022" y="1980"/>
                <a:ext cx="306" cy="269"/>
                <a:chOff x="2901" y="2429"/>
                <a:chExt cx="313" cy="269"/>
              </a:xfrm>
            </p:grpSpPr>
            <p:sp>
              <p:nvSpPr>
                <p:cNvPr id="587862" name="Rectangle 86"/>
                <p:cNvSpPr>
                  <a:spLocks noChangeArrowheads="1"/>
                </p:cNvSpPr>
                <p:nvPr/>
              </p:nvSpPr>
              <p:spPr bwMode="auto"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chemeClr val="hlink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NZ"/>
                </a:p>
              </p:txBody>
            </p:sp>
            <p:sp>
              <p:nvSpPr>
                <p:cNvPr id="587863" name="Text Box 87"/>
                <p:cNvSpPr txBox="1">
                  <a:spLocks noChangeArrowheads="1"/>
                </p:cNvSpPr>
                <p:nvPr/>
              </p:nvSpPr>
              <p:spPr bwMode="auto">
                <a:xfrm>
                  <a:off x="2901" y="2429"/>
                  <a:ext cx="313" cy="269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/>
                <a:p>
                  <a:pPr algn="ctr"/>
                  <a:r>
                    <a:rPr lang="en-US" altLang="en-US" sz="2000"/>
                    <a:t>1b</a:t>
                  </a:r>
                  <a:endParaRPr lang="en-US" altLang="en-US" sz="2400">
                    <a:latin typeface="Times New Roman" panose="02020603050405020304" pitchFamily="18" charset="0"/>
                  </a:endParaRPr>
                </a:p>
              </p:txBody>
            </p:sp>
          </p:grpSp>
        </p:grpSp>
        <p:grpSp>
          <p:nvGrpSpPr>
            <p:cNvPr id="587875" name="Group 99"/>
            <p:cNvGrpSpPr>
              <a:grpSpLocks/>
            </p:cNvGrpSpPr>
            <p:nvPr/>
          </p:nvGrpSpPr>
          <p:grpSpPr bwMode="auto">
            <a:xfrm>
              <a:off x="554" y="1169"/>
              <a:ext cx="296" cy="250"/>
              <a:chOff x="2014" y="1980"/>
              <a:chExt cx="321" cy="269"/>
            </a:xfrm>
          </p:grpSpPr>
          <p:sp>
            <p:nvSpPr>
              <p:cNvPr id="587876" name="Oval 100"/>
              <p:cNvSpPr>
                <a:spLocks noChangeArrowheads="1"/>
              </p:cNvSpPr>
              <p:nvPr/>
            </p:nvSpPr>
            <p:spPr bwMode="auto">
              <a:xfrm>
                <a:off x="2019" y="2102"/>
                <a:ext cx="313" cy="81"/>
              </a:xfrm>
              <a:prstGeom prst="ellipse">
                <a:avLst/>
              </a:prstGeom>
              <a:solidFill>
                <a:schemeClr val="hlink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NZ"/>
              </a:p>
            </p:txBody>
          </p:sp>
          <p:sp>
            <p:nvSpPr>
              <p:cNvPr id="587877" name="Line 101"/>
              <p:cNvSpPr>
                <a:spLocks noChangeShapeType="1"/>
              </p:cNvSpPr>
              <p:nvPr/>
            </p:nvSpPr>
            <p:spPr bwMode="auto">
              <a:xfrm>
                <a:off x="2019" y="2095"/>
                <a:ext cx="0" cy="5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NZ"/>
              </a:p>
            </p:txBody>
          </p:sp>
          <p:sp>
            <p:nvSpPr>
              <p:cNvPr id="587878" name="Line 102"/>
              <p:cNvSpPr>
                <a:spLocks noChangeShapeType="1"/>
              </p:cNvSpPr>
              <p:nvPr/>
            </p:nvSpPr>
            <p:spPr bwMode="auto">
              <a:xfrm>
                <a:off x="2332" y="2095"/>
                <a:ext cx="0" cy="5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NZ"/>
              </a:p>
            </p:txBody>
          </p:sp>
          <p:sp>
            <p:nvSpPr>
              <p:cNvPr id="587879" name="Rectangle 103"/>
              <p:cNvSpPr>
                <a:spLocks noChangeArrowheads="1"/>
              </p:cNvSpPr>
              <p:nvPr/>
            </p:nvSpPr>
            <p:spPr bwMode="auto">
              <a:xfrm>
                <a:off x="2019" y="2095"/>
                <a:ext cx="310" cy="49"/>
              </a:xfrm>
              <a:prstGeom prst="rect">
                <a:avLst/>
              </a:prstGeom>
              <a:solidFill>
                <a:schemeClr val="hlink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endParaRPr lang="en-US" altLang="en-US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587880" name="Oval 104"/>
              <p:cNvSpPr>
                <a:spLocks noChangeArrowheads="1"/>
              </p:cNvSpPr>
              <p:nvPr/>
            </p:nvSpPr>
            <p:spPr bwMode="auto">
              <a:xfrm>
                <a:off x="2016" y="2036"/>
                <a:ext cx="313" cy="95"/>
              </a:xfrm>
              <a:prstGeom prst="ellipse">
                <a:avLst/>
              </a:prstGeom>
              <a:solidFill>
                <a:schemeClr val="hlink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NZ"/>
              </a:p>
            </p:txBody>
          </p:sp>
          <p:grpSp>
            <p:nvGrpSpPr>
              <p:cNvPr id="587881" name="Group 105"/>
              <p:cNvGrpSpPr>
                <a:grpSpLocks/>
              </p:cNvGrpSpPr>
              <p:nvPr/>
            </p:nvGrpSpPr>
            <p:grpSpPr bwMode="auto">
              <a:xfrm>
                <a:off x="2014" y="1980"/>
                <a:ext cx="321" cy="269"/>
                <a:chOff x="2893" y="2429"/>
                <a:chExt cx="328" cy="269"/>
              </a:xfrm>
            </p:grpSpPr>
            <p:sp>
              <p:nvSpPr>
                <p:cNvPr id="587882" name="Rectangle 106"/>
                <p:cNvSpPr>
                  <a:spLocks noChangeArrowheads="1"/>
                </p:cNvSpPr>
                <p:nvPr/>
              </p:nvSpPr>
              <p:spPr bwMode="auto"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chemeClr val="hlink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NZ"/>
                </a:p>
              </p:txBody>
            </p:sp>
            <p:sp>
              <p:nvSpPr>
                <p:cNvPr id="587883" name="Text Box 107"/>
                <p:cNvSpPr txBox="1">
                  <a:spLocks noChangeArrowheads="1"/>
                </p:cNvSpPr>
                <p:nvPr/>
              </p:nvSpPr>
              <p:spPr bwMode="auto">
                <a:xfrm>
                  <a:off x="2893" y="2429"/>
                  <a:ext cx="328" cy="269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/>
                <a:p>
                  <a:pPr algn="ctr"/>
                  <a:r>
                    <a:rPr lang="en-US" altLang="en-US" sz="2000"/>
                    <a:t>3c</a:t>
                  </a:r>
                  <a:endParaRPr lang="en-US" altLang="en-US" sz="2400">
                    <a:latin typeface="Times New Roman" panose="02020603050405020304" pitchFamily="18" charset="0"/>
                  </a:endParaRPr>
                </a:p>
              </p:txBody>
            </p:sp>
          </p:grpSp>
        </p:grpSp>
        <p:sp>
          <p:nvSpPr>
            <p:cNvPr id="587884" name="Line 108"/>
            <p:cNvSpPr>
              <a:spLocks noChangeShapeType="1"/>
            </p:cNvSpPr>
            <p:nvPr/>
          </p:nvSpPr>
          <p:spPr bwMode="auto">
            <a:xfrm flipH="1">
              <a:off x="578" y="1364"/>
              <a:ext cx="57" cy="99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NZ"/>
            </a:p>
          </p:txBody>
        </p:sp>
        <p:sp>
          <p:nvSpPr>
            <p:cNvPr id="587885" name="Line 109"/>
            <p:cNvSpPr>
              <a:spLocks noChangeShapeType="1"/>
            </p:cNvSpPr>
            <p:nvPr/>
          </p:nvSpPr>
          <p:spPr bwMode="auto">
            <a:xfrm>
              <a:off x="296" y="1407"/>
              <a:ext cx="133" cy="10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NZ"/>
            </a:p>
          </p:txBody>
        </p:sp>
        <p:sp>
          <p:nvSpPr>
            <p:cNvPr id="587886" name="Line 110"/>
            <p:cNvSpPr>
              <a:spLocks noChangeShapeType="1"/>
            </p:cNvSpPr>
            <p:nvPr/>
          </p:nvSpPr>
          <p:spPr bwMode="auto">
            <a:xfrm flipH="1">
              <a:off x="755" y="1077"/>
              <a:ext cx="125" cy="14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NZ"/>
            </a:p>
          </p:txBody>
        </p:sp>
        <p:sp>
          <p:nvSpPr>
            <p:cNvPr id="587887" name="Line 111"/>
            <p:cNvSpPr>
              <a:spLocks noChangeShapeType="1"/>
            </p:cNvSpPr>
            <p:nvPr/>
          </p:nvSpPr>
          <p:spPr bwMode="auto">
            <a:xfrm>
              <a:off x="498" y="1069"/>
              <a:ext cx="109" cy="16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NZ"/>
            </a:p>
          </p:txBody>
        </p:sp>
        <p:sp>
          <p:nvSpPr>
            <p:cNvPr id="587888" name="Line 112"/>
            <p:cNvSpPr>
              <a:spLocks noChangeShapeType="1"/>
            </p:cNvSpPr>
            <p:nvPr/>
          </p:nvSpPr>
          <p:spPr bwMode="auto">
            <a:xfrm flipH="1">
              <a:off x="1105" y="1155"/>
              <a:ext cx="63" cy="19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NZ"/>
            </a:p>
          </p:txBody>
        </p:sp>
        <p:sp>
          <p:nvSpPr>
            <p:cNvPr id="587889" name="Line 113"/>
            <p:cNvSpPr>
              <a:spLocks noChangeShapeType="1"/>
            </p:cNvSpPr>
            <p:nvPr/>
          </p:nvSpPr>
          <p:spPr bwMode="auto">
            <a:xfrm>
              <a:off x="3715" y="1636"/>
              <a:ext cx="20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NZ"/>
            </a:p>
          </p:txBody>
        </p:sp>
        <p:sp>
          <p:nvSpPr>
            <p:cNvPr id="587890" name="Line 114"/>
            <p:cNvSpPr>
              <a:spLocks noChangeShapeType="1"/>
            </p:cNvSpPr>
            <p:nvPr/>
          </p:nvSpPr>
          <p:spPr bwMode="auto">
            <a:xfrm flipV="1">
              <a:off x="3661" y="1345"/>
              <a:ext cx="241" cy="2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NZ"/>
            </a:p>
          </p:txBody>
        </p:sp>
        <p:sp>
          <p:nvSpPr>
            <p:cNvPr id="587891" name="Line 115"/>
            <p:cNvSpPr>
              <a:spLocks noChangeShapeType="1"/>
            </p:cNvSpPr>
            <p:nvPr/>
          </p:nvSpPr>
          <p:spPr bwMode="auto">
            <a:xfrm flipH="1" flipV="1">
              <a:off x="3154" y="1187"/>
              <a:ext cx="117" cy="1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NZ"/>
            </a:p>
          </p:txBody>
        </p:sp>
        <p:sp>
          <p:nvSpPr>
            <p:cNvPr id="587892" name="Line 116"/>
            <p:cNvSpPr>
              <a:spLocks noChangeShapeType="1"/>
            </p:cNvSpPr>
            <p:nvPr/>
          </p:nvSpPr>
          <p:spPr bwMode="auto">
            <a:xfrm flipH="1" flipV="1">
              <a:off x="2867" y="1282"/>
              <a:ext cx="124" cy="17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NZ"/>
            </a:p>
          </p:txBody>
        </p:sp>
        <p:sp>
          <p:nvSpPr>
            <p:cNvPr id="587893" name="Line 117"/>
            <p:cNvSpPr>
              <a:spLocks noChangeShapeType="1"/>
            </p:cNvSpPr>
            <p:nvPr/>
          </p:nvSpPr>
          <p:spPr bwMode="auto">
            <a:xfrm flipH="1">
              <a:off x="1129" y="1974"/>
              <a:ext cx="124" cy="11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NZ"/>
            </a:p>
          </p:txBody>
        </p:sp>
        <p:sp>
          <p:nvSpPr>
            <p:cNvPr id="587894" name="Line 118"/>
            <p:cNvSpPr>
              <a:spLocks noChangeShapeType="1"/>
            </p:cNvSpPr>
            <p:nvPr/>
          </p:nvSpPr>
          <p:spPr bwMode="auto">
            <a:xfrm flipH="1" flipV="1">
              <a:off x="1098" y="1880"/>
              <a:ext cx="117" cy="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NZ"/>
            </a:p>
          </p:txBody>
        </p:sp>
        <p:sp>
          <p:nvSpPr>
            <p:cNvPr id="587895" name="Line 119"/>
            <p:cNvSpPr>
              <a:spLocks noChangeShapeType="1"/>
            </p:cNvSpPr>
            <p:nvPr/>
          </p:nvSpPr>
          <p:spPr bwMode="auto">
            <a:xfrm flipH="1">
              <a:off x="1347" y="2132"/>
              <a:ext cx="195" cy="1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NZ"/>
            </a:p>
          </p:txBody>
        </p:sp>
        <p:sp>
          <p:nvSpPr>
            <p:cNvPr id="587896" name="Line 120"/>
            <p:cNvSpPr>
              <a:spLocks noChangeShapeType="1"/>
            </p:cNvSpPr>
            <p:nvPr/>
          </p:nvSpPr>
          <p:spPr bwMode="auto">
            <a:xfrm flipV="1">
              <a:off x="1791" y="1706"/>
              <a:ext cx="211" cy="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NZ"/>
            </a:p>
          </p:txBody>
        </p:sp>
        <p:sp>
          <p:nvSpPr>
            <p:cNvPr id="587897" name="Line 121"/>
            <p:cNvSpPr>
              <a:spLocks noChangeShapeType="1"/>
            </p:cNvSpPr>
            <p:nvPr/>
          </p:nvSpPr>
          <p:spPr bwMode="auto">
            <a:xfrm>
              <a:off x="2212" y="2053"/>
              <a:ext cx="109" cy="10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NZ"/>
            </a:p>
          </p:txBody>
        </p:sp>
        <p:sp>
          <p:nvSpPr>
            <p:cNvPr id="587898" name="Line 122"/>
            <p:cNvSpPr>
              <a:spLocks noChangeShapeType="1"/>
            </p:cNvSpPr>
            <p:nvPr/>
          </p:nvSpPr>
          <p:spPr bwMode="auto">
            <a:xfrm>
              <a:off x="1768" y="1777"/>
              <a:ext cx="132" cy="7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NZ"/>
            </a:p>
          </p:txBody>
        </p:sp>
      </p:grpSp>
      <p:sp>
        <p:nvSpPr>
          <p:cNvPr id="2" name="Freeform 1"/>
          <p:cNvSpPr/>
          <p:nvPr/>
        </p:nvSpPr>
        <p:spPr>
          <a:xfrm>
            <a:off x="5945541" y="3229145"/>
            <a:ext cx="743712" cy="183809"/>
          </a:xfrm>
          <a:custGeom>
            <a:avLst/>
            <a:gdLst>
              <a:gd name="connsiteX0" fmla="*/ 743712 w 743712"/>
              <a:gd name="connsiteY0" fmla="*/ 183809 h 183809"/>
              <a:gd name="connsiteX1" fmla="*/ 463296 w 743712"/>
              <a:gd name="connsiteY1" fmla="*/ 171617 h 183809"/>
              <a:gd name="connsiteX2" fmla="*/ 390144 w 743712"/>
              <a:gd name="connsiteY2" fmla="*/ 147233 h 183809"/>
              <a:gd name="connsiteX3" fmla="*/ 316992 w 743712"/>
              <a:gd name="connsiteY3" fmla="*/ 135041 h 183809"/>
              <a:gd name="connsiteX4" fmla="*/ 256032 w 743712"/>
              <a:gd name="connsiteY4" fmla="*/ 122849 h 183809"/>
              <a:gd name="connsiteX5" fmla="*/ 170688 w 743712"/>
              <a:gd name="connsiteY5" fmla="*/ 86273 h 183809"/>
              <a:gd name="connsiteX6" fmla="*/ 60960 w 743712"/>
              <a:gd name="connsiteY6" fmla="*/ 37505 h 183809"/>
              <a:gd name="connsiteX7" fmla="*/ 0 w 743712"/>
              <a:gd name="connsiteY7" fmla="*/ 929 h 1838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43712" h="183809">
                <a:moveTo>
                  <a:pt x="743712" y="183809"/>
                </a:moveTo>
                <a:cubicBezTo>
                  <a:pt x="650240" y="179745"/>
                  <a:pt x="556360" y="181244"/>
                  <a:pt x="463296" y="171617"/>
                </a:cubicBezTo>
                <a:cubicBezTo>
                  <a:pt x="437729" y="168972"/>
                  <a:pt x="415080" y="153467"/>
                  <a:pt x="390144" y="147233"/>
                </a:cubicBezTo>
                <a:cubicBezTo>
                  <a:pt x="366162" y="141237"/>
                  <a:pt x="341314" y="139463"/>
                  <a:pt x="316992" y="135041"/>
                </a:cubicBezTo>
                <a:cubicBezTo>
                  <a:pt x="296604" y="131334"/>
                  <a:pt x="276136" y="127875"/>
                  <a:pt x="256032" y="122849"/>
                </a:cubicBezTo>
                <a:cubicBezTo>
                  <a:pt x="203705" y="109767"/>
                  <a:pt x="228842" y="109535"/>
                  <a:pt x="170688" y="86273"/>
                </a:cubicBezTo>
                <a:cubicBezTo>
                  <a:pt x="61872" y="42746"/>
                  <a:pt x="131329" y="84418"/>
                  <a:pt x="60960" y="37505"/>
                </a:cubicBezTo>
                <a:cubicBezTo>
                  <a:pt x="29813" y="-9215"/>
                  <a:pt x="51229" y="929"/>
                  <a:pt x="0" y="929"/>
                </a:cubicBezTo>
              </a:path>
            </a:pathLst>
          </a:custGeom>
          <a:noFill/>
          <a:ln w="50800">
            <a:solidFill>
              <a:srgbClr val="FFFF00"/>
            </a:solidFill>
            <a:tailEnd type="stealth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3" name="Oval Callout 2"/>
          <p:cNvSpPr/>
          <p:nvPr/>
        </p:nvSpPr>
        <p:spPr>
          <a:xfrm>
            <a:off x="3537744" y="4628871"/>
            <a:ext cx="4046538" cy="887413"/>
          </a:xfrm>
          <a:prstGeom prst="wedgeEllipseCallout">
            <a:avLst>
              <a:gd name="adj1" fmla="val 6271"/>
              <a:gd name="adj2" fmla="val -209102"/>
            </a:avLst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NZ" dirty="0"/>
              <a:t>Router 2a (as the gateway router): I will take care of this!</a:t>
            </a:r>
          </a:p>
        </p:txBody>
      </p:sp>
    </p:spTree>
    <p:extLst>
      <p:ext uri="{BB962C8B-B14F-4D97-AF65-F5344CB8AC3E}">
        <p14:creationId xmlns:p14="http://schemas.microsoft.com/office/powerpoint/2010/main" val="22936530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7899" name="Rectangle 123"/>
          <p:cNvSpPr>
            <a:spLocks noGrp="1" noChangeArrowheads="1"/>
          </p:cNvSpPr>
          <p:nvPr>
            <p:ph type="title"/>
          </p:nvPr>
        </p:nvSpPr>
        <p:spPr>
          <a:xfrm>
            <a:off x="0" y="70056"/>
            <a:ext cx="9144000" cy="723900"/>
          </a:xfrm>
        </p:spPr>
        <p:txBody>
          <a:bodyPr/>
          <a:lstStyle/>
          <a:p>
            <a:r>
              <a:rPr lang="en-US" altLang="en-US" sz="3200" dirty="0"/>
              <a:t>Case 2: Two or more links to the other ASs</a:t>
            </a:r>
          </a:p>
        </p:txBody>
      </p:sp>
      <p:sp>
        <p:nvSpPr>
          <p:cNvPr id="116" name="Slide Number Placeholder 115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020BB6E2-28AD-4498-86D6-4C12ADD503A8}" type="slidenum">
              <a:rPr lang="en-US" altLang="en-US"/>
              <a:pPr/>
              <a:t>8</a:t>
            </a:fld>
            <a:endParaRPr lang="en-US" altLang="en-US"/>
          </a:p>
        </p:txBody>
      </p:sp>
      <p:grpSp>
        <p:nvGrpSpPr>
          <p:cNvPr id="587902" name="Group 126"/>
          <p:cNvGrpSpPr>
            <a:grpSpLocks/>
          </p:cNvGrpSpPr>
          <p:nvPr/>
        </p:nvGrpSpPr>
        <p:grpSpPr bwMode="auto">
          <a:xfrm>
            <a:off x="1295400" y="1598612"/>
            <a:ext cx="6178550" cy="2249488"/>
            <a:chOff x="171" y="846"/>
            <a:chExt cx="3892" cy="1417"/>
          </a:xfrm>
        </p:grpSpPr>
        <p:sp>
          <p:nvSpPr>
            <p:cNvPr id="587779" name="Freeform 3"/>
            <p:cNvSpPr>
              <a:spLocks/>
            </p:cNvSpPr>
            <p:nvPr/>
          </p:nvSpPr>
          <p:spPr bwMode="auto">
            <a:xfrm>
              <a:off x="2581" y="1006"/>
              <a:ext cx="1482" cy="952"/>
            </a:xfrm>
            <a:custGeom>
              <a:avLst/>
              <a:gdLst>
                <a:gd name="T0" fmla="*/ 56 w 1162"/>
                <a:gd name="T1" fmla="*/ 162 h 543"/>
                <a:gd name="T2" fmla="*/ 368 w 1162"/>
                <a:gd name="T3" fmla="*/ 14 h 543"/>
                <a:gd name="T4" fmla="*/ 940 w 1162"/>
                <a:gd name="T5" fmla="*/ 79 h 543"/>
                <a:gd name="T6" fmla="*/ 1144 w 1162"/>
                <a:gd name="T7" fmla="*/ 239 h 543"/>
                <a:gd name="T8" fmla="*/ 1048 w 1162"/>
                <a:gd name="T9" fmla="*/ 451 h 543"/>
                <a:gd name="T10" fmla="*/ 586 w 1162"/>
                <a:gd name="T11" fmla="*/ 541 h 543"/>
                <a:gd name="T12" fmla="*/ 88 w 1162"/>
                <a:gd name="T13" fmla="*/ 439 h 543"/>
                <a:gd name="T14" fmla="*/ 56 w 1162"/>
                <a:gd name="T15" fmla="*/ 162 h 5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162" h="543">
                  <a:moveTo>
                    <a:pt x="56" y="162"/>
                  </a:moveTo>
                  <a:cubicBezTo>
                    <a:pt x="115" y="100"/>
                    <a:pt x="221" y="28"/>
                    <a:pt x="368" y="14"/>
                  </a:cubicBezTo>
                  <a:cubicBezTo>
                    <a:pt x="515" y="0"/>
                    <a:pt x="811" y="42"/>
                    <a:pt x="940" y="79"/>
                  </a:cubicBezTo>
                  <a:cubicBezTo>
                    <a:pt x="1069" y="116"/>
                    <a:pt x="1126" y="177"/>
                    <a:pt x="1144" y="239"/>
                  </a:cubicBezTo>
                  <a:cubicBezTo>
                    <a:pt x="1162" y="301"/>
                    <a:pt x="1141" y="401"/>
                    <a:pt x="1048" y="451"/>
                  </a:cubicBezTo>
                  <a:cubicBezTo>
                    <a:pt x="955" y="501"/>
                    <a:pt x="746" y="543"/>
                    <a:pt x="586" y="541"/>
                  </a:cubicBezTo>
                  <a:cubicBezTo>
                    <a:pt x="426" y="539"/>
                    <a:pt x="176" y="502"/>
                    <a:pt x="88" y="439"/>
                  </a:cubicBezTo>
                  <a:cubicBezTo>
                    <a:pt x="0" y="376"/>
                    <a:pt x="63" y="220"/>
                    <a:pt x="56" y="162"/>
                  </a:cubicBezTo>
                  <a:close/>
                </a:path>
              </a:pathLst>
            </a:custGeom>
            <a:solidFill>
              <a:srgbClr val="66CC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NZ"/>
            </a:p>
          </p:txBody>
        </p:sp>
        <p:sp>
          <p:nvSpPr>
            <p:cNvPr id="587780" name="Freeform 4"/>
            <p:cNvSpPr>
              <a:spLocks/>
            </p:cNvSpPr>
            <p:nvPr/>
          </p:nvSpPr>
          <p:spPr bwMode="auto">
            <a:xfrm>
              <a:off x="171" y="846"/>
              <a:ext cx="1154" cy="944"/>
            </a:xfrm>
            <a:custGeom>
              <a:avLst/>
              <a:gdLst>
                <a:gd name="T0" fmla="*/ 88 w 1198"/>
                <a:gd name="T1" fmla="*/ 181 h 451"/>
                <a:gd name="T2" fmla="*/ 180 w 1198"/>
                <a:gd name="T3" fmla="*/ 89 h 451"/>
                <a:gd name="T4" fmla="*/ 448 w 1198"/>
                <a:gd name="T5" fmla="*/ 49 h 451"/>
                <a:gd name="T6" fmla="*/ 988 w 1198"/>
                <a:gd name="T7" fmla="*/ 25 h 451"/>
                <a:gd name="T8" fmla="*/ 1181 w 1198"/>
                <a:gd name="T9" fmla="*/ 197 h 451"/>
                <a:gd name="T10" fmla="*/ 889 w 1198"/>
                <a:gd name="T11" fmla="*/ 413 h 451"/>
                <a:gd name="T12" fmla="*/ 307 w 1198"/>
                <a:gd name="T13" fmla="*/ 425 h 451"/>
                <a:gd name="T14" fmla="*/ 36 w 1198"/>
                <a:gd name="T15" fmla="*/ 337 h 451"/>
                <a:gd name="T16" fmla="*/ 88 w 1198"/>
                <a:gd name="T17" fmla="*/ 181 h 4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198" h="451">
                  <a:moveTo>
                    <a:pt x="88" y="181"/>
                  </a:moveTo>
                  <a:cubicBezTo>
                    <a:pt x="159" y="143"/>
                    <a:pt x="120" y="111"/>
                    <a:pt x="180" y="89"/>
                  </a:cubicBezTo>
                  <a:cubicBezTo>
                    <a:pt x="240" y="67"/>
                    <a:pt x="313" y="60"/>
                    <a:pt x="448" y="49"/>
                  </a:cubicBezTo>
                  <a:cubicBezTo>
                    <a:pt x="583" y="38"/>
                    <a:pt x="866" y="0"/>
                    <a:pt x="988" y="25"/>
                  </a:cubicBezTo>
                  <a:cubicBezTo>
                    <a:pt x="1110" y="50"/>
                    <a:pt x="1198" y="132"/>
                    <a:pt x="1181" y="197"/>
                  </a:cubicBezTo>
                  <a:cubicBezTo>
                    <a:pt x="1164" y="262"/>
                    <a:pt x="1034" y="375"/>
                    <a:pt x="889" y="413"/>
                  </a:cubicBezTo>
                  <a:cubicBezTo>
                    <a:pt x="744" y="451"/>
                    <a:pt x="449" y="438"/>
                    <a:pt x="307" y="425"/>
                  </a:cubicBezTo>
                  <a:cubicBezTo>
                    <a:pt x="165" y="412"/>
                    <a:pt x="72" y="378"/>
                    <a:pt x="36" y="337"/>
                  </a:cubicBezTo>
                  <a:cubicBezTo>
                    <a:pt x="0" y="296"/>
                    <a:pt x="77" y="213"/>
                    <a:pt x="88" y="181"/>
                  </a:cubicBezTo>
                  <a:close/>
                </a:path>
              </a:pathLst>
            </a:custGeom>
            <a:solidFill>
              <a:srgbClr val="66CC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NZ"/>
            </a:p>
          </p:txBody>
        </p:sp>
        <p:sp>
          <p:nvSpPr>
            <p:cNvPr id="587781" name="Freeform 5"/>
            <p:cNvSpPr>
              <a:spLocks/>
            </p:cNvSpPr>
            <p:nvPr/>
          </p:nvSpPr>
          <p:spPr bwMode="auto">
            <a:xfrm>
              <a:off x="916" y="1527"/>
              <a:ext cx="1846" cy="736"/>
            </a:xfrm>
            <a:custGeom>
              <a:avLst/>
              <a:gdLst>
                <a:gd name="T0" fmla="*/ 155 w 1583"/>
                <a:gd name="T1" fmla="*/ 224 h 682"/>
                <a:gd name="T2" fmla="*/ 407 w 1583"/>
                <a:gd name="T3" fmla="*/ 74 h 682"/>
                <a:gd name="T4" fmla="*/ 785 w 1583"/>
                <a:gd name="T5" fmla="*/ 20 h 682"/>
                <a:gd name="T6" fmla="*/ 1157 w 1583"/>
                <a:gd name="T7" fmla="*/ 194 h 682"/>
                <a:gd name="T8" fmla="*/ 1564 w 1583"/>
                <a:gd name="T9" fmla="*/ 428 h 682"/>
                <a:gd name="T10" fmla="*/ 1272 w 1583"/>
                <a:gd name="T11" fmla="*/ 644 h 682"/>
                <a:gd name="T12" fmla="*/ 690 w 1583"/>
                <a:gd name="T13" fmla="*/ 656 h 682"/>
                <a:gd name="T14" fmla="*/ 89 w 1583"/>
                <a:gd name="T15" fmla="*/ 596 h 682"/>
                <a:gd name="T16" fmla="*/ 155 w 1583"/>
                <a:gd name="T17" fmla="*/ 224 h 6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583" h="682">
                  <a:moveTo>
                    <a:pt x="155" y="224"/>
                  </a:moveTo>
                  <a:cubicBezTo>
                    <a:pt x="208" y="137"/>
                    <a:pt x="302" y="108"/>
                    <a:pt x="407" y="74"/>
                  </a:cubicBezTo>
                  <a:cubicBezTo>
                    <a:pt x="512" y="40"/>
                    <a:pt x="660" y="0"/>
                    <a:pt x="785" y="20"/>
                  </a:cubicBezTo>
                  <a:cubicBezTo>
                    <a:pt x="910" y="40"/>
                    <a:pt x="1027" y="126"/>
                    <a:pt x="1157" y="194"/>
                  </a:cubicBezTo>
                  <a:cubicBezTo>
                    <a:pt x="1287" y="262"/>
                    <a:pt x="1545" y="353"/>
                    <a:pt x="1564" y="428"/>
                  </a:cubicBezTo>
                  <a:cubicBezTo>
                    <a:pt x="1583" y="503"/>
                    <a:pt x="1417" y="606"/>
                    <a:pt x="1272" y="644"/>
                  </a:cubicBezTo>
                  <a:cubicBezTo>
                    <a:pt x="1127" y="682"/>
                    <a:pt x="887" y="664"/>
                    <a:pt x="690" y="656"/>
                  </a:cubicBezTo>
                  <a:cubicBezTo>
                    <a:pt x="493" y="648"/>
                    <a:pt x="178" y="668"/>
                    <a:pt x="89" y="596"/>
                  </a:cubicBezTo>
                  <a:cubicBezTo>
                    <a:pt x="0" y="524"/>
                    <a:pt x="102" y="311"/>
                    <a:pt x="155" y="224"/>
                  </a:cubicBezTo>
                  <a:close/>
                </a:path>
              </a:pathLst>
            </a:custGeom>
            <a:solidFill>
              <a:srgbClr val="66CC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NZ"/>
            </a:p>
          </p:txBody>
        </p:sp>
        <p:sp>
          <p:nvSpPr>
            <p:cNvPr id="587782" name="Oval 6"/>
            <p:cNvSpPr>
              <a:spLocks noChangeArrowheads="1"/>
            </p:cNvSpPr>
            <p:nvPr/>
          </p:nvSpPr>
          <p:spPr bwMode="auto">
            <a:xfrm>
              <a:off x="411" y="1526"/>
              <a:ext cx="288" cy="75"/>
            </a:xfrm>
            <a:prstGeom prst="ellipse">
              <a:avLst/>
            </a:prstGeom>
            <a:solidFill>
              <a:schemeClr val="hlink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NZ"/>
            </a:p>
          </p:txBody>
        </p:sp>
        <p:sp>
          <p:nvSpPr>
            <p:cNvPr id="587783" name="Line 7"/>
            <p:cNvSpPr>
              <a:spLocks noChangeShapeType="1"/>
            </p:cNvSpPr>
            <p:nvPr/>
          </p:nvSpPr>
          <p:spPr bwMode="auto">
            <a:xfrm>
              <a:off x="411" y="1519"/>
              <a:ext cx="0" cy="47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NZ"/>
            </a:p>
          </p:txBody>
        </p:sp>
        <p:sp>
          <p:nvSpPr>
            <p:cNvPr id="587784" name="Line 8"/>
            <p:cNvSpPr>
              <a:spLocks noChangeShapeType="1"/>
            </p:cNvSpPr>
            <p:nvPr/>
          </p:nvSpPr>
          <p:spPr bwMode="auto">
            <a:xfrm>
              <a:off x="699" y="1519"/>
              <a:ext cx="0" cy="47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NZ"/>
            </a:p>
          </p:txBody>
        </p:sp>
        <p:sp>
          <p:nvSpPr>
            <p:cNvPr id="587785" name="Rectangle 9"/>
            <p:cNvSpPr>
              <a:spLocks noChangeArrowheads="1"/>
            </p:cNvSpPr>
            <p:nvPr/>
          </p:nvSpPr>
          <p:spPr bwMode="auto">
            <a:xfrm>
              <a:off x="411" y="1519"/>
              <a:ext cx="285" cy="46"/>
            </a:xfrm>
            <a:prstGeom prst="rect">
              <a:avLst/>
            </a:prstGeom>
            <a:solidFill>
              <a:schemeClr val="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587786" name="Oval 10"/>
            <p:cNvSpPr>
              <a:spLocks noChangeArrowheads="1"/>
            </p:cNvSpPr>
            <p:nvPr/>
          </p:nvSpPr>
          <p:spPr bwMode="auto">
            <a:xfrm>
              <a:off x="408" y="1465"/>
              <a:ext cx="288" cy="88"/>
            </a:xfrm>
            <a:prstGeom prst="ellipse">
              <a:avLst/>
            </a:prstGeom>
            <a:solidFill>
              <a:schemeClr val="hlink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NZ"/>
            </a:p>
          </p:txBody>
        </p:sp>
        <p:sp>
          <p:nvSpPr>
            <p:cNvPr id="587787" name="Rectangle 11"/>
            <p:cNvSpPr>
              <a:spLocks noChangeArrowheads="1"/>
            </p:cNvSpPr>
            <p:nvPr/>
          </p:nvSpPr>
          <p:spPr bwMode="auto">
            <a:xfrm>
              <a:off x="488" y="1477"/>
              <a:ext cx="130" cy="115"/>
            </a:xfrm>
            <a:prstGeom prst="rect">
              <a:avLst/>
            </a:prstGeom>
            <a:solidFill>
              <a:schemeClr val="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NZ"/>
            </a:p>
          </p:txBody>
        </p:sp>
        <p:sp>
          <p:nvSpPr>
            <p:cNvPr id="587788" name="Text Box 12"/>
            <p:cNvSpPr txBox="1">
              <a:spLocks noChangeArrowheads="1"/>
            </p:cNvSpPr>
            <p:nvPr/>
          </p:nvSpPr>
          <p:spPr bwMode="auto">
            <a:xfrm>
              <a:off x="402" y="1420"/>
              <a:ext cx="309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/>
              <a:r>
                <a:rPr lang="en-US" altLang="en-US" sz="2000"/>
                <a:t>3b</a:t>
              </a:r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587789" name="Oval 13"/>
            <p:cNvSpPr>
              <a:spLocks noChangeArrowheads="1"/>
            </p:cNvSpPr>
            <p:nvPr/>
          </p:nvSpPr>
          <p:spPr bwMode="auto">
            <a:xfrm>
              <a:off x="1531" y="2089"/>
              <a:ext cx="288" cy="75"/>
            </a:xfrm>
            <a:prstGeom prst="ellipse">
              <a:avLst/>
            </a:prstGeom>
            <a:solidFill>
              <a:schemeClr val="hlink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NZ"/>
            </a:p>
          </p:txBody>
        </p:sp>
        <p:sp>
          <p:nvSpPr>
            <p:cNvPr id="587790" name="Line 14"/>
            <p:cNvSpPr>
              <a:spLocks noChangeShapeType="1"/>
            </p:cNvSpPr>
            <p:nvPr/>
          </p:nvSpPr>
          <p:spPr bwMode="auto">
            <a:xfrm>
              <a:off x="1531" y="2082"/>
              <a:ext cx="0" cy="47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NZ"/>
            </a:p>
          </p:txBody>
        </p:sp>
        <p:sp>
          <p:nvSpPr>
            <p:cNvPr id="587791" name="Line 15"/>
            <p:cNvSpPr>
              <a:spLocks noChangeShapeType="1"/>
            </p:cNvSpPr>
            <p:nvPr/>
          </p:nvSpPr>
          <p:spPr bwMode="auto">
            <a:xfrm>
              <a:off x="1819" y="2082"/>
              <a:ext cx="0" cy="47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NZ"/>
            </a:p>
          </p:txBody>
        </p:sp>
        <p:sp>
          <p:nvSpPr>
            <p:cNvPr id="587792" name="Rectangle 16"/>
            <p:cNvSpPr>
              <a:spLocks noChangeArrowheads="1"/>
            </p:cNvSpPr>
            <p:nvPr/>
          </p:nvSpPr>
          <p:spPr bwMode="auto">
            <a:xfrm>
              <a:off x="1531" y="2082"/>
              <a:ext cx="285" cy="46"/>
            </a:xfrm>
            <a:prstGeom prst="rect">
              <a:avLst/>
            </a:prstGeom>
            <a:solidFill>
              <a:schemeClr val="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587793" name="Oval 17"/>
            <p:cNvSpPr>
              <a:spLocks noChangeArrowheads="1"/>
            </p:cNvSpPr>
            <p:nvPr/>
          </p:nvSpPr>
          <p:spPr bwMode="auto">
            <a:xfrm>
              <a:off x="1528" y="2028"/>
              <a:ext cx="288" cy="88"/>
            </a:xfrm>
            <a:prstGeom prst="ellipse">
              <a:avLst/>
            </a:prstGeom>
            <a:solidFill>
              <a:schemeClr val="hlink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NZ"/>
            </a:p>
          </p:txBody>
        </p:sp>
        <p:grpSp>
          <p:nvGrpSpPr>
            <p:cNvPr id="587794" name="Group 18"/>
            <p:cNvGrpSpPr>
              <a:grpSpLocks/>
            </p:cNvGrpSpPr>
            <p:nvPr/>
          </p:nvGrpSpPr>
          <p:grpSpPr bwMode="auto">
            <a:xfrm>
              <a:off x="1537" y="1977"/>
              <a:ext cx="282" cy="250"/>
              <a:chOff x="2904" y="2429"/>
              <a:chExt cx="309" cy="269"/>
            </a:xfrm>
          </p:grpSpPr>
          <p:sp>
            <p:nvSpPr>
              <p:cNvPr id="587795" name="Rectangle 19"/>
              <p:cNvSpPr>
                <a:spLocks noChangeArrowheads="1"/>
              </p:cNvSpPr>
              <p:nvPr/>
            </p:nvSpPr>
            <p:spPr bwMode="auto">
              <a:xfrm>
                <a:off x="2982" y="2490"/>
                <a:ext cx="144" cy="132"/>
              </a:xfrm>
              <a:prstGeom prst="rect">
                <a:avLst/>
              </a:prstGeom>
              <a:solidFill>
                <a:schemeClr val="hlink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NZ"/>
              </a:p>
            </p:txBody>
          </p:sp>
          <p:sp>
            <p:nvSpPr>
              <p:cNvPr id="587796" name="Text Box 20"/>
              <p:cNvSpPr txBox="1">
                <a:spLocks noChangeArrowheads="1"/>
              </p:cNvSpPr>
              <p:nvPr/>
            </p:nvSpPr>
            <p:spPr bwMode="auto">
              <a:xfrm>
                <a:off x="2904" y="2429"/>
                <a:ext cx="309" cy="26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ctr"/>
                <a:r>
                  <a:rPr lang="en-US" altLang="en-US" sz="2000"/>
                  <a:t>1d</a:t>
                </a:r>
              </a:p>
            </p:txBody>
          </p:sp>
        </p:grpSp>
        <p:sp>
          <p:nvSpPr>
            <p:cNvPr id="587797" name="Oval 21"/>
            <p:cNvSpPr>
              <a:spLocks noChangeArrowheads="1"/>
            </p:cNvSpPr>
            <p:nvPr/>
          </p:nvSpPr>
          <p:spPr bwMode="auto">
            <a:xfrm>
              <a:off x="927" y="1403"/>
              <a:ext cx="288" cy="76"/>
            </a:xfrm>
            <a:prstGeom prst="ellipse">
              <a:avLst/>
            </a:prstGeom>
            <a:solidFill>
              <a:schemeClr val="hlink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NZ"/>
            </a:p>
          </p:txBody>
        </p:sp>
        <p:sp>
          <p:nvSpPr>
            <p:cNvPr id="587798" name="Line 22"/>
            <p:cNvSpPr>
              <a:spLocks noChangeShapeType="1"/>
            </p:cNvSpPr>
            <p:nvPr/>
          </p:nvSpPr>
          <p:spPr bwMode="auto">
            <a:xfrm>
              <a:off x="927" y="1397"/>
              <a:ext cx="0" cy="4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NZ"/>
            </a:p>
          </p:txBody>
        </p:sp>
        <p:sp>
          <p:nvSpPr>
            <p:cNvPr id="587799" name="Line 23"/>
            <p:cNvSpPr>
              <a:spLocks noChangeShapeType="1"/>
            </p:cNvSpPr>
            <p:nvPr/>
          </p:nvSpPr>
          <p:spPr bwMode="auto">
            <a:xfrm>
              <a:off x="1215" y="1397"/>
              <a:ext cx="0" cy="4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NZ"/>
            </a:p>
          </p:txBody>
        </p:sp>
        <p:sp>
          <p:nvSpPr>
            <p:cNvPr id="587800" name="Rectangle 24"/>
            <p:cNvSpPr>
              <a:spLocks noChangeArrowheads="1"/>
            </p:cNvSpPr>
            <p:nvPr/>
          </p:nvSpPr>
          <p:spPr bwMode="auto">
            <a:xfrm>
              <a:off x="927" y="1397"/>
              <a:ext cx="285" cy="45"/>
            </a:xfrm>
            <a:prstGeom prst="rect">
              <a:avLst/>
            </a:prstGeom>
            <a:solidFill>
              <a:schemeClr val="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587801" name="Oval 25"/>
            <p:cNvSpPr>
              <a:spLocks noChangeArrowheads="1"/>
            </p:cNvSpPr>
            <p:nvPr/>
          </p:nvSpPr>
          <p:spPr bwMode="auto">
            <a:xfrm>
              <a:off x="924" y="1342"/>
              <a:ext cx="288" cy="88"/>
            </a:xfrm>
            <a:prstGeom prst="ellipse">
              <a:avLst/>
            </a:prstGeom>
            <a:solidFill>
              <a:schemeClr val="hlink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NZ"/>
            </a:p>
          </p:txBody>
        </p:sp>
        <p:sp>
          <p:nvSpPr>
            <p:cNvPr id="587802" name="Rectangle 26"/>
            <p:cNvSpPr>
              <a:spLocks noChangeArrowheads="1"/>
            </p:cNvSpPr>
            <p:nvPr/>
          </p:nvSpPr>
          <p:spPr bwMode="auto">
            <a:xfrm>
              <a:off x="1004" y="1354"/>
              <a:ext cx="131" cy="102"/>
            </a:xfrm>
            <a:prstGeom prst="rect">
              <a:avLst/>
            </a:prstGeom>
            <a:solidFill>
              <a:schemeClr val="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NZ"/>
            </a:p>
          </p:txBody>
        </p:sp>
        <p:sp>
          <p:nvSpPr>
            <p:cNvPr id="587803" name="Text Box 27"/>
            <p:cNvSpPr txBox="1">
              <a:spLocks noChangeArrowheads="1"/>
            </p:cNvSpPr>
            <p:nvPr/>
          </p:nvSpPr>
          <p:spPr bwMode="auto">
            <a:xfrm>
              <a:off x="925" y="1297"/>
              <a:ext cx="29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/>
              <a:r>
                <a:rPr lang="en-US" altLang="en-US" sz="2000"/>
                <a:t>3a</a:t>
              </a:r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587804" name="Oval 28"/>
            <p:cNvSpPr>
              <a:spLocks noChangeArrowheads="1"/>
            </p:cNvSpPr>
            <p:nvPr/>
          </p:nvSpPr>
          <p:spPr bwMode="auto">
            <a:xfrm>
              <a:off x="1498" y="1721"/>
              <a:ext cx="288" cy="75"/>
            </a:xfrm>
            <a:prstGeom prst="ellipse">
              <a:avLst/>
            </a:prstGeom>
            <a:solidFill>
              <a:schemeClr val="hlink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NZ"/>
            </a:p>
          </p:txBody>
        </p:sp>
        <p:sp>
          <p:nvSpPr>
            <p:cNvPr id="587805" name="Line 29"/>
            <p:cNvSpPr>
              <a:spLocks noChangeShapeType="1"/>
            </p:cNvSpPr>
            <p:nvPr/>
          </p:nvSpPr>
          <p:spPr bwMode="auto">
            <a:xfrm>
              <a:off x="1498" y="1715"/>
              <a:ext cx="0" cy="4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NZ"/>
            </a:p>
          </p:txBody>
        </p:sp>
        <p:sp>
          <p:nvSpPr>
            <p:cNvPr id="587806" name="Line 30"/>
            <p:cNvSpPr>
              <a:spLocks noChangeShapeType="1"/>
            </p:cNvSpPr>
            <p:nvPr/>
          </p:nvSpPr>
          <p:spPr bwMode="auto">
            <a:xfrm>
              <a:off x="1786" y="1715"/>
              <a:ext cx="0" cy="4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NZ"/>
            </a:p>
          </p:txBody>
        </p:sp>
        <p:sp>
          <p:nvSpPr>
            <p:cNvPr id="587807" name="Rectangle 31"/>
            <p:cNvSpPr>
              <a:spLocks noChangeArrowheads="1"/>
            </p:cNvSpPr>
            <p:nvPr/>
          </p:nvSpPr>
          <p:spPr bwMode="auto">
            <a:xfrm>
              <a:off x="1498" y="1715"/>
              <a:ext cx="285" cy="45"/>
            </a:xfrm>
            <a:prstGeom prst="rect">
              <a:avLst/>
            </a:prstGeom>
            <a:solidFill>
              <a:schemeClr val="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587808" name="Oval 32"/>
            <p:cNvSpPr>
              <a:spLocks noChangeArrowheads="1"/>
            </p:cNvSpPr>
            <p:nvPr/>
          </p:nvSpPr>
          <p:spPr bwMode="auto">
            <a:xfrm>
              <a:off x="1495" y="1660"/>
              <a:ext cx="288" cy="88"/>
            </a:xfrm>
            <a:prstGeom prst="ellipse">
              <a:avLst/>
            </a:prstGeom>
            <a:solidFill>
              <a:schemeClr val="hlink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NZ"/>
            </a:p>
          </p:txBody>
        </p:sp>
        <p:grpSp>
          <p:nvGrpSpPr>
            <p:cNvPr id="587809" name="Group 33"/>
            <p:cNvGrpSpPr>
              <a:grpSpLocks/>
            </p:cNvGrpSpPr>
            <p:nvPr/>
          </p:nvGrpSpPr>
          <p:grpSpPr bwMode="auto">
            <a:xfrm>
              <a:off x="1507" y="1610"/>
              <a:ext cx="269" cy="249"/>
              <a:chOff x="2907" y="2429"/>
              <a:chExt cx="301" cy="269"/>
            </a:xfrm>
          </p:grpSpPr>
          <p:sp>
            <p:nvSpPr>
              <p:cNvPr id="587810" name="Rectangle 34"/>
              <p:cNvSpPr>
                <a:spLocks noChangeArrowheads="1"/>
              </p:cNvSpPr>
              <p:nvPr/>
            </p:nvSpPr>
            <p:spPr bwMode="auto">
              <a:xfrm>
                <a:off x="2982" y="2490"/>
                <a:ext cx="144" cy="132"/>
              </a:xfrm>
              <a:prstGeom prst="rect">
                <a:avLst/>
              </a:prstGeom>
              <a:solidFill>
                <a:schemeClr val="hlink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NZ"/>
              </a:p>
            </p:txBody>
          </p:sp>
          <p:sp>
            <p:nvSpPr>
              <p:cNvPr id="587811" name="Text Box 35"/>
              <p:cNvSpPr txBox="1">
                <a:spLocks noChangeArrowheads="1"/>
              </p:cNvSpPr>
              <p:nvPr/>
            </p:nvSpPr>
            <p:spPr bwMode="auto">
              <a:xfrm>
                <a:off x="2907" y="2429"/>
                <a:ext cx="301" cy="26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ctr"/>
                <a:r>
                  <a:rPr lang="en-US" altLang="en-US" sz="2000"/>
                  <a:t>1c</a:t>
                </a:r>
              </a:p>
            </p:txBody>
          </p:sp>
        </p:grpSp>
        <p:sp>
          <p:nvSpPr>
            <p:cNvPr id="587812" name="Line 36"/>
            <p:cNvSpPr>
              <a:spLocks noChangeShapeType="1"/>
            </p:cNvSpPr>
            <p:nvPr/>
          </p:nvSpPr>
          <p:spPr bwMode="auto">
            <a:xfrm>
              <a:off x="3149" y="1546"/>
              <a:ext cx="283" cy="9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NZ"/>
            </a:p>
          </p:txBody>
        </p:sp>
        <p:sp>
          <p:nvSpPr>
            <p:cNvPr id="587813" name="Line 37"/>
            <p:cNvSpPr>
              <a:spLocks noChangeShapeType="1"/>
            </p:cNvSpPr>
            <p:nvPr/>
          </p:nvSpPr>
          <p:spPr bwMode="auto">
            <a:xfrm>
              <a:off x="3447" y="1476"/>
              <a:ext cx="84" cy="10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NZ"/>
            </a:p>
          </p:txBody>
        </p:sp>
        <p:sp>
          <p:nvSpPr>
            <p:cNvPr id="587814" name="Line 38"/>
            <p:cNvSpPr>
              <a:spLocks noChangeShapeType="1"/>
            </p:cNvSpPr>
            <p:nvPr/>
          </p:nvSpPr>
          <p:spPr bwMode="auto">
            <a:xfrm flipV="1">
              <a:off x="3086" y="1435"/>
              <a:ext cx="105" cy="71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NZ"/>
            </a:p>
          </p:txBody>
        </p:sp>
        <p:sp>
          <p:nvSpPr>
            <p:cNvPr id="587815" name="Freeform 39"/>
            <p:cNvSpPr>
              <a:spLocks/>
            </p:cNvSpPr>
            <p:nvPr/>
          </p:nvSpPr>
          <p:spPr bwMode="auto">
            <a:xfrm>
              <a:off x="1817" y="2024"/>
              <a:ext cx="243" cy="76"/>
            </a:xfrm>
            <a:custGeom>
              <a:avLst/>
              <a:gdLst>
                <a:gd name="T0" fmla="*/ 0 w 264"/>
                <a:gd name="T1" fmla="*/ 82 h 82"/>
                <a:gd name="T2" fmla="*/ 264 w 264"/>
                <a:gd name="T3" fmla="*/ 0 h 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264" h="82">
                  <a:moveTo>
                    <a:pt x="0" y="82"/>
                  </a:moveTo>
                  <a:lnTo>
                    <a:pt x="264" y="0"/>
                  </a:lnTo>
                </a:path>
              </a:pathLst>
            </a:custGeom>
            <a:noFill/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NZ"/>
            </a:p>
          </p:txBody>
        </p:sp>
        <p:sp>
          <p:nvSpPr>
            <p:cNvPr id="587816" name="Freeform 40"/>
            <p:cNvSpPr>
              <a:spLocks/>
            </p:cNvSpPr>
            <p:nvPr/>
          </p:nvSpPr>
          <p:spPr bwMode="auto">
            <a:xfrm>
              <a:off x="1394" y="1990"/>
              <a:ext cx="140" cy="110"/>
            </a:xfrm>
            <a:custGeom>
              <a:avLst/>
              <a:gdLst>
                <a:gd name="T0" fmla="*/ 0 w 152"/>
                <a:gd name="T1" fmla="*/ 0 h 118"/>
                <a:gd name="T2" fmla="*/ 152 w 152"/>
                <a:gd name="T3" fmla="*/ 118 h 1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52" h="118">
                  <a:moveTo>
                    <a:pt x="0" y="0"/>
                  </a:moveTo>
                  <a:lnTo>
                    <a:pt x="152" y="118"/>
                  </a:lnTo>
                </a:path>
              </a:pathLst>
            </a:custGeom>
            <a:noFill/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NZ"/>
            </a:p>
          </p:txBody>
        </p:sp>
        <p:sp>
          <p:nvSpPr>
            <p:cNvPr id="587817" name="Freeform 41"/>
            <p:cNvSpPr>
              <a:spLocks/>
            </p:cNvSpPr>
            <p:nvPr/>
          </p:nvSpPr>
          <p:spPr bwMode="auto">
            <a:xfrm>
              <a:off x="1508" y="1925"/>
              <a:ext cx="519" cy="77"/>
            </a:xfrm>
            <a:custGeom>
              <a:avLst/>
              <a:gdLst>
                <a:gd name="T0" fmla="*/ 0 w 564"/>
                <a:gd name="T1" fmla="*/ 0 h 82"/>
                <a:gd name="T2" fmla="*/ 564 w 564"/>
                <a:gd name="T3" fmla="*/ 82 h 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564" h="82">
                  <a:moveTo>
                    <a:pt x="0" y="0"/>
                  </a:moveTo>
                  <a:lnTo>
                    <a:pt x="564" y="82"/>
                  </a:lnTo>
                </a:path>
              </a:pathLst>
            </a:custGeom>
            <a:noFill/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NZ"/>
            </a:p>
          </p:txBody>
        </p:sp>
        <p:sp>
          <p:nvSpPr>
            <p:cNvPr id="587818" name="Freeform 42"/>
            <p:cNvSpPr>
              <a:spLocks/>
            </p:cNvSpPr>
            <p:nvPr/>
          </p:nvSpPr>
          <p:spPr bwMode="auto">
            <a:xfrm>
              <a:off x="1451" y="1775"/>
              <a:ext cx="70" cy="87"/>
            </a:xfrm>
            <a:custGeom>
              <a:avLst/>
              <a:gdLst>
                <a:gd name="T0" fmla="*/ 0 w 76"/>
                <a:gd name="T1" fmla="*/ 94 h 94"/>
                <a:gd name="T2" fmla="*/ 76 w 76"/>
                <a:gd name="T3" fmla="*/ 0 h 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76" h="94">
                  <a:moveTo>
                    <a:pt x="0" y="94"/>
                  </a:moveTo>
                  <a:lnTo>
                    <a:pt x="76" y="0"/>
                  </a:lnTo>
                </a:path>
              </a:pathLst>
            </a:custGeom>
            <a:noFill/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NZ"/>
            </a:p>
          </p:txBody>
        </p:sp>
        <p:sp>
          <p:nvSpPr>
            <p:cNvPr id="587819" name="Freeform 43"/>
            <p:cNvSpPr>
              <a:spLocks/>
            </p:cNvSpPr>
            <p:nvPr/>
          </p:nvSpPr>
          <p:spPr bwMode="auto">
            <a:xfrm>
              <a:off x="692" y="1426"/>
              <a:ext cx="231" cy="106"/>
            </a:xfrm>
            <a:custGeom>
              <a:avLst/>
              <a:gdLst>
                <a:gd name="T0" fmla="*/ 0 w 252"/>
                <a:gd name="T1" fmla="*/ 114 h 114"/>
                <a:gd name="T2" fmla="*/ 252 w 252"/>
                <a:gd name="T3" fmla="*/ 0 h 1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252" h="114">
                  <a:moveTo>
                    <a:pt x="0" y="114"/>
                  </a:moveTo>
                  <a:lnTo>
                    <a:pt x="252" y="0"/>
                  </a:lnTo>
                </a:path>
              </a:pathLst>
            </a:custGeom>
            <a:noFill/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NZ"/>
            </a:p>
          </p:txBody>
        </p:sp>
        <p:sp>
          <p:nvSpPr>
            <p:cNvPr id="587820" name="Freeform 44"/>
            <p:cNvSpPr>
              <a:spLocks/>
            </p:cNvSpPr>
            <p:nvPr/>
          </p:nvSpPr>
          <p:spPr bwMode="auto">
            <a:xfrm>
              <a:off x="1092" y="1481"/>
              <a:ext cx="409" cy="240"/>
            </a:xfrm>
            <a:custGeom>
              <a:avLst/>
              <a:gdLst>
                <a:gd name="T0" fmla="*/ 0 w 444"/>
                <a:gd name="T1" fmla="*/ 0 h 258"/>
                <a:gd name="T2" fmla="*/ 444 w 444"/>
                <a:gd name="T3" fmla="*/ 258 h 2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444" h="258">
                  <a:moveTo>
                    <a:pt x="0" y="0"/>
                  </a:moveTo>
                  <a:lnTo>
                    <a:pt x="444" y="258"/>
                  </a:lnTo>
                </a:path>
              </a:pathLst>
            </a:custGeom>
            <a:noFill/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NZ"/>
            </a:p>
          </p:txBody>
        </p:sp>
        <p:sp>
          <p:nvSpPr>
            <p:cNvPr id="587821" name="Freeform 45"/>
            <p:cNvSpPr>
              <a:spLocks/>
            </p:cNvSpPr>
            <p:nvPr/>
          </p:nvSpPr>
          <p:spPr bwMode="auto">
            <a:xfrm>
              <a:off x="2310" y="1591"/>
              <a:ext cx="602" cy="390"/>
            </a:xfrm>
            <a:custGeom>
              <a:avLst/>
              <a:gdLst>
                <a:gd name="T0" fmla="*/ 0 w 654"/>
                <a:gd name="T1" fmla="*/ 420 h 420"/>
                <a:gd name="T2" fmla="*/ 654 w 654"/>
                <a:gd name="T3" fmla="*/ 0 h 4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654" h="420">
                  <a:moveTo>
                    <a:pt x="0" y="420"/>
                  </a:moveTo>
                  <a:lnTo>
                    <a:pt x="654" y="0"/>
                  </a:lnTo>
                </a:path>
              </a:pathLst>
            </a:custGeom>
            <a:noFill/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NZ"/>
            </a:p>
          </p:txBody>
        </p:sp>
        <p:sp>
          <p:nvSpPr>
            <p:cNvPr id="587822" name="Oval 46"/>
            <p:cNvSpPr>
              <a:spLocks noChangeArrowheads="1"/>
            </p:cNvSpPr>
            <p:nvPr/>
          </p:nvSpPr>
          <p:spPr bwMode="auto">
            <a:xfrm>
              <a:off x="2861" y="1532"/>
              <a:ext cx="288" cy="75"/>
            </a:xfrm>
            <a:prstGeom prst="ellipse">
              <a:avLst/>
            </a:prstGeom>
            <a:solidFill>
              <a:schemeClr val="hlink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NZ"/>
            </a:p>
          </p:txBody>
        </p:sp>
        <p:sp>
          <p:nvSpPr>
            <p:cNvPr id="587823" name="Line 47"/>
            <p:cNvSpPr>
              <a:spLocks noChangeShapeType="1"/>
            </p:cNvSpPr>
            <p:nvPr/>
          </p:nvSpPr>
          <p:spPr bwMode="auto">
            <a:xfrm>
              <a:off x="2861" y="1525"/>
              <a:ext cx="0" cy="4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NZ"/>
            </a:p>
          </p:txBody>
        </p:sp>
        <p:sp>
          <p:nvSpPr>
            <p:cNvPr id="587824" name="Line 48"/>
            <p:cNvSpPr>
              <a:spLocks noChangeShapeType="1"/>
            </p:cNvSpPr>
            <p:nvPr/>
          </p:nvSpPr>
          <p:spPr bwMode="auto">
            <a:xfrm>
              <a:off x="3149" y="1525"/>
              <a:ext cx="0" cy="4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NZ"/>
            </a:p>
          </p:txBody>
        </p:sp>
        <p:sp>
          <p:nvSpPr>
            <p:cNvPr id="587825" name="Rectangle 49"/>
            <p:cNvSpPr>
              <a:spLocks noChangeArrowheads="1"/>
            </p:cNvSpPr>
            <p:nvPr/>
          </p:nvSpPr>
          <p:spPr bwMode="auto">
            <a:xfrm>
              <a:off x="2861" y="1525"/>
              <a:ext cx="285" cy="46"/>
            </a:xfrm>
            <a:prstGeom prst="rect">
              <a:avLst/>
            </a:prstGeom>
            <a:solidFill>
              <a:schemeClr val="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587826" name="Oval 50"/>
            <p:cNvSpPr>
              <a:spLocks noChangeArrowheads="1"/>
            </p:cNvSpPr>
            <p:nvPr/>
          </p:nvSpPr>
          <p:spPr bwMode="auto">
            <a:xfrm>
              <a:off x="2858" y="1470"/>
              <a:ext cx="288" cy="88"/>
            </a:xfrm>
            <a:prstGeom prst="ellipse">
              <a:avLst/>
            </a:prstGeom>
            <a:solidFill>
              <a:schemeClr val="hlink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NZ"/>
            </a:p>
          </p:txBody>
        </p:sp>
        <p:sp>
          <p:nvSpPr>
            <p:cNvPr id="587827" name="Rectangle 51"/>
            <p:cNvSpPr>
              <a:spLocks noChangeArrowheads="1"/>
            </p:cNvSpPr>
            <p:nvPr/>
          </p:nvSpPr>
          <p:spPr bwMode="auto">
            <a:xfrm>
              <a:off x="2938" y="1482"/>
              <a:ext cx="130" cy="112"/>
            </a:xfrm>
            <a:prstGeom prst="rect">
              <a:avLst/>
            </a:prstGeom>
            <a:solidFill>
              <a:schemeClr val="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NZ"/>
            </a:p>
          </p:txBody>
        </p:sp>
        <p:sp>
          <p:nvSpPr>
            <p:cNvPr id="587828" name="Text Box 52"/>
            <p:cNvSpPr txBox="1">
              <a:spLocks noChangeArrowheads="1"/>
            </p:cNvSpPr>
            <p:nvPr/>
          </p:nvSpPr>
          <p:spPr bwMode="auto">
            <a:xfrm>
              <a:off x="2858" y="1426"/>
              <a:ext cx="29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/>
              <a:r>
                <a:rPr lang="en-US" altLang="en-US" sz="2000"/>
                <a:t>2a</a:t>
              </a:r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587829" name="Text Box 53"/>
            <p:cNvSpPr txBox="1">
              <a:spLocks noChangeArrowheads="1"/>
            </p:cNvSpPr>
            <p:nvPr/>
          </p:nvSpPr>
          <p:spPr bwMode="auto">
            <a:xfrm>
              <a:off x="720" y="1507"/>
              <a:ext cx="442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en-US" sz="2000"/>
                <a:t>AS3</a:t>
              </a:r>
              <a:endParaRPr lang="en-US" altLang="en-US"/>
            </a:p>
          </p:txBody>
        </p:sp>
        <p:sp>
          <p:nvSpPr>
            <p:cNvPr id="587830" name="Text Box 54"/>
            <p:cNvSpPr txBox="1">
              <a:spLocks noChangeArrowheads="1"/>
            </p:cNvSpPr>
            <p:nvPr/>
          </p:nvSpPr>
          <p:spPr bwMode="auto">
            <a:xfrm>
              <a:off x="2360" y="1931"/>
              <a:ext cx="41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en-US" sz="2000"/>
                <a:t>AS1</a:t>
              </a:r>
              <a:endParaRPr lang="en-US" altLang="en-US"/>
            </a:p>
          </p:txBody>
        </p:sp>
        <p:sp>
          <p:nvSpPr>
            <p:cNvPr id="587831" name="Text Box 55"/>
            <p:cNvSpPr txBox="1">
              <a:spLocks noChangeArrowheads="1"/>
            </p:cNvSpPr>
            <p:nvPr/>
          </p:nvSpPr>
          <p:spPr bwMode="auto">
            <a:xfrm>
              <a:off x="3120" y="1693"/>
              <a:ext cx="409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en-US"/>
                <a:t>AS2</a:t>
              </a:r>
            </a:p>
          </p:txBody>
        </p:sp>
        <p:sp>
          <p:nvSpPr>
            <p:cNvPr id="587832" name="Oval 56"/>
            <p:cNvSpPr>
              <a:spLocks noChangeArrowheads="1"/>
            </p:cNvSpPr>
            <p:nvPr/>
          </p:nvSpPr>
          <p:spPr bwMode="auto">
            <a:xfrm>
              <a:off x="1217" y="1916"/>
              <a:ext cx="288" cy="75"/>
            </a:xfrm>
            <a:prstGeom prst="ellipse">
              <a:avLst/>
            </a:prstGeom>
            <a:solidFill>
              <a:schemeClr val="hlink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NZ"/>
            </a:p>
          </p:txBody>
        </p:sp>
        <p:sp>
          <p:nvSpPr>
            <p:cNvPr id="587833" name="Line 57"/>
            <p:cNvSpPr>
              <a:spLocks noChangeShapeType="1"/>
            </p:cNvSpPr>
            <p:nvPr/>
          </p:nvSpPr>
          <p:spPr bwMode="auto">
            <a:xfrm>
              <a:off x="1217" y="1910"/>
              <a:ext cx="0" cy="4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NZ"/>
            </a:p>
          </p:txBody>
        </p:sp>
        <p:sp>
          <p:nvSpPr>
            <p:cNvPr id="587834" name="Line 58"/>
            <p:cNvSpPr>
              <a:spLocks noChangeShapeType="1"/>
            </p:cNvSpPr>
            <p:nvPr/>
          </p:nvSpPr>
          <p:spPr bwMode="auto">
            <a:xfrm>
              <a:off x="1505" y="1910"/>
              <a:ext cx="0" cy="4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NZ"/>
            </a:p>
          </p:txBody>
        </p:sp>
        <p:sp>
          <p:nvSpPr>
            <p:cNvPr id="587835" name="Rectangle 59"/>
            <p:cNvSpPr>
              <a:spLocks noChangeArrowheads="1"/>
            </p:cNvSpPr>
            <p:nvPr/>
          </p:nvSpPr>
          <p:spPr bwMode="auto">
            <a:xfrm>
              <a:off x="1217" y="1910"/>
              <a:ext cx="285" cy="45"/>
            </a:xfrm>
            <a:prstGeom prst="rect">
              <a:avLst/>
            </a:prstGeom>
            <a:solidFill>
              <a:schemeClr val="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587836" name="Oval 60"/>
            <p:cNvSpPr>
              <a:spLocks noChangeArrowheads="1"/>
            </p:cNvSpPr>
            <p:nvPr/>
          </p:nvSpPr>
          <p:spPr bwMode="auto">
            <a:xfrm>
              <a:off x="1214" y="1859"/>
              <a:ext cx="288" cy="88"/>
            </a:xfrm>
            <a:prstGeom prst="ellipse">
              <a:avLst/>
            </a:prstGeom>
            <a:solidFill>
              <a:schemeClr val="hlink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NZ"/>
            </a:p>
          </p:txBody>
        </p:sp>
        <p:sp>
          <p:nvSpPr>
            <p:cNvPr id="587837" name="Rectangle 61"/>
            <p:cNvSpPr>
              <a:spLocks noChangeArrowheads="1"/>
            </p:cNvSpPr>
            <p:nvPr/>
          </p:nvSpPr>
          <p:spPr bwMode="auto">
            <a:xfrm>
              <a:off x="1292" y="1884"/>
              <a:ext cx="131" cy="89"/>
            </a:xfrm>
            <a:prstGeom prst="rect">
              <a:avLst/>
            </a:prstGeom>
            <a:solidFill>
              <a:schemeClr val="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NZ"/>
            </a:p>
          </p:txBody>
        </p:sp>
        <p:sp>
          <p:nvSpPr>
            <p:cNvPr id="587838" name="Text Box 62"/>
            <p:cNvSpPr txBox="1">
              <a:spLocks noChangeArrowheads="1"/>
            </p:cNvSpPr>
            <p:nvPr/>
          </p:nvSpPr>
          <p:spPr bwMode="auto">
            <a:xfrm>
              <a:off x="1229" y="1808"/>
              <a:ext cx="270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/>
              <a:r>
                <a:rPr lang="en-US" altLang="en-US" sz="2000"/>
                <a:t>1a</a:t>
              </a:r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grpSp>
          <p:nvGrpSpPr>
            <p:cNvPr id="587839" name="Group 63"/>
            <p:cNvGrpSpPr>
              <a:grpSpLocks/>
            </p:cNvGrpSpPr>
            <p:nvPr/>
          </p:nvGrpSpPr>
          <p:grpSpPr bwMode="auto">
            <a:xfrm>
              <a:off x="3178" y="1320"/>
              <a:ext cx="297" cy="250"/>
              <a:chOff x="4320" y="1940"/>
              <a:chExt cx="323" cy="269"/>
            </a:xfrm>
          </p:grpSpPr>
          <p:sp>
            <p:nvSpPr>
              <p:cNvPr id="587840" name="Oval 64"/>
              <p:cNvSpPr>
                <a:spLocks noChangeArrowheads="1"/>
              </p:cNvSpPr>
              <p:nvPr/>
            </p:nvSpPr>
            <p:spPr bwMode="auto">
              <a:xfrm>
                <a:off x="4323" y="2054"/>
                <a:ext cx="313" cy="81"/>
              </a:xfrm>
              <a:prstGeom prst="ellipse">
                <a:avLst/>
              </a:prstGeom>
              <a:solidFill>
                <a:schemeClr val="hlink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NZ"/>
              </a:p>
            </p:txBody>
          </p:sp>
          <p:sp>
            <p:nvSpPr>
              <p:cNvPr id="587841" name="Line 65"/>
              <p:cNvSpPr>
                <a:spLocks noChangeShapeType="1"/>
              </p:cNvSpPr>
              <p:nvPr/>
            </p:nvSpPr>
            <p:spPr bwMode="auto">
              <a:xfrm>
                <a:off x="4323" y="2047"/>
                <a:ext cx="0" cy="5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NZ"/>
              </a:p>
            </p:txBody>
          </p:sp>
          <p:sp>
            <p:nvSpPr>
              <p:cNvPr id="587842" name="Line 66"/>
              <p:cNvSpPr>
                <a:spLocks noChangeShapeType="1"/>
              </p:cNvSpPr>
              <p:nvPr/>
            </p:nvSpPr>
            <p:spPr bwMode="auto">
              <a:xfrm>
                <a:off x="4636" y="2047"/>
                <a:ext cx="0" cy="5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NZ"/>
              </a:p>
            </p:txBody>
          </p:sp>
          <p:sp>
            <p:nvSpPr>
              <p:cNvPr id="587843" name="Rectangle 67"/>
              <p:cNvSpPr>
                <a:spLocks noChangeArrowheads="1"/>
              </p:cNvSpPr>
              <p:nvPr/>
            </p:nvSpPr>
            <p:spPr bwMode="auto">
              <a:xfrm>
                <a:off x="4323" y="2047"/>
                <a:ext cx="310" cy="49"/>
              </a:xfrm>
              <a:prstGeom prst="rect">
                <a:avLst/>
              </a:prstGeom>
              <a:solidFill>
                <a:schemeClr val="hlink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endParaRPr lang="en-US" altLang="en-US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587844" name="Oval 68"/>
              <p:cNvSpPr>
                <a:spLocks noChangeArrowheads="1"/>
              </p:cNvSpPr>
              <p:nvPr/>
            </p:nvSpPr>
            <p:spPr bwMode="auto">
              <a:xfrm>
                <a:off x="4320" y="1988"/>
                <a:ext cx="313" cy="95"/>
              </a:xfrm>
              <a:prstGeom prst="ellipse">
                <a:avLst/>
              </a:prstGeom>
              <a:solidFill>
                <a:schemeClr val="hlink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NZ"/>
              </a:p>
            </p:txBody>
          </p:sp>
          <p:sp>
            <p:nvSpPr>
              <p:cNvPr id="587845" name="Rectangle 69"/>
              <p:cNvSpPr>
                <a:spLocks noChangeArrowheads="1"/>
              </p:cNvSpPr>
              <p:nvPr/>
            </p:nvSpPr>
            <p:spPr bwMode="auto">
              <a:xfrm>
                <a:off x="4407" y="2001"/>
                <a:ext cx="141" cy="118"/>
              </a:xfrm>
              <a:prstGeom prst="rect">
                <a:avLst/>
              </a:prstGeom>
              <a:solidFill>
                <a:schemeClr val="hlink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NZ"/>
              </a:p>
            </p:txBody>
          </p:sp>
          <p:sp>
            <p:nvSpPr>
              <p:cNvPr id="587846" name="Text Box 70"/>
              <p:cNvSpPr txBox="1">
                <a:spLocks noChangeArrowheads="1"/>
              </p:cNvSpPr>
              <p:nvPr/>
            </p:nvSpPr>
            <p:spPr bwMode="auto">
              <a:xfrm>
                <a:off x="4320" y="1940"/>
                <a:ext cx="323" cy="26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ctr"/>
                <a:r>
                  <a:rPr lang="en-US" altLang="en-US" sz="2000"/>
                  <a:t>2c</a:t>
                </a:r>
                <a:endParaRPr lang="en-US" altLang="en-US" sz="2400"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587847" name="Group 71"/>
            <p:cNvGrpSpPr>
              <a:grpSpLocks/>
            </p:cNvGrpSpPr>
            <p:nvPr/>
          </p:nvGrpSpPr>
          <p:grpSpPr bwMode="auto">
            <a:xfrm>
              <a:off x="3427" y="1526"/>
              <a:ext cx="310" cy="250"/>
              <a:chOff x="4590" y="2162"/>
              <a:chExt cx="337" cy="269"/>
            </a:xfrm>
          </p:grpSpPr>
          <p:sp>
            <p:nvSpPr>
              <p:cNvPr id="587848" name="Oval 72"/>
              <p:cNvSpPr>
                <a:spLocks noChangeArrowheads="1"/>
              </p:cNvSpPr>
              <p:nvPr/>
            </p:nvSpPr>
            <p:spPr bwMode="auto">
              <a:xfrm>
                <a:off x="4599" y="2276"/>
                <a:ext cx="313" cy="81"/>
              </a:xfrm>
              <a:prstGeom prst="ellipse">
                <a:avLst/>
              </a:prstGeom>
              <a:solidFill>
                <a:schemeClr val="hlink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NZ"/>
              </a:p>
            </p:txBody>
          </p:sp>
          <p:sp>
            <p:nvSpPr>
              <p:cNvPr id="587849" name="Line 73"/>
              <p:cNvSpPr>
                <a:spLocks noChangeShapeType="1"/>
              </p:cNvSpPr>
              <p:nvPr/>
            </p:nvSpPr>
            <p:spPr bwMode="auto">
              <a:xfrm>
                <a:off x="4599" y="2269"/>
                <a:ext cx="0" cy="5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NZ"/>
              </a:p>
            </p:txBody>
          </p:sp>
          <p:sp>
            <p:nvSpPr>
              <p:cNvPr id="587850" name="Line 74"/>
              <p:cNvSpPr>
                <a:spLocks noChangeShapeType="1"/>
              </p:cNvSpPr>
              <p:nvPr/>
            </p:nvSpPr>
            <p:spPr bwMode="auto">
              <a:xfrm>
                <a:off x="4912" y="2269"/>
                <a:ext cx="0" cy="5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NZ"/>
              </a:p>
            </p:txBody>
          </p:sp>
          <p:sp>
            <p:nvSpPr>
              <p:cNvPr id="587851" name="Rectangle 75"/>
              <p:cNvSpPr>
                <a:spLocks noChangeArrowheads="1"/>
              </p:cNvSpPr>
              <p:nvPr/>
            </p:nvSpPr>
            <p:spPr bwMode="auto">
              <a:xfrm>
                <a:off x="4599" y="2269"/>
                <a:ext cx="310" cy="49"/>
              </a:xfrm>
              <a:prstGeom prst="rect">
                <a:avLst/>
              </a:prstGeom>
              <a:solidFill>
                <a:schemeClr val="hlink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endParaRPr lang="en-US" altLang="en-US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587852" name="Oval 76"/>
              <p:cNvSpPr>
                <a:spLocks noChangeArrowheads="1"/>
              </p:cNvSpPr>
              <p:nvPr/>
            </p:nvSpPr>
            <p:spPr bwMode="auto">
              <a:xfrm>
                <a:off x="4596" y="2210"/>
                <a:ext cx="313" cy="95"/>
              </a:xfrm>
              <a:prstGeom prst="ellipse">
                <a:avLst/>
              </a:prstGeom>
              <a:solidFill>
                <a:schemeClr val="hlink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NZ"/>
              </a:p>
            </p:txBody>
          </p:sp>
          <p:sp>
            <p:nvSpPr>
              <p:cNvPr id="587853" name="Rectangle 77"/>
              <p:cNvSpPr>
                <a:spLocks noChangeArrowheads="1"/>
              </p:cNvSpPr>
              <p:nvPr/>
            </p:nvSpPr>
            <p:spPr bwMode="auto">
              <a:xfrm>
                <a:off x="4683" y="2223"/>
                <a:ext cx="142" cy="110"/>
              </a:xfrm>
              <a:prstGeom prst="rect">
                <a:avLst/>
              </a:prstGeom>
              <a:solidFill>
                <a:schemeClr val="hlink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NZ"/>
              </a:p>
            </p:txBody>
          </p:sp>
          <p:sp>
            <p:nvSpPr>
              <p:cNvPr id="587854" name="Text Box 78"/>
              <p:cNvSpPr txBox="1">
                <a:spLocks noChangeArrowheads="1"/>
              </p:cNvSpPr>
              <p:nvPr/>
            </p:nvSpPr>
            <p:spPr bwMode="auto">
              <a:xfrm>
                <a:off x="4590" y="2162"/>
                <a:ext cx="337" cy="26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ctr"/>
                <a:r>
                  <a:rPr lang="en-US" altLang="en-US" sz="2000"/>
                  <a:t>2b</a:t>
                </a:r>
                <a:endParaRPr lang="en-US" altLang="en-US" sz="2400"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587855" name="Group 79"/>
            <p:cNvGrpSpPr>
              <a:grpSpLocks/>
            </p:cNvGrpSpPr>
            <p:nvPr/>
          </p:nvGrpSpPr>
          <p:grpSpPr bwMode="auto">
            <a:xfrm>
              <a:off x="2025" y="1870"/>
              <a:ext cx="291" cy="250"/>
              <a:chOff x="2016" y="1980"/>
              <a:chExt cx="316" cy="269"/>
            </a:xfrm>
          </p:grpSpPr>
          <p:sp>
            <p:nvSpPr>
              <p:cNvPr id="587856" name="Oval 80"/>
              <p:cNvSpPr>
                <a:spLocks noChangeArrowheads="1"/>
              </p:cNvSpPr>
              <p:nvPr/>
            </p:nvSpPr>
            <p:spPr bwMode="auto">
              <a:xfrm>
                <a:off x="2019" y="2102"/>
                <a:ext cx="313" cy="81"/>
              </a:xfrm>
              <a:prstGeom prst="ellipse">
                <a:avLst/>
              </a:prstGeom>
              <a:solidFill>
                <a:schemeClr val="hlink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NZ"/>
              </a:p>
            </p:txBody>
          </p:sp>
          <p:sp>
            <p:nvSpPr>
              <p:cNvPr id="587857" name="Line 81"/>
              <p:cNvSpPr>
                <a:spLocks noChangeShapeType="1"/>
              </p:cNvSpPr>
              <p:nvPr/>
            </p:nvSpPr>
            <p:spPr bwMode="auto">
              <a:xfrm>
                <a:off x="2019" y="2095"/>
                <a:ext cx="0" cy="5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NZ"/>
              </a:p>
            </p:txBody>
          </p:sp>
          <p:sp>
            <p:nvSpPr>
              <p:cNvPr id="587858" name="Line 82"/>
              <p:cNvSpPr>
                <a:spLocks noChangeShapeType="1"/>
              </p:cNvSpPr>
              <p:nvPr/>
            </p:nvSpPr>
            <p:spPr bwMode="auto">
              <a:xfrm>
                <a:off x="2332" y="2095"/>
                <a:ext cx="0" cy="5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NZ"/>
              </a:p>
            </p:txBody>
          </p:sp>
          <p:sp>
            <p:nvSpPr>
              <p:cNvPr id="587859" name="Rectangle 83"/>
              <p:cNvSpPr>
                <a:spLocks noChangeArrowheads="1"/>
              </p:cNvSpPr>
              <p:nvPr/>
            </p:nvSpPr>
            <p:spPr bwMode="auto">
              <a:xfrm>
                <a:off x="2019" y="2095"/>
                <a:ext cx="310" cy="49"/>
              </a:xfrm>
              <a:prstGeom prst="rect">
                <a:avLst/>
              </a:prstGeom>
              <a:solidFill>
                <a:schemeClr val="hlink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endParaRPr lang="en-US" altLang="en-US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587860" name="Oval 84"/>
              <p:cNvSpPr>
                <a:spLocks noChangeArrowheads="1"/>
              </p:cNvSpPr>
              <p:nvPr/>
            </p:nvSpPr>
            <p:spPr bwMode="auto">
              <a:xfrm>
                <a:off x="2016" y="2036"/>
                <a:ext cx="313" cy="95"/>
              </a:xfrm>
              <a:prstGeom prst="ellipse">
                <a:avLst/>
              </a:prstGeom>
              <a:solidFill>
                <a:schemeClr val="hlink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NZ"/>
              </a:p>
            </p:txBody>
          </p:sp>
          <p:grpSp>
            <p:nvGrpSpPr>
              <p:cNvPr id="587861" name="Group 85"/>
              <p:cNvGrpSpPr>
                <a:grpSpLocks/>
              </p:cNvGrpSpPr>
              <p:nvPr/>
            </p:nvGrpSpPr>
            <p:grpSpPr bwMode="auto">
              <a:xfrm>
                <a:off x="2022" y="1980"/>
                <a:ext cx="306" cy="269"/>
                <a:chOff x="2901" y="2429"/>
                <a:chExt cx="313" cy="269"/>
              </a:xfrm>
            </p:grpSpPr>
            <p:sp>
              <p:nvSpPr>
                <p:cNvPr id="587862" name="Rectangle 86"/>
                <p:cNvSpPr>
                  <a:spLocks noChangeArrowheads="1"/>
                </p:cNvSpPr>
                <p:nvPr/>
              </p:nvSpPr>
              <p:spPr bwMode="auto"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chemeClr val="hlink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NZ"/>
                </a:p>
              </p:txBody>
            </p:sp>
            <p:sp>
              <p:nvSpPr>
                <p:cNvPr id="587863" name="Text Box 87"/>
                <p:cNvSpPr txBox="1">
                  <a:spLocks noChangeArrowheads="1"/>
                </p:cNvSpPr>
                <p:nvPr/>
              </p:nvSpPr>
              <p:spPr bwMode="auto">
                <a:xfrm>
                  <a:off x="2901" y="2429"/>
                  <a:ext cx="313" cy="269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/>
                <a:p>
                  <a:pPr algn="ctr"/>
                  <a:r>
                    <a:rPr lang="en-US" altLang="en-US" sz="2000"/>
                    <a:t>1b</a:t>
                  </a:r>
                  <a:endParaRPr lang="en-US" altLang="en-US" sz="2400">
                    <a:latin typeface="Times New Roman" panose="02020603050405020304" pitchFamily="18" charset="0"/>
                  </a:endParaRPr>
                </a:p>
              </p:txBody>
            </p:sp>
          </p:grpSp>
        </p:grpSp>
        <p:grpSp>
          <p:nvGrpSpPr>
            <p:cNvPr id="587875" name="Group 99"/>
            <p:cNvGrpSpPr>
              <a:grpSpLocks/>
            </p:cNvGrpSpPr>
            <p:nvPr/>
          </p:nvGrpSpPr>
          <p:grpSpPr bwMode="auto">
            <a:xfrm>
              <a:off x="554" y="1169"/>
              <a:ext cx="296" cy="250"/>
              <a:chOff x="2014" y="1980"/>
              <a:chExt cx="321" cy="269"/>
            </a:xfrm>
          </p:grpSpPr>
          <p:sp>
            <p:nvSpPr>
              <p:cNvPr id="587876" name="Oval 100"/>
              <p:cNvSpPr>
                <a:spLocks noChangeArrowheads="1"/>
              </p:cNvSpPr>
              <p:nvPr/>
            </p:nvSpPr>
            <p:spPr bwMode="auto">
              <a:xfrm>
                <a:off x="2019" y="2102"/>
                <a:ext cx="313" cy="81"/>
              </a:xfrm>
              <a:prstGeom prst="ellipse">
                <a:avLst/>
              </a:prstGeom>
              <a:solidFill>
                <a:schemeClr val="hlink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NZ"/>
              </a:p>
            </p:txBody>
          </p:sp>
          <p:sp>
            <p:nvSpPr>
              <p:cNvPr id="587877" name="Line 101"/>
              <p:cNvSpPr>
                <a:spLocks noChangeShapeType="1"/>
              </p:cNvSpPr>
              <p:nvPr/>
            </p:nvSpPr>
            <p:spPr bwMode="auto">
              <a:xfrm>
                <a:off x="2019" y="2095"/>
                <a:ext cx="0" cy="5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NZ"/>
              </a:p>
            </p:txBody>
          </p:sp>
          <p:sp>
            <p:nvSpPr>
              <p:cNvPr id="587878" name="Line 102"/>
              <p:cNvSpPr>
                <a:spLocks noChangeShapeType="1"/>
              </p:cNvSpPr>
              <p:nvPr/>
            </p:nvSpPr>
            <p:spPr bwMode="auto">
              <a:xfrm>
                <a:off x="2332" y="2095"/>
                <a:ext cx="0" cy="5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NZ"/>
              </a:p>
            </p:txBody>
          </p:sp>
          <p:sp>
            <p:nvSpPr>
              <p:cNvPr id="587879" name="Rectangle 103"/>
              <p:cNvSpPr>
                <a:spLocks noChangeArrowheads="1"/>
              </p:cNvSpPr>
              <p:nvPr/>
            </p:nvSpPr>
            <p:spPr bwMode="auto">
              <a:xfrm>
                <a:off x="2019" y="2095"/>
                <a:ext cx="310" cy="49"/>
              </a:xfrm>
              <a:prstGeom prst="rect">
                <a:avLst/>
              </a:prstGeom>
              <a:solidFill>
                <a:schemeClr val="hlink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endParaRPr lang="en-US" altLang="en-US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587880" name="Oval 104"/>
              <p:cNvSpPr>
                <a:spLocks noChangeArrowheads="1"/>
              </p:cNvSpPr>
              <p:nvPr/>
            </p:nvSpPr>
            <p:spPr bwMode="auto">
              <a:xfrm>
                <a:off x="2016" y="2036"/>
                <a:ext cx="313" cy="95"/>
              </a:xfrm>
              <a:prstGeom prst="ellipse">
                <a:avLst/>
              </a:prstGeom>
              <a:solidFill>
                <a:schemeClr val="hlink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NZ"/>
              </a:p>
            </p:txBody>
          </p:sp>
          <p:grpSp>
            <p:nvGrpSpPr>
              <p:cNvPr id="587881" name="Group 105"/>
              <p:cNvGrpSpPr>
                <a:grpSpLocks/>
              </p:cNvGrpSpPr>
              <p:nvPr/>
            </p:nvGrpSpPr>
            <p:grpSpPr bwMode="auto">
              <a:xfrm>
                <a:off x="2014" y="1980"/>
                <a:ext cx="321" cy="269"/>
                <a:chOff x="2893" y="2429"/>
                <a:chExt cx="328" cy="269"/>
              </a:xfrm>
            </p:grpSpPr>
            <p:sp>
              <p:nvSpPr>
                <p:cNvPr id="587882" name="Rectangle 106"/>
                <p:cNvSpPr>
                  <a:spLocks noChangeArrowheads="1"/>
                </p:cNvSpPr>
                <p:nvPr/>
              </p:nvSpPr>
              <p:spPr bwMode="auto"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chemeClr val="hlink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NZ"/>
                </a:p>
              </p:txBody>
            </p:sp>
            <p:sp>
              <p:nvSpPr>
                <p:cNvPr id="587883" name="Text Box 107"/>
                <p:cNvSpPr txBox="1">
                  <a:spLocks noChangeArrowheads="1"/>
                </p:cNvSpPr>
                <p:nvPr/>
              </p:nvSpPr>
              <p:spPr bwMode="auto">
                <a:xfrm>
                  <a:off x="2893" y="2429"/>
                  <a:ext cx="328" cy="269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/>
                <a:p>
                  <a:pPr algn="ctr"/>
                  <a:r>
                    <a:rPr lang="en-US" altLang="en-US" sz="2000"/>
                    <a:t>3c</a:t>
                  </a:r>
                  <a:endParaRPr lang="en-US" altLang="en-US" sz="2400">
                    <a:latin typeface="Times New Roman" panose="02020603050405020304" pitchFamily="18" charset="0"/>
                  </a:endParaRPr>
                </a:p>
              </p:txBody>
            </p:sp>
          </p:grpSp>
        </p:grpSp>
        <p:sp>
          <p:nvSpPr>
            <p:cNvPr id="587884" name="Line 108"/>
            <p:cNvSpPr>
              <a:spLocks noChangeShapeType="1"/>
            </p:cNvSpPr>
            <p:nvPr/>
          </p:nvSpPr>
          <p:spPr bwMode="auto">
            <a:xfrm flipH="1">
              <a:off x="578" y="1364"/>
              <a:ext cx="57" cy="99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NZ"/>
            </a:p>
          </p:txBody>
        </p:sp>
        <p:sp>
          <p:nvSpPr>
            <p:cNvPr id="587885" name="Line 109"/>
            <p:cNvSpPr>
              <a:spLocks noChangeShapeType="1"/>
            </p:cNvSpPr>
            <p:nvPr/>
          </p:nvSpPr>
          <p:spPr bwMode="auto">
            <a:xfrm>
              <a:off x="296" y="1407"/>
              <a:ext cx="133" cy="10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NZ"/>
            </a:p>
          </p:txBody>
        </p:sp>
        <p:sp>
          <p:nvSpPr>
            <p:cNvPr id="587886" name="Line 110"/>
            <p:cNvSpPr>
              <a:spLocks noChangeShapeType="1"/>
            </p:cNvSpPr>
            <p:nvPr/>
          </p:nvSpPr>
          <p:spPr bwMode="auto">
            <a:xfrm flipH="1">
              <a:off x="755" y="1077"/>
              <a:ext cx="125" cy="14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NZ"/>
            </a:p>
          </p:txBody>
        </p:sp>
        <p:sp>
          <p:nvSpPr>
            <p:cNvPr id="587887" name="Line 111"/>
            <p:cNvSpPr>
              <a:spLocks noChangeShapeType="1"/>
            </p:cNvSpPr>
            <p:nvPr/>
          </p:nvSpPr>
          <p:spPr bwMode="auto">
            <a:xfrm>
              <a:off x="498" y="1069"/>
              <a:ext cx="109" cy="16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NZ"/>
            </a:p>
          </p:txBody>
        </p:sp>
        <p:sp>
          <p:nvSpPr>
            <p:cNvPr id="587888" name="Line 112"/>
            <p:cNvSpPr>
              <a:spLocks noChangeShapeType="1"/>
            </p:cNvSpPr>
            <p:nvPr/>
          </p:nvSpPr>
          <p:spPr bwMode="auto">
            <a:xfrm flipH="1">
              <a:off x="1105" y="1155"/>
              <a:ext cx="63" cy="19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NZ"/>
            </a:p>
          </p:txBody>
        </p:sp>
        <p:sp>
          <p:nvSpPr>
            <p:cNvPr id="587889" name="Line 113"/>
            <p:cNvSpPr>
              <a:spLocks noChangeShapeType="1"/>
            </p:cNvSpPr>
            <p:nvPr/>
          </p:nvSpPr>
          <p:spPr bwMode="auto">
            <a:xfrm>
              <a:off x="3715" y="1636"/>
              <a:ext cx="20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NZ"/>
            </a:p>
          </p:txBody>
        </p:sp>
        <p:sp>
          <p:nvSpPr>
            <p:cNvPr id="587890" name="Line 114"/>
            <p:cNvSpPr>
              <a:spLocks noChangeShapeType="1"/>
            </p:cNvSpPr>
            <p:nvPr/>
          </p:nvSpPr>
          <p:spPr bwMode="auto">
            <a:xfrm flipV="1">
              <a:off x="3661" y="1345"/>
              <a:ext cx="241" cy="2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NZ"/>
            </a:p>
          </p:txBody>
        </p:sp>
        <p:sp>
          <p:nvSpPr>
            <p:cNvPr id="587891" name="Line 115"/>
            <p:cNvSpPr>
              <a:spLocks noChangeShapeType="1"/>
            </p:cNvSpPr>
            <p:nvPr/>
          </p:nvSpPr>
          <p:spPr bwMode="auto">
            <a:xfrm flipH="1" flipV="1">
              <a:off x="3154" y="1187"/>
              <a:ext cx="117" cy="1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NZ"/>
            </a:p>
          </p:txBody>
        </p:sp>
        <p:sp>
          <p:nvSpPr>
            <p:cNvPr id="587892" name="Line 116"/>
            <p:cNvSpPr>
              <a:spLocks noChangeShapeType="1"/>
            </p:cNvSpPr>
            <p:nvPr/>
          </p:nvSpPr>
          <p:spPr bwMode="auto">
            <a:xfrm flipH="1" flipV="1">
              <a:off x="2867" y="1282"/>
              <a:ext cx="124" cy="17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NZ"/>
            </a:p>
          </p:txBody>
        </p:sp>
        <p:sp>
          <p:nvSpPr>
            <p:cNvPr id="587893" name="Line 117"/>
            <p:cNvSpPr>
              <a:spLocks noChangeShapeType="1"/>
            </p:cNvSpPr>
            <p:nvPr/>
          </p:nvSpPr>
          <p:spPr bwMode="auto">
            <a:xfrm flipH="1">
              <a:off x="1129" y="1974"/>
              <a:ext cx="124" cy="11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NZ"/>
            </a:p>
          </p:txBody>
        </p:sp>
        <p:sp>
          <p:nvSpPr>
            <p:cNvPr id="587894" name="Line 118"/>
            <p:cNvSpPr>
              <a:spLocks noChangeShapeType="1"/>
            </p:cNvSpPr>
            <p:nvPr/>
          </p:nvSpPr>
          <p:spPr bwMode="auto">
            <a:xfrm flipH="1" flipV="1">
              <a:off x="1098" y="1880"/>
              <a:ext cx="117" cy="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NZ"/>
            </a:p>
          </p:txBody>
        </p:sp>
        <p:sp>
          <p:nvSpPr>
            <p:cNvPr id="587895" name="Line 119"/>
            <p:cNvSpPr>
              <a:spLocks noChangeShapeType="1"/>
            </p:cNvSpPr>
            <p:nvPr/>
          </p:nvSpPr>
          <p:spPr bwMode="auto">
            <a:xfrm flipH="1">
              <a:off x="1347" y="2132"/>
              <a:ext cx="195" cy="1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NZ"/>
            </a:p>
          </p:txBody>
        </p:sp>
        <p:sp>
          <p:nvSpPr>
            <p:cNvPr id="587896" name="Line 120"/>
            <p:cNvSpPr>
              <a:spLocks noChangeShapeType="1"/>
            </p:cNvSpPr>
            <p:nvPr/>
          </p:nvSpPr>
          <p:spPr bwMode="auto">
            <a:xfrm flipV="1">
              <a:off x="1791" y="1706"/>
              <a:ext cx="211" cy="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NZ"/>
            </a:p>
          </p:txBody>
        </p:sp>
        <p:sp>
          <p:nvSpPr>
            <p:cNvPr id="587897" name="Line 121"/>
            <p:cNvSpPr>
              <a:spLocks noChangeShapeType="1"/>
            </p:cNvSpPr>
            <p:nvPr/>
          </p:nvSpPr>
          <p:spPr bwMode="auto">
            <a:xfrm>
              <a:off x="2212" y="2053"/>
              <a:ext cx="109" cy="10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NZ"/>
            </a:p>
          </p:txBody>
        </p:sp>
        <p:sp>
          <p:nvSpPr>
            <p:cNvPr id="587898" name="Line 122"/>
            <p:cNvSpPr>
              <a:spLocks noChangeShapeType="1"/>
            </p:cNvSpPr>
            <p:nvPr/>
          </p:nvSpPr>
          <p:spPr bwMode="auto">
            <a:xfrm>
              <a:off x="1768" y="1777"/>
              <a:ext cx="132" cy="7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NZ"/>
            </a:p>
          </p:txBody>
        </p:sp>
      </p:grpSp>
      <p:sp>
        <p:nvSpPr>
          <p:cNvPr id="4" name="Oval Callout 3"/>
          <p:cNvSpPr/>
          <p:nvPr/>
        </p:nvSpPr>
        <p:spPr>
          <a:xfrm>
            <a:off x="152400" y="4426049"/>
            <a:ext cx="6777740" cy="1924981"/>
          </a:xfrm>
          <a:prstGeom prst="wedgeEllipseCallout">
            <a:avLst>
              <a:gd name="adj1" fmla="val 11973"/>
              <a:gd name="adj2" fmla="val -88998"/>
            </a:avLst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en-NZ" b="1" dirty="0"/>
              <a:t>Handled by the inter-AS routing protocol</a:t>
            </a:r>
          </a:p>
          <a:p>
            <a:r>
              <a:rPr lang="en-NZ" b="1" dirty="0"/>
              <a:t>Routers 1b and 1c: </a:t>
            </a:r>
          </a:p>
          <a:p>
            <a:pPr marL="342900" indent="-342900">
              <a:buAutoNum type="arabicParenBoth"/>
            </a:pPr>
            <a:r>
              <a:rPr lang="en-NZ" dirty="0"/>
              <a:t>obtain the reachability information from the neighbouring ASs</a:t>
            </a:r>
          </a:p>
          <a:p>
            <a:pPr marL="342900" indent="-342900">
              <a:buAutoNum type="arabicParenBoth"/>
            </a:pPr>
            <a:r>
              <a:rPr lang="en-NZ" dirty="0"/>
              <a:t>propagate the reachability information to all routers inside the AS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D5EBC883-20D9-F137-651F-AD73E04EDF9C}"/>
              </a:ext>
            </a:extLst>
          </p:cNvPr>
          <p:cNvSpPr/>
          <p:nvPr/>
        </p:nvSpPr>
        <p:spPr>
          <a:xfrm rot="1357030">
            <a:off x="3244181" y="2796048"/>
            <a:ext cx="1609725" cy="730251"/>
          </a:xfrm>
          <a:prstGeom prst="ellipse">
            <a:avLst/>
          </a:prstGeom>
          <a:solidFill>
            <a:schemeClr val="accent1">
              <a:alpha val="5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22394675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3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7899" name="Rectangle 123"/>
          <p:cNvSpPr>
            <a:spLocks noGrp="1" noChangeArrowheads="1"/>
          </p:cNvSpPr>
          <p:nvPr>
            <p:ph type="title"/>
          </p:nvPr>
        </p:nvSpPr>
        <p:spPr>
          <a:xfrm>
            <a:off x="-41131" y="68524"/>
            <a:ext cx="9220200" cy="723900"/>
          </a:xfrm>
        </p:spPr>
        <p:txBody>
          <a:bodyPr/>
          <a:lstStyle/>
          <a:p>
            <a:r>
              <a:rPr lang="en-US" altLang="en-US" sz="3200" dirty="0"/>
              <a:t>Case 2: Two or more links to the other ASs (cont.)</a:t>
            </a:r>
          </a:p>
        </p:txBody>
      </p:sp>
      <p:sp>
        <p:nvSpPr>
          <p:cNvPr id="116" name="Slide Number Placeholder 115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020BB6E2-28AD-4498-86D6-4C12ADD503A8}" type="slidenum">
              <a:rPr lang="en-US" altLang="en-US"/>
              <a:pPr/>
              <a:t>9</a:t>
            </a:fld>
            <a:endParaRPr lang="en-US" altLang="en-US"/>
          </a:p>
        </p:txBody>
      </p:sp>
      <p:grpSp>
        <p:nvGrpSpPr>
          <p:cNvPr id="587902" name="Group 126"/>
          <p:cNvGrpSpPr>
            <a:grpSpLocks/>
          </p:cNvGrpSpPr>
          <p:nvPr/>
        </p:nvGrpSpPr>
        <p:grpSpPr bwMode="auto">
          <a:xfrm>
            <a:off x="1295400" y="1598612"/>
            <a:ext cx="6178550" cy="2249488"/>
            <a:chOff x="171" y="846"/>
            <a:chExt cx="3892" cy="1417"/>
          </a:xfrm>
        </p:grpSpPr>
        <p:sp>
          <p:nvSpPr>
            <p:cNvPr id="587779" name="Freeform 3"/>
            <p:cNvSpPr>
              <a:spLocks/>
            </p:cNvSpPr>
            <p:nvPr/>
          </p:nvSpPr>
          <p:spPr bwMode="auto">
            <a:xfrm>
              <a:off x="2581" y="1006"/>
              <a:ext cx="1482" cy="952"/>
            </a:xfrm>
            <a:custGeom>
              <a:avLst/>
              <a:gdLst>
                <a:gd name="T0" fmla="*/ 56 w 1162"/>
                <a:gd name="T1" fmla="*/ 162 h 543"/>
                <a:gd name="T2" fmla="*/ 368 w 1162"/>
                <a:gd name="T3" fmla="*/ 14 h 543"/>
                <a:gd name="T4" fmla="*/ 940 w 1162"/>
                <a:gd name="T5" fmla="*/ 79 h 543"/>
                <a:gd name="T6" fmla="*/ 1144 w 1162"/>
                <a:gd name="T7" fmla="*/ 239 h 543"/>
                <a:gd name="T8" fmla="*/ 1048 w 1162"/>
                <a:gd name="T9" fmla="*/ 451 h 543"/>
                <a:gd name="T10" fmla="*/ 586 w 1162"/>
                <a:gd name="T11" fmla="*/ 541 h 543"/>
                <a:gd name="T12" fmla="*/ 88 w 1162"/>
                <a:gd name="T13" fmla="*/ 439 h 543"/>
                <a:gd name="T14" fmla="*/ 56 w 1162"/>
                <a:gd name="T15" fmla="*/ 162 h 5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162" h="543">
                  <a:moveTo>
                    <a:pt x="56" y="162"/>
                  </a:moveTo>
                  <a:cubicBezTo>
                    <a:pt x="115" y="100"/>
                    <a:pt x="221" y="28"/>
                    <a:pt x="368" y="14"/>
                  </a:cubicBezTo>
                  <a:cubicBezTo>
                    <a:pt x="515" y="0"/>
                    <a:pt x="811" y="42"/>
                    <a:pt x="940" y="79"/>
                  </a:cubicBezTo>
                  <a:cubicBezTo>
                    <a:pt x="1069" y="116"/>
                    <a:pt x="1126" y="177"/>
                    <a:pt x="1144" y="239"/>
                  </a:cubicBezTo>
                  <a:cubicBezTo>
                    <a:pt x="1162" y="301"/>
                    <a:pt x="1141" y="401"/>
                    <a:pt x="1048" y="451"/>
                  </a:cubicBezTo>
                  <a:cubicBezTo>
                    <a:pt x="955" y="501"/>
                    <a:pt x="746" y="543"/>
                    <a:pt x="586" y="541"/>
                  </a:cubicBezTo>
                  <a:cubicBezTo>
                    <a:pt x="426" y="539"/>
                    <a:pt x="176" y="502"/>
                    <a:pt x="88" y="439"/>
                  </a:cubicBezTo>
                  <a:cubicBezTo>
                    <a:pt x="0" y="376"/>
                    <a:pt x="63" y="220"/>
                    <a:pt x="56" y="162"/>
                  </a:cubicBezTo>
                  <a:close/>
                </a:path>
              </a:pathLst>
            </a:custGeom>
            <a:solidFill>
              <a:srgbClr val="66CC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NZ"/>
            </a:p>
          </p:txBody>
        </p:sp>
        <p:sp>
          <p:nvSpPr>
            <p:cNvPr id="587780" name="Freeform 4"/>
            <p:cNvSpPr>
              <a:spLocks/>
            </p:cNvSpPr>
            <p:nvPr/>
          </p:nvSpPr>
          <p:spPr bwMode="auto">
            <a:xfrm>
              <a:off x="171" y="846"/>
              <a:ext cx="1154" cy="944"/>
            </a:xfrm>
            <a:custGeom>
              <a:avLst/>
              <a:gdLst>
                <a:gd name="T0" fmla="*/ 88 w 1198"/>
                <a:gd name="T1" fmla="*/ 181 h 451"/>
                <a:gd name="T2" fmla="*/ 180 w 1198"/>
                <a:gd name="T3" fmla="*/ 89 h 451"/>
                <a:gd name="T4" fmla="*/ 448 w 1198"/>
                <a:gd name="T5" fmla="*/ 49 h 451"/>
                <a:gd name="T6" fmla="*/ 988 w 1198"/>
                <a:gd name="T7" fmla="*/ 25 h 451"/>
                <a:gd name="T8" fmla="*/ 1181 w 1198"/>
                <a:gd name="T9" fmla="*/ 197 h 451"/>
                <a:gd name="T10" fmla="*/ 889 w 1198"/>
                <a:gd name="T11" fmla="*/ 413 h 451"/>
                <a:gd name="T12" fmla="*/ 307 w 1198"/>
                <a:gd name="T13" fmla="*/ 425 h 451"/>
                <a:gd name="T14" fmla="*/ 36 w 1198"/>
                <a:gd name="T15" fmla="*/ 337 h 451"/>
                <a:gd name="T16" fmla="*/ 88 w 1198"/>
                <a:gd name="T17" fmla="*/ 181 h 4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198" h="451">
                  <a:moveTo>
                    <a:pt x="88" y="181"/>
                  </a:moveTo>
                  <a:cubicBezTo>
                    <a:pt x="159" y="143"/>
                    <a:pt x="120" y="111"/>
                    <a:pt x="180" y="89"/>
                  </a:cubicBezTo>
                  <a:cubicBezTo>
                    <a:pt x="240" y="67"/>
                    <a:pt x="313" y="60"/>
                    <a:pt x="448" y="49"/>
                  </a:cubicBezTo>
                  <a:cubicBezTo>
                    <a:pt x="583" y="38"/>
                    <a:pt x="866" y="0"/>
                    <a:pt x="988" y="25"/>
                  </a:cubicBezTo>
                  <a:cubicBezTo>
                    <a:pt x="1110" y="50"/>
                    <a:pt x="1198" y="132"/>
                    <a:pt x="1181" y="197"/>
                  </a:cubicBezTo>
                  <a:cubicBezTo>
                    <a:pt x="1164" y="262"/>
                    <a:pt x="1034" y="375"/>
                    <a:pt x="889" y="413"/>
                  </a:cubicBezTo>
                  <a:cubicBezTo>
                    <a:pt x="744" y="451"/>
                    <a:pt x="449" y="438"/>
                    <a:pt x="307" y="425"/>
                  </a:cubicBezTo>
                  <a:cubicBezTo>
                    <a:pt x="165" y="412"/>
                    <a:pt x="72" y="378"/>
                    <a:pt x="36" y="337"/>
                  </a:cubicBezTo>
                  <a:cubicBezTo>
                    <a:pt x="0" y="296"/>
                    <a:pt x="77" y="213"/>
                    <a:pt x="88" y="181"/>
                  </a:cubicBezTo>
                  <a:close/>
                </a:path>
              </a:pathLst>
            </a:custGeom>
            <a:solidFill>
              <a:srgbClr val="66CC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NZ"/>
            </a:p>
          </p:txBody>
        </p:sp>
        <p:sp>
          <p:nvSpPr>
            <p:cNvPr id="587781" name="Freeform 5"/>
            <p:cNvSpPr>
              <a:spLocks/>
            </p:cNvSpPr>
            <p:nvPr/>
          </p:nvSpPr>
          <p:spPr bwMode="auto">
            <a:xfrm>
              <a:off x="916" y="1527"/>
              <a:ext cx="1846" cy="736"/>
            </a:xfrm>
            <a:custGeom>
              <a:avLst/>
              <a:gdLst>
                <a:gd name="T0" fmla="*/ 155 w 1583"/>
                <a:gd name="T1" fmla="*/ 224 h 682"/>
                <a:gd name="T2" fmla="*/ 407 w 1583"/>
                <a:gd name="T3" fmla="*/ 74 h 682"/>
                <a:gd name="T4" fmla="*/ 785 w 1583"/>
                <a:gd name="T5" fmla="*/ 20 h 682"/>
                <a:gd name="T6" fmla="*/ 1157 w 1583"/>
                <a:gd name="T7" fmla="*/ 194 h 682"/>
                <a:gd name="T8" fmla="*/ 1564 w 1583"/>
                <a:gd name="T9" fmla="*/ 428 h 682"/>
                <a:gd name="T10" fmla="*/ 1272 w 1583"/>
                <a:gd name="T11" fmla="*/ 644 h 682"/>
                <a:gd name="T12" fmla="*/ 690 w 1583"/>
                <a:gd name="T13" fmla="*/ 656 h 682"/>
                <a:gd name="T14" fmla="*/ 89 w 1583"/>
                <a:gd name="T15" fmla="*/ 596 h 682"/>
                <a:gd name="T16" fmla="*/ 155 w 1583"/>
                <a:gd name="T17" fmla="*/ 224 h 6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583" h="682">
                  <a:moveTo>
                    <a:pt x="155" y="224"/>
                  </a:moveTo>
                  <a:cubicBezTo>
                    <a:pt x="208" y="137"/>
                    <a:pt x="302" y="108"/>
                    <a:pt x="407" y="74"/>
                  </a:cubicBezTo>
                  <a:cubicBezTo>
                    <a:pt x="512" y="40"/>
                    <a:pt x="660" y="0"/>
                    <a:pt x="785" y="20"/>
                  </a:cubicBezTo>
                  <a:cubicBezTo>
                    <a:pt x="910" y="40"/>
                    <a:pt x="1027" y="126"/>
                    <a:pt x="1157" y="194"/>
                  </a:cubicBezTo>
                  <a:cubicBezTo>
                    <a:pt x="1287" y="262"/>
                    <a:pt x="1545" y="353"/>
                    <a:pt x="1564" y="428"/>
                  </a:cubicBezTo>
                  <a:cubicBezTo>
                    <a:pt x="1583" y="503"/>
                    <a:pt x="1417" y="606"/>
                    <a:pt x="1272" y="644"/>
                  </a:cubicBezTo>
                  <a:cubicBezTo>
                    <a:pt x="1127" y="682"/>
                    <a:pt x="887" y="664"/>
                    <a:pt x="690" y="656"/>
                  </a:cubicBezTo>
                  <a:cubicBezTo>
                    <a:pt x="493" y="648"/>
                    <a:pt x="178" y="668"/>
                    <a:pt x="89" y="596"/>
                  </a:cubicBezTo>
                  <a:cubicBezTo>
                    <a:pt x="0" y="524"/>
                    <a:pt x="102" y="311"/>
                    <a:pt x="155" y="224"/>
                  </a:cubicBezTo>
                  <a:close/>
                </a:path>
              </a:pathLst>
            </a:custGeom>
            <a:solidFill>
              <a:srgbClr val="66CC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NZ"/>
            </a:p>
          </p:txBody>
        </p:sp>
        <p:sp>
          <p:nvSpPr>
            <p:cNvPr id="587782" name="Oval 6"/>
            <p:cNvSpPr>
              <a:spLocks noChangeArrowheads="1"/>
            </p:cNvSpPr>
            <p:nvPr/>
          </p:nvSpPr>
          <p:spPr bwMode="auto">
            <a:xfrm>
              <a:off x="411" y="1526"/>
              <a:ext cx="288" cy="75"/>
            </a:xfrm>
            <a:prstGeom prst="ellipse">
              <a:avLst/>
            </a:prstGeom>
            <a:solidFill>
              <a:schemeClr val="hlink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NZ"/>
            </a:p>
          </p:txBody>
        </p:sp>
        <p:sp>
          <p:nvSpPr>
            <p:cNvPr id="587783" name="Line 7"/>
            <p:cNvSpPr>
              <a:spLocks noChangeShapeType="1"/>
            </p:cNvSpPr>
            <p:nvPr/>
          </p:nvSpPr>
          <p:spPr bwMode="auto">
            <a:xfrm>
              <a:off x="411" y="1519"/>
              <a:ext cx="0" cy="47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NZ"/>
            </a:p>
          </p:txBody>
        </p:sp>
        <p:sp>
          <p:nvSpPr>
            <p:cNvPr id="587784" name="Line 8"/>
            <p:cNvSpPr>
              <a:spLocks noChangeShapeType="1"/>
            </p:cNvSpPr>
            <p:nvPr/>
          </p:nvSpPr>
          <p:spPr bwMode="auto">
            <a:xfrm>
              <a:off x="699" y="1519"/>
              <a:ext cx="0" cy="47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NZ"/>
            </a:p>
          </p:txBody>
        </p:sp>
        <p:sp>
          <p:nvSpPr>
            <p:cNvPr id="587785" name="Rectangle 9"/>
            <p:cNvSpPr>
              <a:spLocks noChangeArrowheads="1"/>
            </p:cNvSpPr>
            <p:nvPr/>
          </p:nvSpPr>
          <p:spPr bwMode="auto">
            <a:xfrm>
              <a:off x="411" y="1519"/>
              <a:ext cx="285" cy="46"/>
            </a:xfrm>
            <a:prstGeom prst="rect">
              <a:avLst/>
            </a:prstGeom>
            <a:solidFill>
              <a:schemeClr val="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587786" name="Oval 10"/>
            <p:cNvSpPr>
              <a:spLocks noChangeArrowheads="1"/>
            </p:cNvSpPr>
            <p:nvPr/>
          </p:nvSpPr>
          <p:spPr bwMode="auto">
            <a:xfrm>
              <a:off x="408" y="1465"/>
              <a:ext cx="288" cy="88"/>
            </a:xfrm>
            <a:prstGeom prst="ellipse">
              <a:avLst/>
            </a:prstGeom>
            <a:solidFill>
              <a:schemeClr val="hlink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NZ"/>
            </a:p>
          </p:txBody>
        </p:sp>
        <p:sp>
          <p:nvSpPr>
            <p:cNvPr id="587787" name="Rectangle 11"/>
            <p:cNvSpPr>
              <a:spLocks noChangeArrowheads="1"/>
            </p:cNvSpPr>
            <p:nvPr/>
          </p:nvSpPr>
          <p:spPr bwMode="auto">
            <a:xfrm>
              <a:off x="488" y="1477"/>
              <a:ext cx="130" cy="115"/>
            </a:xfrm>
            <a:prstGeom prst="rect">
              <a:avLst/>
            </a:prstGeom>
            <a:solidFill>
              <a:schemeClr val="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NZ"/>
            </a:p>
          </p:txBody>
        </p:sp>
        <p:sp>
          <p:nvSpPr>
            <p:cNvPr id="587788" name="Text Box 12"/>
            <p:cNvSpPr txBox="1">
              <a:spLocks noChangeArrowheads="1"/>
            </p:cNvSpPr>
            <p:nvPr/>
          </p:nvSpPr>
          <p:spPr bwMode="auto">
            <a:xfrm>
              <a:off x="402" y="1420"/>
              <a:ext cx="309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/>
              <a:r>
                <a:rPr lang="en-US" altLang="en-US" sz="2000"/>
                <a:t>3b</a:t>
              </a:r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587789" name="Oval 13"/>
            <p:cNvSpPr>
              <a:spLocks noChangeArrowheads="1"/>
            </p:cNvSpPr>
            <p:nvPr/>
          </p:nvSpPr>
          <p:spPr bwMode="auto">
            <a:xfrm>
              <a:off x="1531" y="2089"/>
              <a:ext cx="288" cy="75"/>
            </a:xfrm>
            <a:prstGeom prst="ellipse">
              <a:avLst/>
            </a:prstGeom>
            <a:solidFill>
              <a:schemeClr val="hlink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NZ"/>
            </a:p>
          </p:txBody>
        </p:sp>
        <p:sp>
          <p:nvSpPr>
            <p:cNvPr id="587790" name="Line 14"/>
            <p:cNvSpPr>
              <a:spLocks noChangeShapeType="1"/>
            </p:cNvSpPr>
            <p:nvPr/>
          </p:nvSpPr>
          <p:spPr bwMode="auto">
            <a:xfrm>
              <a:off x="1531" y="2082"/>
              <a:ext cx="0" cy="47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NZ"/>
            </a:p>
          </p:txBody>
        </p:sp>
        <p:sp>
          <p:nvSpPr>
            <p:cNvPr id="587791" name="Line 15"/>
            <p:cNvSpPr>
              <a:spLocks noChangeShapeType="1"/>
            </p:cNvSpPr>
            <p:nvPr/>
          </p:nvSpPr>
          <p:spPr bwMode="auto">
            <a:xfrm>
              <a:off x="1819" y="2082"/>
              <a:ext cx="0" cy="47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NZ"/>
            </a:p>
          </p:txBody>
        </p:sp>
        <p:sp>
          <p:nvSpPr>
            <p:cNvPr id="587792" name="Rectangle 16"/>
            <p:cNvSpPr>
              <a:spLocks noChangeArrowheads="1"/>
            </p:cNvSpPr>
            <p:nvPr/>
          </p:nvSpPr>
          <p:spPr bwMode="auto">
            <a:xfrm>
              <a:off x="1531" y="2082"/>
              <a:ext cx="285" cy="46"/>
            </a:xfrm>
            <a:prstGeom prst="rect">
              <a:avLst/>
            </a:prstGeom>
            <a:solidFill>
              <a:schemeClr val="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587793" name="Oval 17"/>
            <p:cNvSpPr>
              <a:spLocks noChangeArrowheads="1"/>
            </p:cNvSpPr>
            <p:nvPr/>
          </p:nvSpPr>
          <p:spPr bwMode="auto">
            <a:xfrm>
              <a:off x="1528" y="2028"/>
              <a:ext cx="288" cy="88"/>
            </a:xfrm>
            <a:prstGeom prst="ellipse">
              <a:avLst/>
            </a:prstGeom>
            <a:solidFill>
              <a:schemeClr val="hlink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NZ"/>
            </a:p>
          </p:txBody>
        </p:sp>
        <p:grpSp>
          <p:nvGrpSpPr>
            <p:cNvPr id="587794" name="Group 18"/>
            <p:cNvGrpSpPr>
              <a:grpSpLocks/>
            </p:cNvGrpSpPr>
            <p:nvPr/>
          </p:nvGrpSpPr>
          <p:grpSpPr bwMode="auto">
            <a:xfrm>
              <a:off x="1537" y="1977"/>
              <a:ext cx="282" cy="250"/>
              <a:chOff x="2904" y="2429"/>
              <a:chExt cx="309" cy="269"/>
            </a:xfrm>
          </p:grpSpPr>
          <p:sp>
            <p:nvSpPr>
              <p:cNvPr id="587795" name="Rectangle 19"/>
              <p:cNvSpPr>
                <a:spLocks noChangeArrowheads="1"/>
              </p:cNvSpPr>
              <p:nvPr/>
            </p:nvSpPr>
            <p:spPr bwMode="auto">
              <a:xfrm>
                <a:off x="2982" y="2490"/>
                <a:ext cx="144" cy="132"/>
              </a:xfrm>
              <a:prstGeom prst="rect">
                <a:avLst/>
              </a:prstGeom>
              <a:solidFill>
                <a:schemeClr val="hlink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NZ"/>
              </a:p>
            </p:txBody>
          </p:sp>
          <p:sp>
            <p:nvSpPr>
              <p:cNvPr id="587796" name="Text Box 20"/>
              <p:cNvSpPr txBox="1">
                <a:spLocks noChangeArrowheads="1"/>
              </p:cNvSpPr>
              <p:nvPr/>
            </p:nvSpPr>
            <p:spPr bwMode="auto">
              <a:xfrm>
                <a:off x="2904" y="2429"/>
                <a:ext cx="309" cy="26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ctr"/>
                <a:r>
                  <a:rPr lang="en-US" altLang="en-US" sz="2000"/>
                  <a:t>1d</a:t>
                </a:r>
              </a:p>
            </p:txBody>
          </p:sp>
        </p:grpSp>
        <p:sp>
          <p:nvSpPr>
            <p:cNvPr id="587797" name="Oval 21"/>
            <p:cNvSpPr>
              <a:spLocks noChangeArrowheads="1"/>
            </p:cNvSpPr>
            <p:nvPr/>
          </p:nvSpPr>
          <p:spPr bwMode="auto">
            <a:xfrm>
              <a:off x="927" y="1403"/>
              <a:ext cx="288" cy="76"/>
            </a:xfrm>
            <a:prstGeom prst="ellipse">
              <a:avLst/>
            </a:prstGeom>
            <a:solidFill>
              <a:schemeClr val="hlink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NZ"/>
            </a:p>
          </p:txBody>
        </p:sp>
        <p:sp>
          <p:nvSpPr>
            <p:cNvPr id="587798" name="Line 22"/>
            <p:cNvSpPr>
              <a:spLocks noChangeShapeType="1"/>
            </p:cNvSpPr>
            <p:nvPr/>
          </p:nvSpPr>
          <p:spPr bwMode="auto">
            <a:xfrm>
              <a:off x="927" y="1397"/>
              <a:ext cx="0" cy="4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NZ"/>
            </a:p>
          </p:txBody>
        </p:sp>
        <p:sp>
          <p:nvSpPr>
            <p:cNvPr id="587799" name="Line 23"/>
            <p:cNvSpPr>
              <a:spLocks noChangeShapeType="1"/>
            </p:cNvSpPr>
            <p:nvPr/>
          </p:nvSpPr>
          <p:spPr bwMode="auto">
            <a:xfrm>
              <a:off x="1215" y="1397"/>
              <a:ext cx="0" cy="4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NZ"/>
            </a:p>
          </p:txBody>
        </p:sp>
        <p:sp>
          <p:nvSpPr>
            <p:cNvPr id="587800" name="Rectangle 24"/>
            <p:cNvSpPr>
              <a:spLocks noChangeArrowheads="1"/>
            </p:cNvSpPr>
            <p:nvPr/>
          </p:nvSpPr>
          <p:spPr bwMode="auto">
            <a:xfrm>
              <a:off x="927" y="1397"/>
              <a:ext cx="285" cy="45"/>
            </a:xfrm>
            <a:prstGeom prst="rect">
              <a:avLst/>
            </a:prstGeom>
            <a:solidFill>
              <a:schemeClr val="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587801" name="Oval 25"/>
            <p:cNvSpPr>
              <a:spLocks noChangeArrowheads="1"/>
            </p:cNvSpPr>
            <p:nvPr/>
          </p:nvSpPr>
          <p:spPr bwMode="auto">
            <a:xfrm>
              <a:off x="924" y="1342"/>
              <a:ext cx="288" cy="88"/>
            </a:xfrm>
            <a:prstGeom prst="ellipse">
              <a:avLst/>
            </a:prstGeom>
            <a:solidFill>
              <a:schemeClr val="hlink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NZ"/>
            </a:p>
          </p:txBody>
        </p:sp>
        <p:sp>
          <p:nvSpPr>
            <p:cNvPr id="587802" name="Rectangle 26"/>
            <p:cNvSpPr>
              <a:spLocks noChangeArrowheads="1"/>
            </p:cNvSpPr>
            <p:nvPr/>
          </p:nvSpPr>
          <p:spPr bwMode="auto">
            <a:xfrm>
              <a:off x="1004" y="1354"/>
              <a:ext cx="131" cy="102"/>
            </a:xfrm>
            <a:prstGeom prst="rect">
              <a:avLst/>
            </a:prstGeom>
            <a:solidFill>
              <a:schemeClr val="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NZ"/>
            </a:p>
          </p:txBody>
        </p:sp>
        <p:sp>
          <p:nvSpPr>
            <p:cNvPr id="587803" name="Text Box 27"/>
            <p:cNvSpPr txBox="1">
              <a:spLocks noChangeArrowheads="1"/>
            </p:cNvSpPr>
            <p:nvPr/>
          </p:nvSpPr>
          <p:spPr bwMode="auto">
            <a:xfrm>
              <a:off x="925" y="1297"/>
              <a:ext cx="29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/>
              <a:r>
                <a:rPr lang="en-US" altLang="en-US" sz="2000"/>
                <a:t>3a</a:t>
              </a:r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587804" name="Oval 28"/>
            <p:cNvSpPr>
              <a:spLocks noChangeArrowheads="1"/>
            </p:cNvSpPr>
            <p:nvPr/>
          </p:nvSpPr>
          <p:spPr bwMode="auto">
            <a:xfrm>
              <a:off x="1498" y="1721"/>
              <a:ext cx="288" cy="75"/>
            </a:xfrm>
            <a:prstGeom prst="ellipse">
              <a:avLst/>
            </a:prstGeom>
            <a:solidFill>
              <a:schemeClr val="hlink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NZ"/>
            </a:p>
          </p:txBody>
        </p:sp>
        <p:sp>
          <p:nvSpPr>
            <p:cNvPr id="587805" name="Line 29"/>
            <p:cNvSpPr>
              <a:spLocks noChangeShapeType="1"/>
            </p:cNvSpPr>
            <p:nvPr/>
          </p:nvSpPr>
          <p:spPr bwMode="auto">
            <a:xfrm>
              <a:off x="1498" y="1715"/>
              <a:ext cx="0" cy="4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NZ"/>
            </a:p>
          </p:txBody>
        </p:sp>
        <p:sp>
          <p:nvSpPr>
            <p:cNvPr id="587806" name="Line 30"/>
            <p:cNvSpPr>
              <a:spLocks noChangeShapeType="1"/>
            </p:cNvSpPr>
            <p:nvPr/>
          </p:nvSpPr>
          <p:spPr bwMode="auto">
            <a:xfrm>
              <a:off x="1786" y="1715"/>
              <a:ext cx="0" cy="4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NZ"/>
            </a:p>
          </p:txBody>
        </p:sp>
        <p:sp>
          <p:nvSpPr>
            <p:cNvPr id="587807" name="Rectangle 31"/>
            <p:cNvSpPr>
              <a:spLocks noChangeArrowheads="1"/>
            </p:cNvSpPr>
            <p:nvPr/>
          </p:nvSpPr>
          <p:spPr bwMode="auto">
            <a:xfrm>
              <a:off x="1498" y="1715"/>
              <a:ext cx="285" cy="45"/>
            </a:xfrm>
            <a:prstGeom prst="rect">
              <a:avLst/>
            </a:prstGeom>
            <a:solidFill>
              <a:schemeClr val="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587808" name="Oval 32"/>
            <p:cNvSpPr>
              <a:spLocks noChangeArrowheads="1"/>
            </p:cNvSpPr>
            <p:nvPr/>
          </p:nvSpPr>
          <p:spPr bwMode="auto">
            <a:xfrm>
              <a:off x="1495" y="1660"/>
              <a:ext cx="288" cy="88"/>
            </a:xfrm>
            <a:prstGeom prst="ellipse">
              <a:avLst/>
            </a:prstGeom>
            <a:solidFill>
              <a:schemeClr val="hlink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NZ"/>
            </a:p>
          </p:txBody>
        </p:sp>
        <p:grpSp>
          <p:nvGrpSpPr>
            <p:cNvPr id="587809" name="Group 33"/>
            <p:cNvGrpSpPr>
              <a:grpSpLocks/>
            </p:cNvGrpSpPr>
            <p:nvPr/>
          </p:nvGrpSpPr>
          <p:grpSpPr bwMode="auto">
            <a:xfrm>
              <a:off x="1507" y="1610"/>
              <a:ext cx="269" cy="249"/>
              <a:chOff x="2907" y="2429"/>
              <a:chExt cx="301" cy="269"/>
            </a:xfrm>
          </p:grpSpPr>
          <p:sp>
            <p:nvSpPr>
              <p:cNvPr id="587810" name="Rectangle 34"/>
              <p:cNvSpPr>
                <a:spLocks noChangeArrowheads="1"/>
              </p:cNvSpPr>
              <p:nvPr/>
            </p:nvSpPr>
            <p:spPr bwMode="auto">
              <a:xfrm>
                <a:off x="2982" y="2490"/>
                <a:ext cx="144" cy="132"/>
              </a:xfrm>
              <a:prstGeom prst="rect">
                <a:avLst/>
              </a:prstGeom>
              <a:solidFill>
                <a:schemeClr val="hlink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NZ"/>
              </a:p>
            </p:txBody>
          </p:sp>
          <p:sp>
            <p:nvSpPr>
              <p:cNvPr id="587811" name="Text Box 35"/>
              <p:cNvSpPr txBox="1">
                <a:spLocks noChangeArrowheads="1"/>
              </p:cNvSpPr>
              <p:nvPr/>
            </p:nvSpPr>
            <p:spPr bwMode="auto">
              <a:xfrm>
                <a:off x="2907" y="2429"/>
                <a:ext cx="301" cy="26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ctr"/>
                <a:r>
                  <a:rPr lang="en-US" altLang="en-US" sz="2000"/>
                  <a:t>1c</a:t>
                </a:r>
              </a:p>
            </p:txBody>
          </p:sp>
        </p:grpSp>
        <p:sp>
          <p:nvSpPr>
            <p:cNvPr id="587812" name="Line 36"/>
            <p:cNvSpPr>
              <a:spLocks noChangeShapeType="1"/>
            </p:cNvSpPr>
            <p:nvPr/>
          </p:nvSpPr>
          <p:spPr bwMode="auto">
            <a:xfrm>
              <a:off x="3149" y="1546"/>
              <a:ext cx="283" cy="9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NZ"/>
            </a:p>
          </p:txBody>
        </p:sp>
        <p:sp>
          <p:nvSpPr>
            <p:cNvPr id="587813" name="Line 37"/>
            <p:cNvSpPr>
              <a:spLocks noChangeShapeType="1"/>
            </p:cNvSpPr>
            <p:nvPr/>
          </p:nvSpPr>
          <p:spPr bwMode="auto">
            <a:xfrm>
              <a:off x="3447" y="1476"/>
              <a:ext cx="84" cy="10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NZ"/>
            </a:p>
          </p:txBody>
        </p:sp>
        <p:sp>
          <p:nvSpPr>
            <p:cNvPr id="587814" name="Line 38"/>
            <p:cNvSpPr>
              <a:spLocks noChangeShapeType="1"/>
            </p:cNvSpPr>
            <p:nvPr/>
          </p:nvSpPr>
          <p:spPr bwMode="auto">
            <a:xfrm flipV="1">
              <a:off x="3086" y="1435"/>
              <a:ext cx="105" cy="71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NZ"/>
            </a:p>
          </p:txBody>
        </p:sp>
        <p:sp>
          <p:nvSpPr>
            <p:cNvPr id="587815" name="Freeform 39"/>
            <p:cNvSpPr>
              <a:spLocks/>
            </p:cNvSpPr>
            <p:nvPr/>
          </p:nvSpPr>
          <p:spPr bwMode="auto">
            <a:xfrm>
              <a:off x="1817" y="2024"/>
              <a:ext cx="243" cy="76"/>
            </a:xfrm>
            <a:custGeom>
              <a:avLst/>
              <a:gdLst>
                <a:gd name="T0" fmla="*/ 0 w 264"/>
                <a:gd name="T1" fmla="*/ 82 h 82"/>
                <a:gd name="T2" fmla="*/ 264 w 264"/>
                <a:gd name="T3" fmla="*/ 0 h 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264" h="82">
                  <a:moveTo>
                    <a:pt x="0" y="82"/>
                  </a:moveTo>
                  <a:lnTo>
                    <a:pt x="264" y="0"/>
                  </a:lnTo>
                </a:path>
              </a:pathLst>
            </a:custGeom>
            <a:noFill/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NZ"/>
            </a:p>
          </p:txBody>
        </p:sp>
        <p:sp>
          <p:nvSpPr>
            <p:cNvPr id="587816" name="Freeform 40"/>
            <p:cNvSpPr>
              <a:spLocks/>
            </p:cNvSpPr>
            <p:nvPr/>
          </p:nvSpPr>
          <p:spPr bwMode="auto">
            <a:xfrm>
              <a:off x="1394" y="1990"/>
              <a:ext cx="140" cy="110"/>
            </a:xfrm>
            <a:custGeom>
              <a:avLst/>
              <a:gdLst>
                <a:gd name="T0" fmla="*/ 0 w 152"/>
                <a:gd name="T1" fmla="*/ 0 h 118"/>
                <a:gd name="T2" fmla="*/ 152 w 152"/>
                <a:gd name="T3" fmla="*/ 118 h 1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52" h="118">
                  <a:moveTo>
                    <a:pt x="0" y="0"/>
                  </a:moveTo>
                  <a:lnTo>
                    <a:pt x="152" y="118"/>
                  </a:lnTo>
                </a:path>
              </a:pathLst>
            </a:custGeom>
            <a:noFill/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NZ"/>
            </a:p>
          </p:txBody>
        </p:sp>
        <p:sp>
          <p:nvSpPr>
            <p:cNvPr id="587817" name="Freeform 41"/>
            <p:cNvSpPr>
              <a:spLocks/>
            </p:cNvSpPr>
            <p:nvPr/>
          </p:nvSpPr>
          <p:spPr bwMode="auto">
            <a:xfrm>
              <a:off x="1508" y="1925"/>
              <a:ext cx="519" cy="77"/>
            </a:xfrm>
            <a:custGeom>
              <a:avLst/>
              <a:gdLst>
                <a:gd name="T0" fmla="*/ 0 w 564"/>
                <a:gd name="T1" fmla="*/ 0 h 82"/>
                <a:gd name="T2" fmla="*/ 564 w 564"/>
                <a:gd name="T3" fmla="*/ 82 h 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564" h="82">
                  <a:moveTo>
                    <a:pt x="0" y="0"/>
                  </a:moveTo>
                  <a:lnTo>
                    <a:pt x="564" y="82"/>
                  </a:lnTo>
                </a:path>
              </a:pathLst>
            </a:custGeom>
            <a:noFill/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NZ"/>
            </a:p>
          </p:txBody>
        </p:sp>
        <p:sp>
          <p:nvSpPr>
            <p:cNvPr id="587818" name="Freeform 42"/>
            <p:cNvSpPr>
              <a:spLocks/>
            </p:cNvSpPr>
            <p:nvPr/>
          </p:nvSpPr>
          <p:spPr bwMode="auto">
            <a:xfrm>
              <a:off x="1451" y="1775"/>
              <a:ext cx="70" cy="87"/>
            </a:xfrm>
            <a:custGeom>
              <a:avLst/>
              <a:gdLst>
                <a:gd name="T0" fmla="*/ 0 w 76"/>
                <a:gd name="T1" fmla="*/ 94 h 94"/>
                <a:gd name="T2" fmla="*/ 76 w 76"/>
                <a:gd name="T3" fmla="*/ 0 h 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76" h="94">
                  <a:moveTo>
                    <a:pt x="0" y="94"/>
                  </a:moveTo>
                  <a:lnTo>
                    <a:pt x="76" y="0"/>
                  </a:lnTo>
                </a:path>
              </a:pathLst>
            </a:custGeom>
            <a:noFill/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NZ"/>
            </a:p>
          </p:txBody>
        </p:sp>
        <p:sp>
          <p:nvSpPr>
            <p:cNvPr id="587819" name="Freeform 43"/>
            <p:cNvSpPr>
              <a:spLocks/>
            </p:cNvSpPr>
            <p:nvPr/>
          </p:nvSpPr>
          <p:spPr bwMode="auto">
            <a:xfrm>
              <a:off x="692" y="1426"/>
              <a:ext cx="231" cy="106"/>
            </a:xfrm>
            <a:custGeom>
              <a:avLst/>
              <a:gdLst>
                <a:gd name="T0" fmla="*/ 0 w 252"/>
                <a:gd name="T1" fmla="*/ 114 h 114"/>
                <a:gd name="T2" fmla="*/ 252 w 252"/>
                <a:gd name="T3" fmla="*/ 0 h 1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252" h="114">
                  <a:moveTo>
                    <a:pt x="0" y="114"/>
                  </a:moveTo>
                  <a:lnTo>
                    <a:pt x="252" y="0"/>
                  </a:lnTo>
                </a:path>
              </a:pathLst>
            </a:custGeom>
            <a:noFill/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NZ"/>
            </a:p>
          </p:txBody>
        </p:sp>
        <p:sp>
          <p:nvSpPr>
            <p:cNvPr id="587820" name="Freeform 44"/>
            <p:cNvSpPr>
              <a:spLocks/>
            </p:cNvSpPr>
            <p:nvPr/>
          </p:nvSpPr>
          <p:spPr bwMode="auto">
            <a:xfrm>
              <a:off x="1092" y="1481"/>
              <a:ext cx="409" cy="240"/>
            </a:xfrm>
            <a:custGeom>
              <a:avLst/>
              <a:gdLst>
                <a:gd name="T0" fmla="*/ 0 w 444"/>
                <a:gd name="T1" fmla="*/ 0 h 258"/>
                <a:gd name="T2" fmla="*/ 444 w 444"/>
                <a:gd name="T3" fmla="*/ 258 h 2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444" h="258">
                  <a:moveTo>
                    <a:pt x="0" y="0"/>
                  </a:moveTo>
                  <a:lnTo>
                    <a:pt x="444" y="258"/>
                  </a:lnTo>
                </a:path>
              </a:pathLst>
            </a:custGeom>
            <a:noFill/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NZ"/>
            </a:p>
          </p:txBody>
        </p:sp>
        <p:sp>
          <p:nvSpPr>
            <p:cNvPr id="587821" name="Freeform 45"/>
            <p:cNvSpPr>
              <a:spLocks/>
            </p:cNvSpPr>
            <p:nvPr/>
          </p:nvSpPr>
          <p:spPr bwMode="auto">
            <a:xfrm>
              <a:off x="2310" y="1591"/>
              <a:ext cx="602" cy="390"/>
            </a:xfrm>
            <a:custGeom>
              <a:avLst/>
              <a:gdLst>
                <a:gd name="T0" fmla="*/ 0 w 654"/>
                <a:gd name="T1" fmla="*/ 420 h 420"/>
                <a:gd name="T2" fmla="*/ 654 w 654"/>
                <a:gd name="T3" fmla="*/ 0 h 4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654" h="420">
                  <a:moveTo>
                    <a:pt x="0" y="420"/>
                  </a:moveTo>
                  <a:lnTo>
                    <a:pt x="654" y="0"/>
                  </a:lnTo>
                </a:path>
              </a:pathLst>
            </a:custGeom>
            <a:noFill/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NZ"/>
            </a:p>
          </p:txBody>
        </p:sp>
        <p:sp>
          <p:nvSpPr>
            <p:cNvPr id="587822" name="Oval 46"/>
            <p:cNvSpPr>
              <a:spLocks noChangeArrowheads="1"/>
            </p:cNvSpPr>
            <p:nvPr/>
          </p:nvSpPr>
          <p:spPr bwMode="auto">
            <a:xfrm>
              <a:off x="2861" y="1532"/>
              <a:ext cx="288" cy="75"/>
            </a:xfrm>
            <a:prstGeom prst="ellipse">
              <a:avLst/>
            </a:prstGeom>
            <a:solidFill>
              <a:schemeClr val="hlink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NZ"/>
            </a:p>
          </p:txBody>
        </p:sp>
        <p:sp>
          <p:nvSpPr>
            <p:cNvPr id="587823" name="Line 47"/>
            <p:cNvSpPr>
              <a:spLocks noChangeShapeType="1"/>
            </p:cNvSpPr>
            <p:nvPr/>
          </p:nvSpPr>
          <p:spPr bwMode="auto">
            <a:xfrm>
              <a:off x="2861" y="1525"/>
              <a:ext cx="0" cy="4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NZ"/>
            </a:p>
          </p:txBody>
        </p:sp>
        <p:sp>
          <p:nvSpPr>
            <p:cNvPr id="587824" name="Line 48"/>
            <p:cNvSpPr>
              <a:spLocks noChangeShapeType="1"/>
            </p:cNvSpPr>
            <p:nvPr/>
          </p:nvSpPr>
          <p:spPr bwMode="auto">
            <a:xfrm>
              <a:off x="3149" y="1525"/>
              <a:ext cx="0" cy="4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NZ"/>
            </a:p>
          </p:txBody>
        </p:sp>
        <p:sp>
          <p:nvSpPr>
            <p:cNvPr id="587825" name="Rectangle 49"/>
            <p:cNvSpPr>
              <a:spLocks noChangeArrowheads="1"/>
            </p:cNvSpPr>
            <p:nvPr/>
          </p:nvSpPr>
          <p:spPr bwMode="auto">
            <a:xfrm>
              <a:off x="2861" y="1525"/>
              <a:ext cx="285" cy="46"/>
            </a:xfrm>
            <a:prstGeom prst="rect">
              <a:avLst/>
            </a:prstGeom>
            <a:solidFill>
              <a:schemeClr val="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587826" name="Oval 50"/>
            <p:cNvSpPr>
              <a:spLocks noChangeArrowheads="1"/>
            </p:cNvSpPr>
            <p:nvPr/>
          </p:nvSpPr>
          <p:spPr bwMode="auto">
            <a:xfrm>
              <a:off x="2858" y="1470"/>
              <a:ext cx="288" cy="88"/>
            </a:xfrm>
            <a:prstGeom prst="ellipse">
              <a:avLst/>
            </a:prstGeom>
            <a:solidFill>
              <a:schemeClr val="hlink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NZ"/>
            </a:p>
          </p:txBody>
        </p:sp>
        <p:sp>
          <p:nvSpPr>
            <p:cNvPr id="587827" name="Rectangle 51"/>
            <p:cNvSpPr>
              <a:spLocks noChangeArrowheads="1"/>
            </p:cNvSpPr>
            <p:nvPr/>
          </p:nvSpPr>
          <p:spPr bwMode="auto">
            <a:xfrm>
              <a:off x="2938" y="1482"/>
              <a:ext cx="130" cy="112"/>
            </a:xfrm>
            <a:prstGeom prst="rect">
              <a:avLst/>
            </a:prstGeom>
            <a:solidFill>
              <a:schemeClr val="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NZ"/>
            </a:p>
          </p:txBody>
        </p:sp>
        <p:sp>
          <p:nvSpPr>
            <p:cNvPr id="587828" name="Text Box 52"/>
            <p:cNvSpPr txBox="1">
              <a:spLocks noChangeArrowheads="1"/>
            </p:cNvSpPr>
            <p:nvPr/>
          </p:nvSpPr>
          <p:spPr bwMode="auto">
            <a:xfrm>
              <a:off x="2858" y="1426"/>
              <a:ext cx="29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/>
              <a:r>
                <a:rPr lang="en-US" altLang="en-US" sz="2000"/>
                <a:t>2a</a:t>
              </a:r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587829" name="Text Box 53"/>
            <p:cNvSpPr txBox="1">
              <a:spLocks noChangeArrowheads="1"/>
            </p:cNvSpPr>
            <p:nvPr/>
          </p:nvSpPr>
          <p:spPr bwMode="auto">
            <a:xfrm>
              <a:off x="720" y="1507"/>
              <a:ext cx="442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en-US" sz="2000"/>
                <a:t>AS3</a:t>
              </a:r>
              <a:endParaRPr lang="en-US" altLang="en-US"/>
            </a:p>
          </p:txBody>
        </p:sp>
        <p:sp>
          <p:nvSpPr>
            <p:cNvPr id="587830" name="Text Box 54"/>
            <p:cNvSpPr txBox="1">
              <a:spLocks noChangeArrowheads="1"/>
            </p:cNvSpPr>
            <p:nvPr/>
          </p:nvSpPr>
          <p:spPr bwMode="auto">
            <a:xfrm>
              <a:off x="2360" y="1931"/>
              <a:ext cx="41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en-US" sz="2000"/>
                <a:t>AS1</a:t>
              </a:r>
              <a:endParaRPr lang="en-US" altLang="en-US"/>
            </a:p>
          </p:txBody>
        </p:sp>
        <p:sp>
          <p:nvSpPr>
            <p:cNvPr id="587831" name="Text Box 55"/>
            <p:cNvSpPr txBox="1">
              <a:spLocks noChangeArrowheads="1"/>
            </p:cNvSpPr>
            <p:nvPr/>
          </p:nvSpPr>
          <p:spPr bwMode="auto">
            <a:xfrm>
              <a:off x="3120" y="1693"/>
              <a:ext cx="409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en-US"/>
                <a:t>AS2</a:t>
              </a:r>
            </a:p>
          </p:txBody>
        </p:sp>
        <p:sp>
          <p:nvSpPr>
            <p:cNvPr id="587832" name="Oval 56"/>
            <p:cNvSpPr>
              <a:spLocks noChangeArrowheads="1"/>
            </p:cNvSpPr>
            <p:nvPr/>
          </p:nvSpPr>
          <p:spPr bwMode="auto">
            <a:xfrm>
              <a:off x="1217" y="1916"/>
              <a:ext cx="288" cy="75"/>
            </a:xfrm>
            <a:prstGeom prst="ellipse">
              <a:avLst/>
            </a:prstGeom>
            <a:solidFill>
              <a:schemeClr val="hlink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NZ"/>
            </a:p>
          </p:txBody>
        </p:sp>
        <p:sp>
          <p:nvSpPr>
            <p:cNvPr id="587833" name="Line 57"/>
            <p:cNvSpPr>
              <a:spLocks noChangeShapeType="1"/>
            </p:cNvSpPr>
            <p:nvPr/>
          </p:nvSpPr>
          <p:spPr bwMode="auto">
            <a:xfrm>
              <a:off x="1217" y="1910"/>
              <a:ext cx="0" cy="4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NZ"/>
            </a:p>
          </p:txBody>
        </p:sp>
        <p:sp>
          <p:nvSpPr>
            <p:cNvPr id="587834" name="Line 58"/>
            <p:cNvSpPr>
              <a:spLocks noChangeShapeType="1"/>
            </p:cNvSpPr>
            <p:nvPr/>
          </p:nvSpPr>
          <p:spPr bwMode="auto">
            <a:xfrm>
              <a:off x="1505" y="1910"/>
              <a:ext cx="0" cy="4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NZ"/>
            </a:p>
          </p:txBody>
        </p:sp>
        <p:sp>
          <p:nvSpPr>
            <p:cNvPr id="587835" name="Rectangle 59"/>
            <p:cNvSpPr>
              <a:spLocks noChangeArrowheads="1"/>
            </p:cNvSpPr>
            <p:nvPr/>
          </p:nvSpPr>
          <p:spPr bwMode="auto">
            <a:xfrm>
              <a:off x="1217" y="1910"/>
              <a:ext cx="285" cy="45"/>
            </a:xfrm>
            <a:prstGeom prst="rect">
              <a:avLst/>
            </a:prstGeom>
            <a:solidFill>
              <a:schemeClr val="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587836" name="Oval 60"/>
            <p:cNvSpPr>
              <a:spLocks noChangeArrowheads="1"/>
            </p:cNvSpPr>
            <p:nvPr/>
          </p:nvSpPr>
          <p:spPr bwMode="auto">
            <a:xfrm>
              <a:off x="1214" y="1859"/>
              <a:ext cx="288" cy="88"/>
            </a:xfrm>
            <a:prstGeom prst="ellipse">
              <a:avLst/>
            </a:prstGeom>
            <a:solidFill>
              <a:schemeClr val="hlink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NZ"/>
            </a:p>
          </p:txBody>
        </p:sp>
        <p:sp>
          <p:nvSpPr>
            <p:cNvPr id="587837" name="Rectangle 61"/>
            <p:cNvSpPr>
              <a:spLocks noChangeArrowheads="1"/>
            </p:cNvSpPr>
            <p:nvPr/>
          </p:nvSpPr>
          <p:spPr bwMode="auto">
            <a:xfrm>
              <a:off x="1292" y="1884"/>
              <a:ext cx="131" cy="89"/>
            </a:xfrm>
            <a:prstGeom prst="rect">
              <a:avLst/>
            </a:prstGeom>
            <a:solidFill>
              <a:schemeClr val="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NZ"/>
            </a:p>
          </p:txBody>
        </p:sp>
        <p:sp>
          <p:nvSpPr>
            <p:cNvPr id="587838" name="Text Box 62"/>
            <p:cNvSpPr txBox="1">
              <a:spLocks noChangeArrowheads="1"/>
            </p:cNvSpPr>
            <p:nvPr/>
          </p:nvSpPr>
          <p:spPr bwMode="auto">
            <a:xfrm>
              <a:off x="1229" y="1808"/>
              <a:ext cx="270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/>
              <a:r>
                <a:rPr lang="en-US" altLang="en-US" sz="2000"/>
                <a:t>1a</a:t>
              </a:r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grpSp>
          <p:nvGrpSpPr>
            <p:cNvPr id="587839" name="Group 63"/>
            <p:cNvGrpSpPr>
              <a:grpSpLocks/>
            </p:cNvGrpSpPr>
            <p:nvPr/>
          </p:nvGrpSpPr>
          <p:grpSpPr bwMode="auto">
            <a:xfrm>
              <a:off x="3178" y="1320"/>
              <a:ext cx="297" cy="250"/>
              <a:chOff x="4320" y="1940"/>
              <a:chExt cx="323" cy="269"/>
            </a:xfrm>
          </p:grpSpPr>
          <p:sp>
            <p:nvSpPr>
              <p:cNvPr id="587840" name="Oval 64"/>
              <p:cNvSpPr>
                <a:spLocks noChangeArrowheads="1"/>
              </p:cNvSpPr>
              <p:nvPr/>
            </p:nvSpPr>
            <p:spPr bwMode="auto">
              <a:xfrm>
                <a:off x="4323" y="2054"/>
                <a:ext cx="313" cy="81"/>
              </a:xfrm>
              <a:prstGeom prst="ellipse">
                <a:avLst/>
              </a:prstGeom>
              <a:solidFill>
                <a:schemeClr val="hlink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NZ"/>
              </a:p>
            </p:txBody>
          </p:sp>
          <p:sp>
            <p:nvSpPr>
              <p:cNvPr id="587841" name="Line 65"/>
              <p:cNvSpPr>
                <a:spLocks noChangeShapeType="1"/>
              </p:cNvSpPr>
              <p:nvPr/>
            </p:nvSpPr>
            <p:spPr bwMode="auto">
              <a:xfrm>
                <a:off x="4323" y="2047"/>
                <a:ext cx="0" cy="5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NZ"/>
              </a:p>
            </p:txBody>
          </p:sp>
          <p:sp>
            <p:nvSpPr>
              <p:cNvPr id="587842" name="Line 66"/>
              <p:cNvSpPr>
                <a:spLocks noChangeShapeType="1"/>
              </p:cNvSpPr>
              <p:nvPr/>
            </p:nvSpPr>
            <p:spPr bwMode="auto">
              <a:xfrm>
                <a:off x="4636" y="2047"/>
                <a:ext cx="0" cy="5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NZ"/>
              </a:p>
            </p:txBody>
          </p:sp>
          <p:sp>
            <p:nvSpPr>
              <p:cNvPr id="587843" name="Rectangle 67"/>
              <p:cNvSpPr>
                <a:spLocks noChangeArrowheads="1"/>
              </p:cNvSpPr>
              <p:nvPr/>
            </p:nvSpPr>
            <p:spPr bwMode="auto">
              <a:xfrm>
                <a:off x="4323" y="2047"/>
                <a:ext cx="310" cy="49"/>
              </a:xfrm>
              <a:prstGeom prst="rect">
                <a:avLst/>
              </a:prstGeom>
              <a:solidFill>
                <a:schemeClr val="hlink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endParaRPr lang="en-US" altLang="en-US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587844" name="Oval 68"/>
              <p:cNvSpPr>
                <a:spLocks noChangeArrowheads="1"/>
              </p:cNvSpPr>
              <p:nvPr/>
            </p:nvSpPr>
            <p:spPr bwMode="auto">
              <a:xfrm>
                <a:off x="4320" y="1988"/>
                <a:ext cx="313" cy="95"/>
              </a:xfrm>
              <a:prstGeom prst="ellipse">
                <a:avLst/>
              </a:prstGeom>
              <a:solidFill>
                <a:schemeClr val="hlink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NZ"/>
              </a:p>
            </p:txBody>
          </p:sp>
          <p:sp>
            <p:nvSpPr>
              <p:cNvPr id="587845" name="Rectangle 69"/>
              <p:cNvSpPr>
                <a:spLocks noChangeArrowheads="1"/>
              </p:cNvSpPr>
              <p:nvPr/>
            </p:nvSpPr>
            <p:spPr bwMode="auto">
              <a:xfrm>
                <a:off x="4407" y="2001"/>
                <a:ext cx="141" cy="118"/>
              </a:xfrm>
              <a:prstGeom prst="rect">
                <a:avLst/>
              </a:prstGeom>
              <a:solidFill>
                <a:schemeClr val="hlink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NZ"/>
              </a:p>
            </p:txBody>
          </p:sp>
          <p:sp>
            <p:nvSpPr>
              <p:cNvPr id="587846" name="Text Box 70"/>
              <p:cNvSpPr txBox="1">
                <a:spLocks noChangeArrowheads="1"/>
              </p:cNvSpPr>
              <p:nvPr/>
            </p:nvSpPr>
            <p:spPr bwMode="auto">
              <a:xfrm>
                <a:off x="4320" y="1940"/>
                <a:ext cx="323" cy="26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ctr"/>
                <a:r>
                  <a:rPr lang="en-US" altLang="en-US" sz="2000"/>
                  <a:t>2c</a:t>
                </a:r>
                <a:endParaRPr lang="en-US" altLang="en-US" sz="2400"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587847" name="Group 71"/>
            <p:cNvGrpSpPr>
              <a:grpSpLocks/>
            </p:cNvGrpSpPr>
            <p:nvPr/>
          </p:nvGrpSpPr>
          <p:grpSpPr bwMode="auto">
            <a:xfrm>
              <a:off x="3427" y="1526"/>
              <a:ext cx="310" cy="250"/>
              <a:chOff x="4590" y="2162"/>
              <a:chExt cx="337" cy="269"/>
            </a:xfrm>
          </p:grpSpPr>
          <p:sp>
            <p:nvSpPr>
              <p:cNvPr id="587848" name="Oval 72"/>
              <p:cNvSpPr>
                <a:spLocks noChangeArrowheads="1"/>
              </p:cNvSpPr>
              <p:nvPr/>
            </p:nvSpPr>
            <p:spPr bwMode="auto">
              <a:xfrm>
                <a:off x="4599" y="2276"/>
                <a:ext cx="313" cy="81"/>
              </a:xfrm>
              <a:prstGeom prst="ellipse">
                <a:avLst/>
              </a:prstGeom>
              <a:solidFill>
                <a:schemeClr val="hlink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NZ"/>
              </a:p>
            </p:txBody>
          </p:sp>
          <p:sp>
            <p:nvSpPr>
              <p:cNvPr id="587849" name="Line 73"/>
              <p:cNvSpPr>
                <a:spLocks noChangeShapeType="1"/>
              </p:cNvSpPr>
              <p:nvPr/>
            </p:nvSpPr>
            <p:spPr bwMode="auto">
              <a:xfrm>
                <a:off x="4599" y="2269"/>
                <a:ext cx="0" cy="5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NZ"/>
              </a:p>
            </p:txBody>
          </p:sp>
          <p:sp>
            <p:nvSpPr>
              <p:cNvPr id="587850" name="Line 74"/>
              <p:cNvSpPr>
                <a:spLocks noChangeShapeType="1"/>
              </p:cNvSpPr>
              <p:nvPr/>
            </p:nvSpPr>
            <p:spPr bwMode="auto">
              <a:xfrm>
                <a:off x="4912" y="2269"/>
                <a:ext cx="0" cy="5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NZ"/>
              </a:p>
            </p:txBody>
          </p:sp>
          <p:sp>
            <p:nvSpPr>
              <p:cNvPr id="587851" name="Rectangle 75"/>
              <p:cNvSpPr>
                <a:spLocks noChangeArrowheads="1"/>
              </p:cNvSpPr>
              <p:nvPr/>
            </p:nvSpPr>
            <p:spPr bwMode="auto">
              <a:xfrm>
                <a:off x="4599" y="2269"/>
                <a:ext cx="310" cy="49"/>
              </a:xfrm>
              <a:prstGeom prst="rect">
                <a:avLst/>
              </a:prstGeom>
              <a:solidFill>
                <a:schemeClr val="hlink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endParaRPr lang="en-US" altLang="en-US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587852" name="Oval 76"/>
              <p:cNvSpPr>
                <a:spLocks noChangeArrowheads="1"/>
              </p:cNvSpPr>
              <p:nvPr/>
            </p:nvSpPr>
            <p:spPr bwMode="auto">
              <a:xfrm>
                <a:off x="4596" y="2210"/>
                <a:ext cx="313" cy="95"/>
              </a:xfrm>
              <a:prstGeom prst="ellipse">
                <a:avLst/>
              </a:prstGeom>
              <a:solidFill>
                <a:schemeClr val="hlink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NZ"/>
              </a:p>
            </p:txBody>
          </p:sp>
          <p:sp>
            <p:nvSpPr>
              <p:cNvPr id="587853" name="Rectangle 77"/>
              <p:cNvSpPr>
                <a:spLocks noChangeArrowheads="1"/>
              </p:cNvSpPr>
              <p:nvPr/>
            </p:nvSpPr>
            <p:spPr bwMode="auto">
              <a:xfrm>
                <a:off x="4683" y="2223"/>
                <a:ext cx="142" cy="110"/>
              </a:xfrm>
              <a:prstGeom prst="rect">
                <a:avLst/>
              </a:prstGeom>
              <a:solidFill>
                <a:schemeClr val="hlink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NZ"/>
              </a:p>
            </p:txBody>
          </p:sp>
          <p:sp>
            <p:nvSpPr>
              <p:cNvPr id="587854" name="Text Box 78"/>
              <p:cNvSpPr txBox="1">
                <a:spLocks noChangeArrowheads="1"/>
              </p:cNvSpPr>
              <p:nvPr/>
            </p:nvSpPr>
            <p:spPr bwMode="auto">
              <a:xfrm>
                <a:off x="4590" y="2162"/>
                <a:ext cx="337" cy="26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ctr"/>
                <a:r>
                  <a:rPr lang="en-US" altLang="en-US" sz="2000"/>
                  <a:t>2b</a:t>
                </a:r>
                <a:endParaRPr lang="en-US" altLang="en-US" sz="2400"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587855" name="Group 79"/>
            <p:cNvGrpSpPr>
              <a:grpSpLocks/>
            </p:cNvGrpSpPr>
            <p:nvPr/>
          </p:nvGrpSpPr>
          <p:grpSpPr bwMode="auto">
            <a:xfrm>
              <a:off x="2025" y="1870"/>
              <a:ext cx="291" cy="250"/>
              <a:chOff x="2016" y="1980"/>
              <a:chExt cx="316" cy="269"/>
            </a:xfrm>
          </p:grpSpPr>
          <p:sp>
            <p:nvSpPr>
              <p:cNvPr id="587856" name="Oval 80"/>
              <p:cNvSpPr>
                <a:spLocks noChangeArrowheads="1"/>
              </p:cNvSpPr>
              <p:nvPr/>
            </p:nvSpPr>
            <p:spPr bwMode="auto">
              <a:xfrm>
                <a:off x="2019" y="2102"/>
                <a:ext cx="313" cy="81"/>
              </a:xfrm>
              <a:prstGeom prst="ellipse">
                <a:avLst/>
              </a:prstGeom>
              <a:solidFill>
                <a:schemeClr val="hlink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NZ"/>
              </a:p>
            </p:txBody>
          </p:sp>
          <p:sp>
            <p:nvSpPr>
              <p:cNvPr id="587857" name="Line 81"/>
              <p:cNvSpPr>
                <a:spLocks noChangeShapeType="1"/>
              </p:cNvSpPr>
              <p:nvPr/>
            </p:nvSpPr>
            <p:spPr bwMode="auto">
              <a:xfrm>
                <a:off x="2019" y="2095"/>
                <a:ext cx="0" cy="5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NZ"/>
              </a:p>
            </p:txBody>
          </p:sp>
          <p:sp>
            <p:nvSpPr>
              <p:cNvPr id="587858" name="Line 82"/>
              <p:cNvSpPr>
                <a:spLocks noChangeShapeType="1"/>
              </p:cNvSpPr>
              <p:nvPr/>
            </p:nvSpPr>
            <p:spPr bwMode="auto">
              <a:xfrm>
                <a:off x="2332" y="2095"/>
                <a:ext cx="0" cy="5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NZ"/>
              </a:p>
            </p:txBody>
          </p:sp>
          <p:sp>
            <p:nvSpPr>
              <p:cNvPr id="587859" name="Rectangle 83"/>
              <p:cNvSpPr>
                <a:spLocks noChangeArrowheads="1"/>
              </p:cNvSpPr>
              <p:nvPr/>
            </p:nvSpPr>
            <p:spPr bwMode="auto">
              <a:xfrm>
                <a:off x="2019" y="2095"/>
                <a:ext cx="310" cy="49"/>
              </a:xfrm>
              <a:prstGeom prst="rect">
                <a:avLst/>
              </a:prstGeom>
              <a:solidFill>
                <a:schemeClr val="hlink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endParaRPr lang="en-US" altLang="en-US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587860" name="Oval 84"/>
              <p:cNvSpPr>
                <a:spLocks noChangeArrowheads="1"/>
              </p:cNvSpPr>
              <p:nvPr/>
            </p:nvSpPr>
            <p:spPr bwMode="auto">
              <a:xfrm>
                <a:off x="2016" y="2036"/>
                <a:ext cx="313" cy="95"/>
              </a:xfrm>
              <a:prstGeom prst="ellipse">
                <a:avLst/>
              </a:prstGeom>
              <a:solidFill>
                <a:schemeClr val="hlink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NZ"/>
              </a:p>
            </p:txBody>
          </p:sp>
          <p:grpSp>
            <p:nvGrpSpPr>
              <p:cNvPr id="587861" name="Group 85"/>
              <p:cNvGrpSpPr>
                <a:grpSpLocks/>
              </p:cNvGrpSpPr>
              <p:nvPr/>
            </p:nvGrpSpPr>
            <p:grpSpPr bwMode="auto">
              <a:xfrm>
                <a:off x="2022" y="1980"/>
                <a:ext cx="306" cy="269"/>
                <a:chOff x="2901" y="2429"/>
                <a:chExt cx="313" cy="269"/>
              </a:xfrm>
            </p:grpSpPr>
            <p:sp>
              <p:nvSpPr>
                <p:cNvPr id="587862" name="Rectangle 86"/>
                <p:cNvSpPr>
                  <a:spLocks noChangeArrowheads="1"/>
                </p:cNvSpPr>
                <p:nvPr/>
              </p:nvSpPr>
              <p:spPr bwMode="auto"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chemeClr val="hlink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NZ"/>
                </a:p>
              </p:txBody>
            </p:sp>
            <p:sp>
              <p:nvSpPr>
                <p:cNvPr id="587863" name="Text Box 87"/>
                <p:cNvSpPr txBox="1">
                  <a:spLocks noChangeArrowheads="1"/>
                </p:cNvSpPr>
                <p:nvPr/>
              </p:nvSpPr>
              <p:spPr bwMode="auto">
                <a:xfrm>
                  <a:off x="2901" y="2429"/>
                  <a:ext cx="313" cy="269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/>
                <a:p>
                  <a:pPr algn="ctr"/>
                  <a:r>
                    <a:rPr lang="en-US" altLang="en-US" sz="2000"/>
                    <a:t>1b</a:t>
                  </a:r>
                  <a:endParaRPr lang="en-US" altLang="en-US" sz="2400">
                    <a:latin typeface="Times New Roman" panose="02020603050405020304" pitchFamily="18" charset="0"/>
                  </a:endParaRPr>
                </a:p>
              </p:txBody>
            </p:sp>
          </p:grpSp>
        </p:grpSp>
        <p:grpSp>
          <p:nvGrpSpPr>
            <p:cNvPr id="587875" name="Group 99"/>
            <p:cNvGrpSpPr>
              <a:grpSpLocks/>
            </p:cNvGrpSpPr>
            <p:nvPr/>
          </p:nvGrpSpPr>
          <p:grpSpPr bwMode="auto">
            <a:xfrm>
              <a:off x="554" y="1169"/>
              <a:ext cx="296" cy="250"/>
              <a:chOff x="2014" y="1980"/>
              <a:chExt cx="321" cy="269"/>
            </a:xfrm>
          </p:grpSpPr>
          <p:sp>
            <p:nvSpPr>
              <p:cNvPr id="587876" name="Oval 100"/>
              <p:cNvSpPr>
                <a:spLocks noChangeArrowheads="1"/>
              </p:cNvSpPr>
              <p:nvPr/>
            </p:nvSpPr>
            <p:spPr bwMode="auto">
              <a:xfrm>
                <a:off x="2019" y="2102"/>
                <a:ext cx="313" cy="81"/>
              </a:xfrm>
              <a:prstGeom prst="ellipse">
                <a:avLst/>
              </a:prstGeom>
              <a:solidFill>
                <a:schemeClr val="hlink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NZ"/>
              </a:p>
            </p:txBody>
          </p:sp>
          <p:sp>
            <p:nvSpPr>
              <p:cNvPr id="587877" name="Line 101"/>
              <p:cNvSpPr>
                <a:spLocks noChangeShapeType="1"/>
              </p:cNvSpPr>
              <p:nvPr/>
            </p:nvSpPr>
            <p:spPr bwMode="auto">
              <a:xfrm>
                <a:off x="2019" y="2095"/>
                <a:ext cx="0" cy="5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NZ"/>
              </a:p>
            </p:txBody>
          </p:sp>
          <p:sp>
            <p:nvSpPr>
              <p:cNvPr id="587878" name="Line 102"/>
              <p:cNvSpPr>
                <a:spLocks noChangeShapeType="1"/>
              </p:cNvSpPr>
              <p:nvPr/>
            </p:nvSpPr>
            <p:spPr bwMode="auto">
              <a:xfrm>
                <a:off x="2332" y="2095"/>
                <a:ext cx="0" cy="5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NZ"/>
              </a:p>
            </p:txBody>
          </p:sp>
          <p:sp>
            <p:nvSpPr>
              <p:cNvPr id="587879" name="Rectangle 103"/>
              <p:cNvSpPr>
                <a:spLocks noChangeArrowheads="1"/>
              </p:cNvSpPr>
              <p:nvPr/>
            </p:nvSpPr>
            <p:spPr bwMode="auto">
              <a:xfrm>
                <a:off x="2019" y="2095"/>
                <a:ext cx="310" cy="49"/>
              </a:xfrm>
              <a:prstGeom prst="rect">
                <a:avLst/>
              </a:prstGeom>
              <a:solidFill>
                <a:schemeClr val="hlink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endParaRPr lang="en-US" altLang="en-US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587880" name="Oval 104"/>
              <p:cNvSpPr>
                <a:spLocks noChangeArrowheads="1"/>
              </p:cNvSpPr>
              <p:nvPr/>
            </p:nvSpPr>
            <p:spPr bwMode="auto">
              <a:xfrm>
                <a:off x="2016" y="2036"/>
                <a:ext cx="313" cy="95"/>
              </a:xfrm>
              <a:prstGeom prst="ellipse">
                <a:avLst/>
              </a:prstGeom>
              <a:solidFill>
                <a:schemeClr val="hlink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NZ"/>
              </a:p>
            </p:txBody>
          </p:sp>
          <p:grpSp>
            <p:nvGrpSpPr>
              <p:cNvPr id="587881" name="Group 105"/>
              <p:cNvGrpSpPr>
                <a:grpSpLocks/>
              </p:cNvGrpSpPr>
              <p:nvPr/>
            </p:nvGrpSpPr>
            <p:grpSpPr bwMode="auto">
              <a:xfrm>
                <a:off x="2014" y="1980"/>
                <a:ext cx="321" cy="269"/>
                <a:chOff x="2893" y="2429"/>
                <a:chExt cx="328" cy="269"/>
              </a:xfrm>
            </p:grpSpPr>
            <p:sp>
              <p:nvSpPr>
                <p:cNvPr id="587882" name="Rectangle 106"/>
                <p:cNvSpPr>
                  <a:spLocks noChangeArrowheads="1"/>
                </p:cNvSpPr>
                <p:nvPr/>
              </p:nvSpPr>
              <p:spPr bwMode="auto"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chemeClr val="hlink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NZ"/>
                </a:p>
              </p:txBody>
            </p:sp>
            <p:sp>
              <p:nvSpPr>
                <p:cNvPr id="587883" name="Text Box 107"/>
                <p:cNvSpPr txBox="1">
                  <a:spLocks noChangeArrowheads="1"/>
                </p:cNvSpPr>
                <p:nvPr/>
              </p:nvSpPr>
              <p:spPr bwMode="auto">
                <a:xfrm>
                  <a:off x="2893" y="2429"/>
                  <a:ext cx="328" cy="269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/>
                <a:p>
                  <a:pPr algn="ctr"/>
                  <a:r>
                    <a:rPr lang="en-US" altLang="en-US" sz="2000"/>
                    <a:t>3c</a:t>
                  </a:r>
                  <a:endParaRPr lang="en-US" altLang="en-US" sz="2400">
                    <a:latin typeface="Times New Roman" panose="02020603050405020304" pitchFamily="18" charset="0"/>
                  </a:endParaRPr>
                </a:p>
              </p:txBody>
            </p:sp>
          </p:grpSp>
        </p:grpSp>
        <p:sp>
          <p:nvSpPr>
            <p:cNvPr id="587884" name="Line 108"/>
            <p:cNvSpPr>
              <a:spLocks noChangeShapeType="1"/>
            </p:cNvSpPr>
            <p:nvPr/>
          </p:nvSpPr>
          <p:spPr bwMode="auto">
            <a:xfrm flipH="1">
              <a:off x="578" y="1364"/>
              <a:ext cx="57" cy="99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NZ"/>
            </a:p>
          </p:txBody>
        </p:sp>
        <p:sp>
          <p:nvSpPr>
            <p:cNvPr id="587885" name="Line 109"/>
            <p:cNvSpPr>
              <a:spLocks noChangeShapeType="1"/>
            </p:cNvSpPr>
            <p:nvPr/>
          </p:nvSpPr>
          <p:spPr bwMode="auto">
            <a:xfrm>
              <a:off x="296" y="1407"/>
              <a:ext cx="133" cy="10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NZ"/>
            </a:p>
          </p:txBody>
        </p:sp>
        <p:sp>
          <p:nvSpPr>
            <p:cNvPr id="587886" name="Line 110"/>
            <p:cNvSpPr>
              <a:spLocks noChangeShapeType="1"/>
            </p:cNvSpPr>
            <p:nvPr/>
          </p:nvSpPr>
          <p:spPr bwMode="auto">
            <a:xfrm flipH="1">
              <a:off x="755" y="1077"/>
              <a:ext cx="125" cy="14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NZ"/>
            </a:p>
          </p:txBody>
        </p:sp>
        <p:sp>
          <p:nvSpPr>
            <p:cNvPr id="587887" name="Line 111"/>
            <p:cNvSpPr>
              <a:spLocks noChangeShapeType="1"/>
            </p:cNvSpPr>
            <p:nvPr/>
          </p:nvSpPr>
          <p:spPr bwMode="auto">
            <a:xfrm>
              <a:off x="498" y="1069"/>
              <a:ext cx="109" cy="16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NZ"/>
            </a:p>
          </p:txBody>
        </p:sp>
        <p:sp>
          <p:nvSpPr>
            <p:cNvPr id="587888" name="Line 112"/>
            <p:cNvSpPr>
              <a:spLocks noChangeShapeType="1"/>
            </p:cNvSpPr>
            <p:nvPr/>
          </p:nvSpPr>
          <p:spPr bwMode="auto">
            <a:xfrm flipH="1">
              <a:off x="1105" y="1155"/>
              <a:ext cx="63" cy="19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NZ"/>
            </a:p>
          </p:txBody>
        </p:sp>
        <p:sp>
          <p:nvSpPr>
            <p:cNvPr id="587889" name="Line 113"/>
            <p:cNvSpPr>
              <a:spLocks noChangeShapeType="1"/>
            </p:cNvSpPr>
            <p:nvPr/>
          </p:nvSpPr>
          <p:spPr bwMode="auto">
            <a:xfrm>
              <a:off x="3715" y="1636"/>
              <a:ext cx="20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NZ"/>
            </a:p>
          </p:txBody>
        </p:sp>
        <p:sp>
          <p:nvSpPr>
            <p:cNvPr id="587890" name="Line 114"/>
            <p:cNvSpPr>
              <a:spLocks noChangeShapeType="1"/>
            </p:cNvSpPr>
            <p:nvPr/>
          </p:nvSpPr>
          <p:spPr bwMode="auto">
            <a:xfrm flipV="1">
              <a:off x="3661" y="1345"/>
              <a:ext cx="241" cy="2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NZ"/>
            </a:p>
          </p:txBody>
        </p:sp>
        <p:sp>
          <p:nvSpPr>
            <p:cNvPr id="587891" name="Line 115"/>
            <p:cNvSpPr>
              <a:spLocks noChangeShapeType="1"/>
            </p:cNvSpPr>
            <p:nvPr/>
          </p:nvSpPr>
          <p:spPr bwMode="auto">
            <a:xfrm flipH="1" flipV="1">
              <a:off x="3154" y="1187"/>
              <a:ext cx="117" cy="1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NZ"/>
            </a:p>
          </p:txBody>
        </p:sp>
        <p:sp>
          <p:nvSpPr>
            <p:cNvPr id="587892" name="Line 116"/>
            <p:cNvSpPr>
              <a:spLocks noChangeShapeType="1"/>
            </p:cNvSpPr>
            <p:nvPr/>
          </p:nvSpPr>
          <p:spPr bwMode="auto">
            <a:xfrm flipH="1" flipV="1">
              <a:off x="2867" y="1282"/>
              <a:ext cx="124" cy="17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NZ"/>
            </a:p>
          </p:txBody>
        </p:sp>
        <p:sp>
          <p:nvSpPr>
            <p:cNvPr id="587893" name="Line 117"/>
            <p:cNvSpPr>
              <a:spLocks noChangeShapeType="1"/>
            </p:cNvSpPr>
            <p:nvPr/>
          </p:nvSpPr>
          <p:spPr bwMode="auto">
            <a:xfrm flipH="1">
              <a:off x="1129" y="1974"/>
              <a:ext cx="124" cy="11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NZ"/>
            </a:p>
          </p:txBody>
        </p:sp>
        <p:sp>
          <p:nvSpPr>
            <p:cNvPr id="587894" name="Line 118"/>
            <p:cNvSpPr>
              <a:spLocks noChangeShapeType="1"/>
            </p:cNvSpPr>
            <p:nvPr/>
          </p:nvSpPr>
          <p:spPr bwMode="auto">
            <a:xfrm flipH="1" flipV="1">
              <a:off x="1098" y="1880"/>
              <a:ext cx="117" cy="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NZ"/>
            </a:p>
          </p:txBody>
        </p:sp>
        <p:sp>
          <p:nvSpPr>
            <p:cNvPr id="587895" name="Line 119"/>
            <p:cNvSpPr>
              <a:spLocks noChangeShapeType="1"/>
            </p:cNvSpPr>
            <p:nvPr/>
          </p:nvSpPr>
          <p:spPr bwMode="auto">
            <a:xfrm flipH="1">
              <a:off x="1347" y="2132"/>
              <a:ext cx="195" cy="1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NZ"/>
            </a:p>
          </p:txBody>
        </p:sp>
        <p:sp>
          <p:nvSpPr>
            <p:cNvPr id="587896" name="Line 120"/>
            <p:cNvSpPr>
              <a:spLocks noChangeShapeType="1"/>
            </p:cNvSpPr>
            <p:nvPr/>
          </p:nvSpPr>
          <p:spPr bwMode="auto">
            <a:xfrm flipV="1">
              <a:off x="1791" y="1706"/>
              <a:ext cx="211" cy="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NZ"/>
            </a:p>
          </p:txBody>
        </p:sp>
        <p:sp>
          <p:nvSpPr>
            <p:cNvPr id="587897" name="Line 121"/>
            <p:cNvSpPr>
              <a:spLocks noChangeShapeType="1"/>
            </p:cNvSpPr>
            <p:nvPr/>
          </p:nvSpPr>
          <p:spPr bwMode="auto">
            <a:xfrm>
              <a:off x="2212" y="2053"/>
              <a:ext cx="109" cy="10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NZ"/>
            </a:p>
          </p:txBody>
        </p:sp>
        <p:sp>
          <p:nvSpPr>
            <p:cNvPr id="587898" name="Line 122"/>
            <p:cNvSpPr>
              <a:spLocks noChangeShapeType="1"/>
            </p:cNvSpPr>
            <p:nvPr/>
          </p:nvSpPr>
          <p:spPr bwMode="auto">
            <a:xfrm>
              <a:off x="1768" y="1777"/>
              <a:ext cx="132" cy="7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NZ"/>
            </a:p>
          </p:txBody>
        </p:sp>
      </p:grpSp>
      <p:sp>
        <p:nvSpPr>
          <p:cNvPr id="6" name="Rounded Rectangular Callout 5"/>
          <p:cNvSpPr/>
          <p:nvPr/>
        </p:nvSpPr>
        <p:spPr>
          <a:xfrm>
            <a:off x="2622470" y="1316832"/>
            <a:ext cx="3481383" cy="785812"/>
          </a:xfrm>
          <a:prstGeom prst="wedgeRoundRectCallout">
            <a:avLst>
              <a:gd name="adj1" fmla="val -21645"/>
              <a:gd name="adj2" fmla="val 138604"/>
              <a:gd name="adj3" fmla="val 16667"/>
            </a:avLst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en-NZ" dirty="0"/>
              <a:t>Router 1c: Subnet x is reachable from me.</a:t>
            </a:r>
          </a:p>
        </p:txBody>
      </p:sp>
      <p:sp>
        <p:nvSpPr>
          <p:cNvPr id="120" name="Oval Callout 119"/>
          <p:cNvSpPr/>
          <p:nvPr/>
        </p:nvSpPr>
        <p:spPr>
          <a:xfrm>
            <a:off x="491331" y="4065587"/>
            <a:ext cx="7086600" cy="2154237"/>
          </a:xfrm>
          <a:prstGeom prst="wedgeEllipseCallout">
            <a:avLst>
              <a:gd name="adj1" fmla="val -4853"/>
              <a:gd name="adj2" fmla="val -63908"/>
            </a:avLst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en-NZ" dirty="0"/>
              <a:t>Router 1d: </a:t>
            </a:r>
          </a:p>
          <a:p>
            <a:r>
              <a:rPr lang="en-NZ" dirty="0"/>
              <a:t>(1) Determine the router interface on the least-cost path to gateway router 1c from the intra-AS routing protocol</a:t>
            </a:r>
          </a:p>
          <a:p>
            <a:r>
              <a:rPr lang="en-NZ" dirty="0"/>
              <a:t>(2) Add an entry </a:t>
            </a:r>
            <a:r>
              <a:rPr lang="en-NZ" i="1" dirty="0"/>
              <a:t>(x, I) </a:t>
            </a:r>
            <a:r>
              <a:rPr lang="en-NZ" dirty="0"/>
              <a:t>into its forwarding table</a:t>
            </a:r>
          </a:p>
        </p:txBody>
      </p:sp>
    </p:spTree>
    <p:extLst>
      <p:ext uri="{BB962C8B-B14F-4D97-AF65-F5344CB8AC3E}">
        <p14:creationId xmlns:p14="http://schemas.microsoft.com/office/powerpoint/2010/main" val="28687177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1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1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120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7899" name="Rectangle 123"/>
          <p:cNvSpPr>
            <a:spLocks noGrp="1" noChangeArrowheads="1"/>
          </p:cNvSpPr>
          <p:nvPr>
            <p:ph type="title"/>
          </p:nvPr>
        </p:nvSpPr>
        <p:spPr>
          <a:xfrm>
            <a:off x="-76200" y="70056"/>
            <a:ext cx="9296400" cy="723900"/>
          </a:xfrm>
        </p:spPr>
        <p:txBody>
          <a:bodyPr/>
          <a:lstStyle/>
          <a:p>
            <a:r>
              <a:rPr lang="en-US" altLang="en-US" sz="3200" dirty="0"/>
              <a:t>Case 2: Two or more links to the other ASs (cont.)</a:t>
            </a:r>
          </a:p>
        </p:txBody>
      </p:sp>
      <p:sp>
        <p:nvSpPr>
          <p:cNvPr id="116" name="Slide Number Placeholder 115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020BB6E2-28AD-4498-86D6-4C12ADD503A8}" type="slidenum">
              <a:rPr lang="en-US" altLang="en-US"/>
              <a:pPr/>
              <a:t>10</a:t>
            </a:fld>
            <a:endParaRPr lang="en-US" altLang="en-US"/>
          </a:p>
        </p:txBody>
      </p:sp>
      <p:grpSp>
        <p:nvGrpSpPr>
          <p:cNvPr id="587902" name="Group 126"/>
          <p:cNvGrpSpPr>
            <a:grpSpLocks/>
          </p:cNvGrpSpPr>
          <p:nvPr/>
        </p:nvGrpSpPr>
        <p:grpSpPr bwMode="auto">
          <a:xfrm>
            <a:off x="1295400" y="1598612"/>
            <a:ext cx="6178550" cy="2249488"/>
            <a:chOff x="171" y="846"/>
            <a:chExt cx="3892" cy="1417"/>
          </a:xfrm>
        </p:grpSpPr>
        <p:sp>
          <p:nvSpPr>
            <p:cNvPr id="587779" name="Freeform 3"/>
            <p:cNvSpPr>
              <a:spLocks/>
            </p:cNvSpPr>
            <p:nvPr/>
          </p:nvSpPr>
          <p:spPr bwMode="auto">
            <a:xfrm>
              <a:off x="2581" y="1006"/>
              <a:ext cx="1482" cy="952"/>
            </a:xfrm>
            <a:custGeom>
              <a:avLst/>
              <a:gdLst>
                <a:gd name="T0" fmla="*/ 56 w 1162"/>
                <a:gd name="T1" fmla="*/ 162 h 543"/>
                <a:gd name="T2" fmla="*/ 368 w 1162"/>
                <a:gd name="T3" fmla="*/ 14 h 543"/>
                <a:gd name="T4" fmla="*/ 940 w 1162"/>
                <a:gd name="T5" fmla="*/ 79 h 543"/>
                <a:gd name="T6" fmla="*/ 1144 w 1162"/>
                <a:gd name="T7" fmla="*/ 239 h 543"/>
                <a:gd name="T8" fmla="*/ 1048 w 1162"/>
                <a:gd name="T9" fmla="*/ 451 h 543"/>
                <a:gd name="T10" fmla="*/ 586 w 1162"/>
                <a:gd name="T11" fmla="*/ 541 h 543"/>
                <a:gd name="T12" fmla="*/ 88 w 1162"/>
                <a:gd name="T13" fmla="*/ 439 h 543"/>
                <a:gd name="T14" fmla="*/ 56 w 1162"/>
                <a:gd name="T15" fmla="*/ 162 h 5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162" h="543">
                  <a:moveTo>
                    <a:pt x="56" y="162"/>
                  </a:moveTo>
                  <a:cubicBezTo>
                    <a:pt x="115" y="100"/>
                    <a:pt x="221" y="28"/>
                    <a:pt x="368" y="14"/>
                  </a:cubicBezTo>
                  <a:cubicBezTo>
                    <a:pt x="515" y="0"/>
                    <a:pt x="811" y="42"/>
                    <a:pt x="940" y="79"/>
                  </a:cubicBezTo>
                  <a:cubicBezTo>
                    <a:pt x="1069" y="116"/>
                    <a:pt x="1126" y="177"/>
                    <a:pt x="1144" y="239"/>
                  </a:cubicBezTo>
                  <a:cubicBezTo>
                    <a:pt x="1162" y="301"/>
                    <a:pt x="1141" y="401"/>
                    <a:pt x="1048" y="451"/>
                  </a:cubicBezTo>
                  <a:cubicBezTo>
                    <a:pt x="955" y="501"/>
                    <a:pt x="746" y="543"/>
                    <a:pt x="586" y="541"/>
                  </a:cubicBezTo>
                  <a:cubicBezTo>
                    <a:pt x="426" y="539"/>
                    <a:pt x="176" y="502"/>
                    <a:pt x="88" y="439"/>
                  </a:cubicBezTo>
                  <a:cubicBezTo>
                    <a:pt x="0" y="376"/>
                    <a:pt x="63" y="220"/>
                    <a:pt x="56" y="162"/>
                  </a:cubicBezTo>
                  <a:close/>
                </a:path>
              </a:pathLst>
            </a:custGeom>
            <a:solidFill>
              <a:srgbClr val="66CC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NZ"/>
            </a:p>
          </p:txBody>
        </p:sp>
        <p:sp>
          <p:nvSpPr>
            <p:cNvPr id="587780" name="Freeform 4"/>
            <p:cNvSpPr>
              <a:spLocks/>
            </p:cNvSpPr>
            <p:nvPr/>
          </p:nvSpPr>
          <p:spPr bwMode="auto">
            <a:xfrm>
              <a:off x="171" y="846"/>
              <a:ext cx="1154" cy="944"/>
            </a:xfrm>
            <a:custGeom>
              <a:avLst/>
              <a:gdLst>
                <a:gd name="T0" fmla="*/ 88 w 1198"/>
                <a:gd name="T1" fmla="*/ 181 h 451"/>
                <a:gd name="T2" fmla="*/ 180 w 1198"/>
                <a:gd name="T3" fmla="*/ 89 h 451"/>
                <a:gd name="T4" fmla="*/ 448 w 1198"/>
                <a:gd name="T5" fmla="*/ 49 h 451"/>
                <a:gd name="T6" fmla="*/ 988 w 1198"/>
                <a:gd name="T7" fmla="*/ 25 h 451"/>
                <a:gd name="T8" fmla="*/ 1181 w 1198"/>
                <a:gd name="T9" fmla="*/ 197 h 451"/>
                <a:gd name="T10" fmla="*/ 889 w 1198"/>
                <a:gd name="T11" fmla="*/ 413 h 451"/>
                <a:gd name="T12" fmla="*/ 307 w 1198"/>
                <a:gd name="T13" fmla="*/ 425 h 451"/>
                <a:gd name="T14" fmla="*/ 36 w 1198"/>
                <a:gd name="T15" fmla="*/ 337 h 451"/>
                <a:gd name="T16" fmla="*/ 88 w 1198"/>
                <a:gd name="T17" fmla="*/ 181 h 4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198" h="451">
                  <a:moveTo>
                    <a:pt x="88" y="181"/>
                  </a:moveTo>
                  <a:cubicBezTo>
                    <a:pt x="159" y="143"/>
                    <a:pt x="120" y="111"/>
                    <a:pt x="180" y="89"/>
                  </a:cubicBezTo>
                  <a:cubicBezTo>
                    <a:pt x="240" y="67"/>
                    <a:pt x="313" y="60"/>
                    <a:pt x="448" y="49"/>
                  </a:cubicBezTo>
                  <a:cubicBezTo>
                    <a:pt x="583" y="38"/>
                    <a:pt x="866" y="0"/>
                    <a:pt x="988" y="25"/>
                  </a:cubicBezTo>
                  <a:cubicBezTo>
                    <a:pt x="1110" y="50"/>
                    <a:pt x="1198" y="132"/>
                    <a:pt x="1181" y="197"/>
                  </a:cubicBezTo>
                  <a:cubicBezTo>
                    <a:pt x="1164" y="262"/>
                    <a:pt x="1034" y="375"/>
                    <a:pt x="889" y="413"/>
                  </a:cubicBezTo>
                  <a:cubicBezTo>
                    <a:pt x="744" y="451"/>
                    <a:pt x="449" y="438"/>
                    <a:pt x="307" y="425"/>
                  </a:cubicBezTo>
                  <a:cubicBezTo>
                    <a:pt x="165" y="412"/>
                    <a:pt x="72" y="378"/>
                    <a:pt x="36" y="337"/>
                  </a:cubicBezTo>
                  <a:cubicBezTo>
                    <a:pt x="0" y="296"/>
                    <a:pt x="77" y="213"/>
                    <a:pt x="88" y="181"/>
                  </a:cubicBezTo>
                  <a:close/>
                </a:path>
              </a:pathLst>
            </a:custGeom>
            <a:solidFill>
              <a:srgbClr val="66CC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NZ"/>
            </a:p>
          </p:txBody>
        </p:sp>
        <p:sp>
          <p:nvSpPr>
            <p:cNvPr id="587781" name="Freeform 5"/>
            <p:cNvSpPr>
              <a:spLocks/>
            </p:cNvSpPr>
            <p:nvPr/>
          </p:nvSpPr>
          <p:spPr bwMode="auto">
            <a:xfrm>
              <a:off x="916" y="1527"/>
              <a:ext cx="1846" cy="736"/>
            </a:xfrm>
            <a:custGeom>
              <a:avLst/>
              <a:gdLst>
                <a:gd name="T0" fmla="*/ 155 w 1583"/>
                <a:gd name="T1" fmla="*/ 224 h 682"/>
                <a:gd name="T2" fmla="*/ 407 w 1583"/>
                <a:gd name="T3" fmla="*/ 74 h 682"/>
                <a:gd name="T4" fmla="*/ 785 w 1583"/>
                <a:gd name="T5" fmla="*/ 20 h 682"/>
                <a:gd name="T6" fmla="*/ 1157 w 1583"/>
                <a:gd name="T7" fmla="*/ 194 h 682"/>
                <a:gd name="T8" fmla="*/ 1564 w 1583"/>
                <a:gd name="T9" fmla="*/ 428 h 682"/>
                <a:gd name="T10" fmla="*/ 1272 w 1583"/>
                <a:gd name="T11" fmla="*/ 644 h 682"/>
                <a:gd name="T12" fmla="*/ 690 w 1583"/>
                <a:gd name="T13" fmla="*/ 656 h 682"/>
                <a:gd name="T14" fmla="*/ 89 w 1583"/>
                <a:gd name="T15" fmla="*/ 596 h 682"/>
                <a:gd name="T16" fmla="*/ 155 w 1583"/>
                <a:gd name="T17" fmla="*/ 224 h 6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583" h="682">
                  <a:moveTo>
                    <a:pt x="155" y="224"/>
                  </a:moveTo>
                  <a:cubicBezTo>
                    <a:pt x="208" y="137"/>
                    <a:pt x="302" y="108"/>
                    <a:pt x="407" y="74"/>
                  </a:cubicBezTo>
                  <a:cubicBezTo>
                    <a:pt x="512" y="40"/>
                    <a:pt x="660" y="0"/>
                    <a:pt x="785" y="20"/>
                  </a:cubicBezTo>
                  <a:cubicBezTo>
                    <a:pt x="910" y="40"/>
                    <a:pt x="1027" y="126"/>
                    <a:pt x="1157" y="194"/>
                  </a:cubicBezTo>
                  <a:cubicBezTo>
                    <a:pt x="1287" y="262"/>
                    <a:pt x="1545" y="353"/>
                    <a:pt x="1564" y="428"/>
                  </a:cubicBezTo>
                  <a:cubicBezTo>
                    <a:pt x="1583" y="503"/>
                    <a:pt x="1417" y="606"/>
                    <a:pt x="1272" y="644"/>
                  </a:cubicBezTo>
                  <a:cubicBezTo>
                    <a:pt x="1127" y="682"/>
                    <a:pt x="887" y="664"/>
                    <a:pt x="690" y="656"/>
                  </a:cubicBezTo>
                  <a:cubicBezTo>
                    <a:pt x="493" y="648"/>
                    <a:pt x="178" y="668"/>
                    <a:pt x="89" y="596"/>
                  </a:cubicBezTo>
                  <a:cubicBezTo>
                    <a:pt x="0" y="524"/>
                    <a:pt x="102" y="311"/>
                    <a:pt x="155" y="224"/>
                  </a:cubicBezTo>
                  <a:close/>
                </a:path>
              </a:pathLst>
            </a:custGeom>
            <a:solidFill>
              <a:srgbClr val="66CC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NZ"/>
            </a:p>
          </p:txBody>
        </p:sp>
        <p:sp>
          <p:nvSpPr>
            <p:cNvPr id="587782" name="Oval 6"/>
            <p:cNvSpPr>
              <a:spLocks noChangeArrowheads="1"/>
            </p:cNvSpPr>
            <p:nvPr/>
          </p:nvSpPr>
          <p:spPr bwMode="auto">
            <a:xfrm>
              <a:off x="411" y="1526"/>
              <a:ext cx="288" cy="75"/>
            </a:xfrm>
            <a:prstGeom prst="ellipse">
              <a:avLst/>
            </a:prstGeom>
            <a:solidFill>
              <a:schemeClr val="hlink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NZ"/>
            </a:p>
          </p:txBody>
        </p:sp>
        <p:sp>
          <p:nvSpPr>
            <p:cNvPr id="587783" name="Line 7"/>
            <p:cNvSpPr>
              <a:spLocks noChangeShapeType="1"/>
            </p:cNvSpPr>
            <p:nvPr/>
          </p:nvSpPr>
          <p:spPr bwMode="auto">
            <a:xfrm>
              <a:off x="411" y="1519"/>
              <a:ext cx="0" cy="47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NZ"/>
            </a:p>
          </p:txBody>
        </p:sp>
        <p:sp>
          <p:nvSpPr>
            <p:cNvPr id="587784" name="Line 8"/>
            <p:cNvSpPr>
              <a:spLocks noChangeShapeType="1"/>
            </p:cNvSpPr>
            <p:nvPr/>
          </p:nvSpPr>
          <p:spPr bwMode="auto">
            <a:xfrm>
              <a:off x="699" y="1519"/>
              <a:ext cx="0" cy="47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NZ"/>
            </a:p>
          </p:txBody>
        </p:sp>
        <p:sp>
          <p:nvSpPr>
            <p:cNvPr id="587785" name="Rectangle 9"/>
            <p:cNvSpPr>
              <a:spLocks noChangeArrowheads="1"/>
            </p:cNvSpPr>
            <p:nvPr/>
          </p:nvSpPr>
          <p:spPr bwMode="auto">
            <a:xfrm>
              <a:off x="411" y="1519"/>
              <a:ext cx="285" cy="46"/>
            </a:xfrm>
            <a:prstGeom prst="rect">
              <a:avLst/>
            </a:prstGeom>
            <a:solidFill>
              <a:schemeClr val="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587786" name="Oval 10"/>
            <p:cNvSpPr>
              <a:spLocks noChangeArrowheads="1"/>
            </p:cNvSpPr>
            <p:nvPr/>
          </p:nvSpPr>
          <p:spPr bwMode="auto">
            <a:xfrm>
              <a:off x="408" y="1465"/>
              <a:ext cx="288" cy="88"/>
            </a:xfrm>
            <a:prstGeom prst="ellipse">
              <a:avLst/>
            </a:prstGeom>
            <a:solidFill>
              <a:schemeClr val="hlink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NZ"/>
            </a:p>
          </p:txBody>
        </p:sp>
        <p:sp>
          <p:nvSpPr>
            <p:cNvPr id="587787" name="Rectangle 11"/>
            <p:cNvSpPr>
              <a:spLocks noChangeArrowheads="1"/>
            </p:cNvSpPr>
            <p:nvPr/>
          </p:nvSpPr>
          <p:spPr bwMode="auto">
            <a:xfrm>
              <a:off x="488" y="1477"/>
              <a:ext cx="130" cy="115"/>
            </a:xfrm>
            <a:prstGeom prst="rect">
              <a:avLst/>
            </a:prstGeom>
            <a:solidFill>
              <a:schemeClr val="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NZ"/>
            </a:p>
          </p:txBody>
        </p:sp>
        <p:sp>
          <p:nvSpPr>
            <p:cNvPr id="587788" name="Text Box 12"/>
            <p:cNvSpPr txBox="1">
              <a:spLocks noChangeArrowheads="1"/>
            </p:cNvSpPr>
            <p:nvPr/>
          </p:nvSpPr>
          <p:spPr bwMode="auto">
            <a:xfrm>
              <a:off x="402" y="1420"/>
              <a:ext cx="309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/>
              <a:r>
                <a:rPr lang="en-US" altLang="en-US" sz="2000"/>
                <a:t>3b</a:t>
              </a:r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587789" name="Oval 13"/>
            <p:cNvSpPr>
              <a:spLocks noChangeArrowheads="1"/>
            </p:cNvSpPr>
            <p:nvPr/>
          </p:nvSpPr>
          <p:spPr bwMode="auto">
            <a:xfrm>
              <a:off x="1531" y="2089"/>
              <a:ext cx="288" cy="75"/>
            </a:xfrm>
            <a:prstGeom prst="ellipse">
              <a:avLst/>
            </a:prstGeom>
            <a:solidFill>
              <a:schemeClr val="hlink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NZ"/>
            </a:p>
          </p:txBody>
        </p:sp>
        <p:sp>
          <p:nvSpPr>
            <p:cNvPr id="587790" name="Line 14"/>
            <p:cNvSpPr>
              <a:spLocks noChangeShapeType="1"/>
            </p:cNvSpPr>
            <p:nvPr/>
          </p:nvSpPr>
          <p:spPr bwMode="auto">
            <a:xfrm>
              <a:off x="1531" y="2082"/>
              <a:ext cx="0" cy="47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NZ"/>
            </a:p>
          </p:txBody>
        </p:sp>
        <p:sp>
          <p:nvSpPr>
            <p:cNvPr id="587791" name="Line 15"/>
            <p:cNvSpPr>
              <a:spLocks noChangeShapeType="1"/>
            </p:cNvSpPr>
            <p:nvPr/>
          </p:nvSpPr>
          <p:spPr bwMode="auto">
            <a:xfrm>
              <a:off x="1819" y="2082"/>
              <a:ext cx="0" cy="47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NZ"/>
            </a:p>
          </p:txBody>
        </p:sp>
        <p:sp>
          <p:nvSpPr>
            <p:cNvPr id="587792" name="Rectangle 16"/>
            <p:cNvSpPr>
              <a:spLocks noChangeArrowheads="1"/>
            </p:cNvSpPr>
            <p:nvPr/>
          </p:nvSpPr>
          <p:spPr bwMode="auto">
            <a:xfrm>
              <a:off x="1531" y="2082"/>
              <a:ext cx="285" cy="46"/>
            </a:xfrm>
            <a:prstGeom prst="rect">
              <a:avLst/>
            </a:prstGeom>
            <a:solidFill>
              <a:schemeClr val="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587793" name="Oval 17"/>
            <p:cNvSpPr>
              <a:spLocks noChangeArrowheads="1"/>
            </p:cNvSpPr>
            <p:nvPr/>
          </p:nvSpPr>
          <p:spPr bwMode="auto">
            <a:xfrm>
              <a:off x="1528" y="2028"/>
              <a:ext cx="288" cy="88"/>
            </a:xfrm>
            <a:prstGeom prst="ellipse">
              <a:avLst/>
            </a:prstGeom>
            <a:solidFill>
              <a:schemeClr val="hlink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NZ"/>
            </a:p>
          </p:txBody>
        </p:sp>
        <p:grpSp>
          <p:nvGrpSpPr>
            <p:cNvPr id="587794" name="Group 18"/>
            <p:cNvGrpSpPr>
              <a:grpSpLocks/>
            </p:cNvGrpSpPr>
            <p:nvPr/>
          </p:nvGrpSpPr>
          <p:grpSpPr bwMode="auto">
            <a:xfrm>
              <a:off x="1537" y="1977"/>
              <a:ext cx="282" cy="250"/>
              <a:chOff x="2904" y="2429"/>
              <a:chExt cx="309" cy="269"/>
            </a:xfrm>
          </p:grpSpPr>
          <p:sp>
            <p:nvSpPr>
              <p:cNvPr id="587795" name="Rectangle 19"/>
              <p:cNvSpPr>
                <a:spLocks noChangeArrowheads="1"/>
              </p:cNvSpPr>
              <p:nvPr/>
            </p:nvSpPr>
            <p:spPr bwMode="auto">
              <a:xfrm>
                <a:off x="2982" y="2490"/>
                <a:ext cx="144" cy="132"/>
              </a:xfrm>
              <a:prstGeom prst="rect">
                <a:avLst/>
              </a:prstGeom>
              <a:solidFill>
                <a:schemeClr val="hlink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NZ"/>
              </a:p>
            </p:txBody>
          </p:sp>
          <p:sp>
            <p:nvSpPr>
              <p:cNvPr id="587796" name="Text Box 20"/>
              <p:cNvSpPr txBox="1">
                <a:spLocks noChangeArrowheads="1"/>
              </p:cNvSpPr>
              <p:nvPr/>
            </p:nvSpPr>
            <p:spPr bwMode="auto">
              <a:xfrm>
                <a:off x="2904" y="2429"/>
                <a:ext cx="309" cy="26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ctr"/>
                <a:r>
                  <a:rPr lang="en-US" altLang="en-US" sz="2000"/>
                  <a:t>1d</a:t>
                </a:r>
              </a:p>
            </p:txBody>
          </p:sp>
        </p:grpSp>
        <p:sp>
          <p:nvSpPr>
            <p:cNvPr id="587797" name="Oval 21"/>
            <p:cNvSpPr>
              <a:spLocks noChangeArrowheads="1"/>
            </p:cNvSpPr>
            <p:nvPr/>
          </p:nvSpPr>
          <p:spPr bwMode="auto">
            <a:xfrm>
              <a:off x="927" y="1403"/>
              <a:ext cx="288" cy="76"/>
            </a:xfrm>
            <a:prstGeom prst="ellipse">
              <a:avLst/>
            </a:prstGeom>
            <a:solidFill>
              <a:schemeClr val="hlink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NZ"/>
            </a:p>
          </p:txBody>
        </p:sp>
        <p:sp>
          <p:nvSpPr>
            <p:cNvPr id="587798" name="Line 22"/>
            <p:cNvSpPr>
              <a:spLocks noChangeShapeType="1"/>
            </p:cNvSpPr>
            <p:nvPr/>
          </p:nvSpPr>
          <p:spPr bwMode="auto">
            <a:xfrm>
              <a:off x="927" y="1397"/>
              <a:ext cx="0" cy="4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NZ"/>
            </a:p>
          </p:txBody>
        </p:sp>
        <p:sp>
          <p:nvSpPr>
            <p:cNvPr id="587799" name="Line 23"/>
            <p:cNvSpPr>
              <a:spLocks noChangeShapeType="1"/>
            </p:cNvSpPr>
            <p:nvPr/>
          </p:nvSpPr>
          <p:spPr bwMode="auto">
            <a:xfrm>
              <a:off x="1215" y="1397"/>
              <a:ext cx="0" cy="4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NZ"/>
            </a:p>
          </p:txBody>
        </p:sp>
        <p:sp>
          <p:nvSpPr>
            <p:cNvPr id="587800" name="Rectangle 24"/>
            <p:cNvSpPr>
              <a:spLocks noChangeArrowheads="1"/>
            </p:cNvSpPr>
            <p:nvPr/>
          </p:nvSpPr>
          <p:spPr bwMode="auto">
            <a:xfrm>
              <a:off x="927" y="1397"/>
              <a:ext cx="285" cy="45"/>
            </a:xfrm>
            <a:prstGeom prst="rect">
              <a:avLst/>
            </a:prstGeom>
            <a:solidFill>
              <a:schemeClr val="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587801" name="Oval 25"/>
            <p:cNvSpPr>
              <a:spLocks noChangeArrowheads="1"/>
            </p:cNvSpPr>
            <p:nvPr/>
          </p:nvSpPr>
          <p:spPr bwMode="auto">
            <a:xfrm>
              <a:off x="924" y="1342"/>
              <a:ext cx="288" cy="88"/>
            </a:xfrm>
            <a:prstGeom prst="ellipse">
              <a:avLst/>
            </a:prstGeom>
            <a:solidFill>
              <a:schemeClr val="hlink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NZ"/>
            </a:p>
          </p:txBody>
        </p:sp>
        <p:sp>
          <p:nvSpPr>
            <p:cNvPr id="587802" name="Rectangle 26"/>
            <p:cNvSpPr>
              <a:spLocks noChangeArrowheads="1"/>
            </p:cNvSpPr>
            <p:nvPr/>
          </p:nvSpPr>
          <p:spPr bwMode="auto">
            <a:xfrm>
              <a:off x="1004" y="1354"/>
              <a:ext cx="131" cy="102"/>
            </a:xfrm>
            <a:prstGeom prst="rect">
              <a:avLst/>
            </a:prstGeom>
            <a:solidFill>
              <a:schemeClr val="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NZ"/>
            </a:p>
          </p:txBody>
        </p:sp>
        <p:sp>
          <p:nvSpPr>
            <p:cNvPr id="587803" name="Text Box 27"/>
            <p:cNvSpPr txBox="1">
              <a:spLocks noChangeArrowheads="1"/>
            </p:cNvSpPr>
            <p:nvPr/>
          </p:nvSpPr>
          <p:spPr bwMode="auto">
            <a:xfrm>
              <a:off x="925" y="1297"/>
              <a:ext cx="29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/>
              <a:r>
                <a:rPr lang="en-US" altLang="en-US" sz="2000"/>
                <a:t>3a</a:t>
              </a:r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587804" name="Oval 28"/>
            <p:cNvSpPr>
              <a:spLocks noChangeArrowheads="1"/>
            </p:cNvSpPr>
            <p:nvPr/>
          </p:nvSpPr>
          <p:spPr bwMode="auto">
            <a:xfrm>
              <a:off x="1498" y="1721"/>
              <a:ext cx="288" cy="75"/>
            </a:xfrm>
            <a:prstGeom prst="ellipse">
              <a:avLst/>
            </a:prstGeom>
            <a:solidFill>
              <a:schemeClr val="hlink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NZ"/>
            </a:p>
          </p:txBody>
        </p:sp>
        <p:sp>
          <p:nvSpPr>
            <p:cNvPr id="587805" name="Line 29"/>
            <p:cNvSpPr>
              <a:spLocks noChangeShapeType="1"/>
            </p:cNvSpPr>
            <p:nvPr/>
          </p:nvSpPr>
          <p:spPr bwMode="auto">
            <a:xfrm>
              <a:off x="1498" y="1715"/>
              <a:ext cx="0" cy="4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NZ"/>
            </a:p>
          </p:txBody>
        </p:sp>
        <p:sp>
          <p:nvSpPr>
            <p:cNvPr id="587806" name="Line 30"/>
            <p:cNvSpPr>
              <a:spLocks noChangeShapeType="1"/>
            </p:cNvSpPr>
            <p:nvPr/>
          </p:nvSpPr>
          <p:spPr bwMode="auto">
            <a:xfrm>
              <a:off x="1786" y="1715"/>
              <a:ext cx="0" cy="4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NZ"/>
            </a:p>
          </p:txBody>
        </p:sp>
        <p:sp>
          <p:nvSpPr>
            <p:cNvPr id="587807" name="Rectangle 31"/>
            <p:cNvSpPr>
              <a:spLocks noChangeArrowheads="1"/>
            </p:cNvSpPr>
            <p:nvPr/>
          </p:nvSpPr>
          <p:spPr bwMode="auto">
            <a:xfrm>
              <a:off x="1498" y="1715"/>
              <a:ext cx="285" cy="45"/>
            </a:xfrm>
            <a:prstGeom prst="rect">
              <a:avLst/>
            </a:prstGeom>
            <a:solidFill>
              <a:schemeClr val="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587808" name="Oval 32"/>
            <p:cNvSpPr>
              <a:spLocks noChangeArrowheads="1"/>
            </p:cNvSpPr>
            <p:nvPr/>
          </p:nvSpPr>
          <p:spPr bwMode="auto">
            <a:xfrm>
              <a:off x="1495" y="1660"/>
              <a:ext cx="288" cy="88"/>
            </a:xfrm>
            <a:prstGeom prst="ellipse">
              <a:avLst/>
            </a:prstGeom>
            <a:solidFill>
              <a:schemeClr val="hlink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NZ"/>
            </a:p>
          </p:txBody>
        </p:sp>
        <p:grpSp>
          <p:nvGrpSpPr>
            <p:cNvPr id="587809" name="Group 33"/>
            <p:cNvGrpSpPr>
              <a:grpSpLocks/>
            </p:cNvGrpSpPr>
            <p:nvPr/>
          </p:nvGrpSpPr>
          <p:grpSpPr bwMode="auto">
            <a:xfrm>
              <a:off x="1507" y="1610"/>
              <a:ext cx="269" cy="249"/>
              <a:chOff x="2907" y="2429"/>
              <a:chExt cx="301" cy="269"/>
            </a:xfrm>
          </p:grpSpPr>
          <p:sp>
            <p:nvSpPr>
              <p:cNvPr id="587810" name="Rectangle 34"/>
              <p:cNvSpPr>
                <a:spLocks noChangeArrowheads="1"/>
              </p:cNvSpPr>
              <p:nvPr/>
            </p:nvSpPr>
            <p:spPr bwMode="auto">
              <a:xfrm>
                <a:off x="2982" y="2490"/>
                <a:ext cx="144" cy="132"/>
              </a:xfrm>
              <a:prstGeom prst="rect">
                <a:avLst/>
              </a:prstGeom>
              <a:solidFill>
                <a:schemeClr val="hlink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NZ"/>
              </a:p>
            </p:txBody>
          </p:sp>
          <p:sp>
            <p:nvSpPr>
              <p:cNvPr id="587811" name="Text Box 35"/>
              <p:cNvSpPr txBox="1">
                <a:spLocks noChangeArrowheads="1"/>
              </p:cNvSpPr>
              <p:nvPr/>
            </p:nvSpPr>
            <p:spPr bwMode="auto">
              <a:xfrm>
                <a:off x="2907" y="2429"/>
                <a:ext cx="301" cy="26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ctr"/>
                <a:r>
                  <a:rPr lang="en-US" altLang="en-US" sz="2000"/>
                  <a:t>1c</a:t>
                </a:r>
              </a:p>
            </p:txBody>
          </p:sp>
        </p:grpSp>
        <p:sp>
          <p:nvSpPr>
            <p:cNvPr id="587812" name="Line 36"/>
            <p:cNvSpPr>
              <a:spLocks noChangeShapeType="1"/>
            </p:cNvSpPr>
            <p:nvPr/>
          </p:nvSpPr>
          <p:spPr bwMode="auto">
            <a:xfrm>
              <a:off x="3149" y="1546"/>
              <a:ext cx="283" cy="9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NZ"/>
            </a:p>
          </p:txBody>
        </p:sp>
        <p:sp>
          <p:nvSpPr>
            <p:cNvPr id="587813" name="Line 37"/>
            <p:cNvSpPr>
              <a:spLocks noChangeShapeType="1"/>
            </p:cNvSpPr>
            <p:nvPr/>
          </p:nvSpPr>
          <p:spPr bwMode="auto">
            <a:xfrm>
              <a:off x="3447" y="1476"/>
              <a:ext cx="84" cy="10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NZ"/>
            </a:p>
          </p:txBody>
        </p:sp>
        <p:sp>
          <p:nvSpPr>
            <p:cNvPr id="587814" name="Line 38"/>
            <p:cNvSpPr>
              <a:spLocks noChangeShapeType="1"/>
            </p:cNvSpPr>
            <p:nvPr/>
          </p:nvSpPr>
          <p:spPr bwMode="auto">
            <a:xfrm flipV="1">
              <a:off x="3086" y="1435"/>
              <a:ext cx="105" cy="71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NZ"/>
            </a:p>
          </p:txBody>
        </p:sp>
        <p:sp>
          <p:nvSpPr>
            <p:cNvPr id="587815" name="Freeform 39"/>
            <p:cNvSpPr>
              <a:spLocks/>
            </p:cNvSpPr>
            <p:nvPr/>
          </p:nvSpPr>
          <p:spPr bwMode="auto">
            <a:xfrm>
              <a:off x="1817" y="2024"/>
              <a:ext cx="243" cy="76"/>
            </a:xfrm>
            <a:custGeom>
              <a:avLst/>
              <a:gdLst>
                <a:gd name="T0" fmla="*/ 0 w 264"/>
                <a:gd name="T1" fmla="*/ 82 h 82"/>
                <a:gd name="T2" fmla="*/ 264 w 264"/>
                <a:gd name="T3" fmla="*/ 0 h 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264" h="82">
                  <a:moveTo>
                    <a:pt x="0" y="82"/>
                  </a:moveTo>
                  <a:lnTo>
                    <a:pt x="264" y="0"/>
                  </a:lnTo>
                </a:path>
              </a:pathLst>
            </a:custGeom>
            <a:noFill/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NZ"/>
            </a:p>
          </p:txBody>
        </p:sp>
        <p:sp>
          <p:nvSpPr>
            <p:cNvPr id="587816" name="Freeform 40"/>
            <p:cNvSpPr>
              <a:spLocks/>
            </p:cNvSpPr>
            <p:nvPr/>
          </p:nvSpPr>
          <p:spPr bwMode="auto">
            <a:xfrm>
              <a:off x="1394" y="1990"/>
              <a:ext cx="140" cy="110"/>
            </a:xfrm>
            <a:custGeom>
              <a:avLst/>
              <a:gdLst>
                <a:gd name="T0" fmla="*/ 0 w 152"/>
                <a:gd name="T1" fmla="*/ 0 h 118"/>
                <a:gd name="T2" fmla="*/ 152 w 152"/>
                <a:gd name="T3" fmla="*/ 118 h 1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52" h="118">
                  <a:moveTo>
                    <a:pt x="0" y="0"/>
                  </a:moveTo>
                  <a:lnTo>
                    <a:pt x="152" y="118"/>
                  </a:lnTo>
                </a:path>
              </a:pathLst>
            </a:custGeom>
            <a:noFill/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NZ"/>
            </a:p>
          </p:txBody>
        </p:sp>
        <p:sp>
          <p:nvSpPr>
            <p:cNvPr id="587817" name="Freeform 41"/>
            <p:cNvSpPr>
              <a:spLocks/>
            </p:cNvSpPr>
            <p:nvPr/>
          </p:nvSpPr>
          <p:spPr bwMode="auto">
            <a:xfrm>
              <a:off x="1508" y="1925"/>
              <a:ext cx="519" cy="77"/>
            </a:xfrm>
            <a:custGeom>
              <a:avLst/>
              <a:gdLst>
                <a:gd name="T0" fmla="*/ 0 w 564"/>
                <a:gd name="T1" fmla="*/ 0 h 82"/>
                <a:gd name="T2" fmla="*/ 564 w 564"/>
                <a:gd name="T3" fmla="*/ 82 h 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564" h="82">
                  <a:moveTo>
                    <a:pt x="0" y="0"/>
                  </a:moveTo>
                  <a:lnTo>
                    <a:pt x="564" y="82"/>
                  </a:lnTo>
                </a:path>
              </a:pathLst>
            </a:custGeom>
            <a:noFill/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NZ"/>
            </a:p>
          </p:txBody>
        </p:sp>
        <p:sp>
          <p:nvSpPr>
            <p:cNvPr id="587818" name="Freeform 42"/>
            <p:cNvSpPr>
              <a:spLocks/>
            </p:cNvSpPr>
            <p:nvPr/>
          </p:nvSpPr>
          <p:spPr bwMode="auto">
            <a:xfrm>
              <a:off x="1451" y="1775"/>
              <a:ext cx="70" cy="87"/>
            </a:xfrm>
            <a:custGeom>
              <a:avLst/>
              <a:gdLst>
                <a:gd name="T0" fmla="*/ 0 w 76"/>
                <a:gd name="T1" fmla="*/ 94 h 94"/>
                <a:gd name="T2" fmla="*/ 76 w 76"/>
                <a:gd name="T3" fmla="*/ 0 h 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76" h="94">
                  <a:moveTo>
                    <a:pt x="0" y="94"/>
                  </a:moveTo>
                  <a:lnTo>
                    <a:pt x="76" y="0"/>
                  </a:lnTo>
                </a:path>
              </a:pathLst>
            </a:custGeom>
            <a:noFill/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NZ"/>
            </a:p>
          </p:txBody>
        </p:sp>
        <p:sp>
          <p:nvSpPr>
            <p:cNvPr id="587819" name="Freeform 43"/>
            <p:cNvSpPr>
              <a:spLocks/>
            </p:cNvSpPr>
            <p:nvPr/>
          </p:nvSpPr>
          <p:spPr bwMode="auto">
            <a:xfrm>
              <a:off x="692" y="1426"/>
              <a:ext cx="231" cy="106"/>
            </a:xfrm>
            <a:custGeom>
              <a:avLst/>
              <a:gdLst>
                <a:gd name="T0" fmla="*/ 0 w 252"/>
                <a:gd name="T1" fmla="*/ 114 h 114"/>
                <a:gd name="T2" fmla="*/ 252 w 252"/>
                <a:gd name="T3" fmla="*/ 0 h 1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252" h="114">
                  <a:moveTo>
                    <a:pt x="0" y="114"/>
                  </a:moveTo>
                  <a:lnTo>
                    <a:pt x="252" y="0"/>
                  </a:lnTo>
                </a:path>
              </a:pathLst>
            </a:custGeom>
            <a:noFill/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NZ"/>
            </a:p>
          </p:txBody>
        </p:sp>
        <p:sp>
          <p:nvSpPr>
            <p:cNvPr id="587820" name="Freeform 44"/>
            <p:cNvSpPr>
              <a:spLocks/>
            </p:cNvSpPr>
            <p:nvPr/>
          </p:nvSpPr>
          <p:spPr bwMode="auto">
            <a:xfrm>
              <a:off x="1092" y="1481"/>
              <a:ext cx="409" cy="240"/>
            </a:xfrm>
            <a:custGeom>
              <a:avLst/>
              <a:gdLst>
                <a:gd name="T0" fmla="*/ 0 w 444"/>
                <a:gd name="T1" fmla="*/ 0 h 258"/>
                <a:gd name="T2" fmla="*/ 444 w 444"/>
                <a:gd name="T3" fmla="*/ 258 h 2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444" h="258">
                  <a:moveTo>
                    <a:pt x="0" y="0"/>
                  </a:moveTo>
                  <a:lnTo>
                    <a:pt x="444" y="258"/>
                  </a:lnTo>
                </a:path>
              </a:pathLst>
            </a:custGeom>
            <a:noFill/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NZ"/>
            </a:p>
          </p:txBody>
        </p:sp>
        <p:sp>
          <p:nvSpPr>
            <p:cNvPr id="587821" name="Freeform 45"/>
            <p:cNvSpPr>
              <a:spLocks/>
            </p:cNvSpPr>
            <p:nvPr/>
          </p:nvSpPr>
          <p:spPr bwMode="auto">
            <a:xfrm>
              <a:off x="2310" y="1591"/>
              <a:ext cx="602" cy="390"/>
            </a:xfrm>
            <a:custGeom>
              <a:avLst/>
              <a:gdLst>
                <a:gd name="T0" fmla="*/ 0 w 654"/>
                <a:gd name="T1" fmla="*/ 420 h 420"/>
                <a:gd name="T2" fmla="*/ 654 w 654"/>
                <a:gd name="T3" fmla="*/ 0 h 4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654" h="420">
                  <a:moveTo>
                    <a:pt x="0" y="420"/>
                  </a:moveTo>
                  <a:lnTo>
                    <a:pt x="654" y="0"/>
                  </a:lnTo>
                </a:path>
              </a:pathLst>
            </a:custGeom>
            <a:noFill/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NZ"/>
            </a:p>
          </p:txBody>
        </p:sp>
        <p:sp>
          <p:nvSpPr>
            <p:cNvPr id="587822" name="Oval 46"/>
            <p:cNvSpPr>
              <a:spLocks noChangeArrowheads="1"/>
            </p:cNvSpPr>
            <p:nvPr/>
          </p:nvSpPr>
          <p:spPr bwMode="auto">
            <a:xfrm>
              <a:off x="2861" y="1532"/>
              <a:ext cx="288" cy="75"/>
            </a:xfrm>
            <a:prstGeom prst="ellipse">
              <a:avLst/>
            </a:prstGeom>
            <a:solidFill>
              <a:schemeClr val="hlink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NZ"/>
            </a:p>
          </p:txBody>
        </p:sp>
        <p:sp>
          <p:nvSpPr>
            <p:cNvPr id="587823" name="Line 47"/>
            <p:cNvSpPr>
              <a:spLocks noChangeShapeType="1"/>
            </p:cNvSpPr>
            <p:nvPr/>
          </p:nvSpPr>
          <p:spPr bwMode="auto">
            <a:xfrm>
              <a:off x="2861" y="1525"/>
              <a:ext cx="0" cy="4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NZ"/>
            </a:p>
          </p:txBody>
        </p:sp>
        <p:sp>
          <p:nvSpPr>
            <p:cNvPr id="587824" name="Line 48"/>
            <p:cNvSpPr>
              <a:spLocks noChangeShapeType="1"/>
            </p:cNvSpPr>
            <p:nvPr/>
          </p:nvSpPr>
          <p:spPr bwMode="auto">
            <a:xfrm>
              <a:off x="3149" y="1525"/>
              <a:ext cx="0" cy="4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NZ"/>
            </a:p>
          </p:txBody>
        </p:sp>
        <p:sp>
          <p:nvSpPr>
            <p:cNvPr id="587825" name="Rectangle 49"/>
            <p:cNvSpPr>
              <a:spLocks noChangeArrowheads="1"/>
            </p:cNvSpPr>
            <p:nvPr/>
          </p:nvSpPr>
          <p:spPr bwMode="auto">
            <a:xfrm>
              <a:off x="2861" y="1525"/>
              <a:ext cx="285" cy="46"/>
            </a:xfrm>
            <a:prstGeom prst="rect">
              <a:avLst/>
            </a:prstGeom>
            <a:solidFill>
              <a:schemeClr val="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587826" name="Oval 50"/>
            <p:cNvSpPr>
              <a:spLocks noChangeArrowheads="1"/>
            </p:cNvSpPr>
            <p:nvPr/>
          </p:nvSpPr>
          <p:spPr bwMode="auto">
            <a:xfrm>
              <a:off x="2858" y="1470"/>
              <a:ext cx="288" cy="88"/>
            </a:xfrm>
            <a:prstGeom prst="ellipse">
              <a:avLst/>
            </a:prstGeom>
            <a:solidFill>
              <a:schemeClr val="hlink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NZ"/>
            </a:p>
          </p:txBody>
        </p:sp>
        <p:sp>
          <p:nvSpPr>
            <p:cNvPr id="587827" name="Rectangle 51"/>
            <p:cNvSpPr>
              <a:spLocks noChangeArrowheads="1"/>
            </p:cNvSpPr>
            <p:nvPr/>
          </p:nvSpPr>
          <p:spPr bwMode="auto">
            <a:xfrm>
              <a:off x="2938" y="1482"/>
              <a:ext cx="130" cy="112"/>
            </a:xfrm>
            <a:prstGeom prst="rect">
              <a:avLst/>
            </a:prstGeom>
            <a:solidFill>
              <a:schemeClr val="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NZ"/>
            </a:p>
          </p:txBody>
        </p:sp>
        <p:sp>
          <p:nvSpPr>
            <p:cNvPr id="587828" name="Text Box 52"/>
            <p:cNvSpPr txBox="1">
              <a:spLocks noChangeArrowheads="1"/>
            </p:cNvSpPr>
            <p:nvPr/>
          </p:nvSpPr>
          <p:spPr bwMode="auto">
            <a:xfrm>
              <a:off x="2858" y="1426"/>
              <a:ext cx="29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/>
              <a:r>
                <a:rPr lang="en-US" altLang="en-US" sz="2000"/>
                <a:t>2a</a:t>
              </a:r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587829" name="Text Box 53"/>
            <p:cNvSpPr txBox="1">
              <a:spLocks noChangeArrowheads="1"/>
            </p:cNvSpPr>
            <p:nvPr/>
          </p:nvSpPr>
          <p:spPr bwMode="auto">
            <a:xfrm>
              <a:off x="720" y="1507"/>
              <a:ext cx="442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en-US" sz="2000"/>
                <a:t>AS3</a:t>
              </a:r>
              <a:endParaRPr lang="en-US" altLang="en-US"/>
            </a:p>
          </p:txBody>
        </p:sp>
        <p:sp>
          <p:nvSpPr>
            <p:cNvPr id="587830" name="Text Box 54"/>
            <p:cNvSpPr txBox="1">
              <a:spLocks noChangeArrowheads="1"/>
            </p:cNvSpPr>
            <p:nvPr/>
          </p:nvSpPr>
          <p:spPr bwMode="auto">
            <a:xfrm>
              <a:off x="2360" y="1931"/>
              <a:ext cx="41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en-US" sz="2000"/>
                <a:t>AS1</a:t>
              </a:r>
              <a:endParaRPr lang="en-US" altLang="en-US"/>
            </a:p>
          </p:txBody>
        </p:sp>
        <p:sp>
          <p:nvSpPr>
            <p:cNvPr id="587831" name="Text Box 55"/>
            <p:cNvSpPr txBox="1">
              <a:spLocks noChangeArrowheads="1"/>
            </p:cNvSpPr>
            <p:nvPr/>
          </p:nvSpPr>
          <p:spPr bwMode="auto">
            <a:xfrm>
              <a:off x="3120" y="1693"/>
              <a:ext cx="409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en-US"/>
                <a:t>AS2</a:t>
              </a:r>
            </a:p>
          </p:txBody>
        </p:sp>
        <p:sp>
          <p:nvSpPr>
            <p:cNvPr id="587832" name="Oval 56"/>
            <p:cNvSpPr>
              <a:spLocks noChangeArrowheads="1"/>
            </p:cNvSpPr>
            <p:nvPr/>
          </p:nvSpPr>
          <p:spPr bwMode="auto">
            <a:xfrm>
              <a:off x="1217" y="1916"/>
              <a:ext cx="288" cy="75"/>
            </a:xfrm>
            <a:prstGeom prst="ellipse">
              <a:avLst/>
            </a:prstGeom>
            <a:solidFill>
              <a:schemeClr val="hlink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NZ"/>
            </a:p>
          </p:txBody>
        </p:sp>
        <p:sp>
          <p:nvSpPr>
            <p:cNvPr id="587833" name="Line 57"/>
            <p:cNvSpPr>
              <a:spLocks noChangeShapeType="1"/>
            </p:cNvSpPr>
            <p:nvPr/>
          </p:nvSpPr>
          <p:spPr bwMode="auto">
            <a:xfrm>
              <a:off x="1217" y="1910"/>
              <a:ext cx="0" cy="4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NZ"/>
            </a:p>
          </p:txBody>
        </p:sp>
        <p:sp>
          <p:nvSpPr>
            <p:cNvPr id="587834" name="Line 58"/>
            <p:cNvSpPr>
              <a:spLocks noChangeShapeType="1"/>
            </p:cNvSpPr>
            <p:nvPr/>
          </p:nvSpPr>
          <p:spPr bwMode="auto">
            <a:xfrm>
              <a:off x="1505" y="1910"/>
              <a:ext cx="0" cy="4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NZ"/>
            </a:p>
          </p:txBody>
        </p:sp>
        <p:sp>
          <p:nvSpPr>
            <p:cNvPr id="587835" name="Rectangle 59"/>
            <p:cNvSpPr>
              <a:spLocks noChangeArrowheads="1"/>
            </p:cNvSpPr>
            <p:nvPr/>
          </p:nvSpPr>
          <p:spPr bwMode="auto">
            <a:xfrm>
              <a:off x="1217" y="1910"/>
              <a:ext cx="285" cy="45"/>
            </a:xfrm>
            <a:prstGeom prst="rect">
              <a:avLst/>
            </a:prstGeom>
            <a:solidFill>
              <a:schemeClr val="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587836" name="Oval 60"/>
            <p:cNvSpPr>
              <a:spLocks noChangeArrowheads="1"/>
            </p:cNvSpPr>
            <p:nvPr/>
          </p:nvSpPr>
          <p:spPr bwMode="auto">
            <a:xfrm>
              <a:off x="1214" y="1859"/>
              <a:ext cx="288" cy="88"/>
            </a:xfrm>
            <a:prstGeom prst="ellipse">
              <a:avLst/>
            </a:prstGeom>
            <a:solidFill>
              <a:schemeClr val="hlink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NZ"/>
            </a:p>
          </p:txBody>
        </p:sp>
        <p:sp>
          <p:nvSpPr>
            <p:cNvPr id="587837" name="Rectangle 61"/>
            <p:cNvSpPr>
              <a:spLocks noChangeArrowheads="1"/>
            </p:cNvSpPr>
            <p:nvPr/>
          </p:nvSpPr>
          <p:spPr bwMode="auto">
            <a:xfrm>
              <a:off x="1292" y="1884"/>
              <a:ext cx="131" cy="89"/>
            </a:xfrm>
            <a:prstGeom prst="rect">
              <a:avLst/>
            </a:prstGeom>
            <a:solidFill>
              <a:schemeClr val="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NZ"/>
            </a:p>
          </p:txBody>
        </p:sp>
        <p:sp>
          <p:nvSpPr>
            <p:cNvPr id="587838" name="Text Box 62"/>
            <p:cNvSpPr txBox="1">
              <a:spLocks noChangeArrowheads="1"/>
            </p:cNvSpPr>
            <p:nvPr/>
          </p:nvSpPr>
          <p:spPr bwMode="auto">
            <a:xfrm>
              <a:off x="1229" y="1808"/>
              <a:ext cx="270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/>
              <a:r>
                <a:rPr lang="en-US" altLang="en-US" sz="2000"/>
                <a:t>1a</a:t>
              </a:r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grpSp>
          <p:nvGrpSpPr>
            <p:cNvPr id="587839" name="Group 63"/>
            <p:cNvGrpSpPr>
              <a:grpSpLocks/>
            </p:cNvGrpSpPr>
            <p:nvPr/>
          </p:nvGrpSpPr>
          <p:grpSpPr bwMode="auto">
            <a:xfrm>
              <a:off x="3178" y="1320"/>
              <a:ext cx="297" cy="250"/>
              <a:chOff x="4320" y="1940"/>
              <a:chExt cx="323" cy="269"/>
            </a:xfrm>
          </p:grpSpPr>
          <p:sp>
            <p:nvSpPr>
              <p:cNvPr id="587840" name="Oval 64"/>
              <p:cNvSpPr>
                <a:spLocks noChangeArrowheads="1"/>
              </p:cNvSpPr>
              <p:nvPr/>
            </p:nvSpPr>
            <p:spPr bwMode="auto">
              <a:xfrm>
                <a:off x="4323" y="2054"/>
                <a:ext cx="313" cy="81"/>
              </a:xfrm>
              <a:prstGeom prst="ellipse">
                <a:avLst/>
              </a:prstGeom>
              <a:solidFill>
                <a:schemeClr val="hlink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NZ"/>
              </a:p>
            </p:txBody>
          </p:sp>
          <p:sp>
            <p:nvSpPr>
              <p:cNvPr id="587841" name="Line 65"/>
              <p:cNvSpPr>
                <a:spLocks noChangeShapeType="1"/>
              </p:cNvSpPr>
              <p:nvPr/>
            </p:nvSpPr>
            <p:spPr bwMode="auto">
              <a:xfrm>
                <a:off x="4323" y="2047"/>
                <a:ext cx="0" cy="5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NZ"/>
              </a:p>
            </p:txBody>
          </p:sp>
          <p:sp>
            <p:nvSpPr>
              <p:cNvPr id="587842" name="Line 66"/>
              <p:cNvSpPr>
                <a:spLocks noChangeShapeType="1"/>
              </p:cNvSpPr>
              <p:nvPr/>
            </p:nvSpPr>
            <p:spPr bwMode="auto">
              <a:xfrm>
                <a:off x="4636" y="2047"/>
                <a:ext cx="0" cy="5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NZ"/>
              </a:p>
            </p:txBody>
          </p:sp>
          <p:sp>
            <p:nvSpPr>
              <p:cNvPr id="587843" name="Rectangle 67"/>
              <p:cNvSpPr>
                <a:spLocks noChangeArrowheads="1"/>
              </p:cNvSpPr>
              <p:nvPr/>
            </p:nvSpPr>
            <p:spPr bwMode="auto">
              <a:xfrm>
                <a:off x="4323" y="2047"/>
                <a:ext cx="310" cy="49"/>
              </a:xfrm>
              <a:prstGeom prst="rect">
                <a:avLst/>
              </a:prstGeom>
              <a:solidFill>
                <a:schemeClr val="hlink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endParaRPr lang="en-US" altLang="en-US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587844" name="Oval 68"/>
              <p:cNvSpPr>
                <a:spLocks noChangeArrowheads="1"/>
              </p:cNvSpPr>
              <p:nvPr/>
            </p:nvSpPr>
            <p:spPr bwMode="auto">
              <a:xfrm>
                <a:off x="4320" y="1988"/>
                <a:ext cx="313" cy="95"/>
              </a:xfrm>
              <a:prstGeom prst="ellipse">
                <a:avLst/>
              </a:prstGeom>
              <a:solidFill>
                <a:schemeClr val="hlink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NZ"/>
              </a:p>
            </p:txBody>
          </p:sp>
          <p:sp>
            <p:nvSpPr>
              <p:cNvPr id="587845" name="Rectangle 69"/>
              <p:cNvSpPr>
                <a:spLocks noChangeArrowheads="1"/>
              </p:cNvSpPr>
              <p:nvPr/>
            </p:nvSpPr>
            <p:spPr bwMode="auto">
              <a:xfrm>
                <a:off x="4407" y="2001"/>
                <a:ext cx="141" cy="118"/>
              </a:xfrm>
              <a:prstGeom prst="rect">
                <a:avLst/>
              </a:prstGeom>
              <a:solidFill>
                <a:schemeClr val="hlink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NZ"/>
              </a:p>
            </p:txBody>
          </p:sp>
          <p:sp>
            <p:nvSpPr>
              <p:cNvPr id="587846" name="Text Box 70"/>
              <p:cNvSpPr txBox="1">
                <a:spLocks noChangeArrowheads="1"/>
              </p:cNvSpPr>
              <p:nvPr/>
            </p:nvSpPr>
            <p:spPr bwMode="auto">
              <a:xfrm>
                <a:off x="4320" y="1940"/>
                <a:ext cx="323" cy="26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ctr"/>
                <a:r>
                  <a:rPr lang="en-US" altLang="en-US" sz="2000"/>
                  <a:t>2c</a:t>
                </a:r>
                <a:endParaRPr lang="en-US" altLang="en-US" sz="2400"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587847" name="Group 71"/>
            <p:cNvGrpSpPr>
              <a:grpSpLocks/>
            </p:cNvGrpSpPr>
            <p:nvPr/>
          </p:nvGrpSpPr>
          <p:grpSpPr bwMode="auto">
            <a:xfrm>
              <a:off x="3427" y="1526"/>
              <a:ext cx="310" cy="250"/>
              <a:chOff x="4590" y="2162"/>
              <a:chExt cx="337" cy="269"/>
            </a:xfrm>
          </p:grpSpPr>
          <p:sp>
            <p:nvSpPr>
              <p:cNvPr id="587848" name="Oval 72"/>
              <p:cNvSpPr>
                <a:spLocks noChangeArrowheads="1"/>
              </p:cNvSpPr>
              <p:nvPr/>
            </p:nvSpPr>
            <p:spPr bwMode="auto">
              <a:xfrm>
                <a:off x="4599" y="2276"/>
                <a:ext cx="313" cy="81"/>
              </a:xfrm>
              <a:prstGeom prst="ellipse">
                <a:avLst/>
              </a:prstGeom>
              <a:solidFill>
                <a:schemeClr val="hlink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NZ"/>
              </a:p>
            </p:txBody>
          </p:sp>
          <p:sp>
            <p:nvSpPr>
              <p:cNvPr id="587849" name="Line 73"/>
              <p:cNvSpPr>
                <a:spLocks noChangeShapeType="1"/>
              </p:cNvSpPr>
              <p:nvPr/>
            </p:nvSpPr>
            <p:spPr bwMode="auto">
              <a:xfrm>
                <a:off x="4599" y="2269"/>
                <a:ext cx="0" cy="5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NZ"/>
              </a:p>
            </p:txBody>
          </p:sp>
          <p:sp>
            <p:nvSpPr>
              <p:cNvPr id="587850" name="Line 74"/>
              <p:cNvSpPr>
                <a:spLocks noChangeShapeType="1"/>
              </p:cNvSpPr>
              <p:nvPr/>
            </p:nvSpPr>
            <p:spPr bwMode="auto">
              <a:xfrm>
                <a:off x="4912" y="2269"/>
                <a:ext cx="0" cy="5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NZ"/>
              </a:p>
            </p:txBody>
          </p:sp>
          <p:sp>
            <p:nvSpPr>
              <p:cNvPr id="587851" name="Rectangle 75"/>
              <p:cNvSpPr>
                <a:spLocks noChangeArrowheads="1"/>
              </p:cNvSpPr>
              <p:nvPr/>
            </p:nvSpPr>
            <p:spPr bwMode="auto">
              <a:xfrm>
                <a:off x="4599" y="2269"/>
                <a:ext cx="310" cy="49"/>
              </a:xfrm>
              <a:prstGeom prst="rect">
                <a:avLst/>
              </a:prstGeom>
              <a:solidFill>
                <a:schemeClr val="hlink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endParaRPr lang="en-US" altLang="en-US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587852" name="Oval 76"/>
              <p:cNvSpPr>
                <a:spLocks noChangeArrowheads="1"/>
              </p:cNvSpPr>
              <p:nvPr/>
            </p:nvSpPr>
            <p:spPr bwMode="auto">
              <a:xfrm>
                <a:off x="4596" y="2210"/>
                <a:ext cx="313" cy="95"/>
              </a:xfrm>
              <a:prstGeom prst="ellipse">
                <a:avLst/>
              </a:prstGeom>
              <a:solidFill>
                <a:schemeClr val="hlink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NZ"/>
              </a:p>
            </p:txBody>
          </p:sp>
          <p:sp>
            <p:nvSpPr>
              <p:cNvPr id="587853" name="Rectangle 77"/>
              <p:cNvSpPr>
                <a:spLocks noChangeArrowheads="1"/>
              </p:cNvSpPr>
              <p:nvPr/>
            </p:nvSpPr>
            <p:spPr bwMode="auto">
              <a:xfrm>
                <a:off x="4683" y="2223"/>
                <a:ext cx="142" cy="110"/>
              </a:xfrm>
              <a:prstGeom prst="rect">
                <a:avLst/>
              </a:prstGeom>
              <a:solidFill>
                <a:schemeClr val="hlink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NZ"/>
              </a:p>
            </p:txBody>
          </p:sp>
          <p:sp>
            <p:nvSpPr>
              <p:cNvPr id="587854" name="Text Box 78"/>
              <p:cNvSpPr txBox="1">
                <a:spLocks noChangeArrowheads="1"/>
              </p:cNvSpPr>
              <p:nvPr/>
            </p:nvSpPr>
            <p:spPr bwMode="auto">
              <a:xfrm>
                <a:off x="4590" y="2162"/>
                <a:ext cx="337" cy="26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ctr"/>
                <a:r>
                  <a:rPr lang="en-US" altLang="en-US" sz="2000"/>
                  <a:t>2b</a:t>
                </a:r>
                <a:endParaRPr lang="en-US" altLang="en-US" sz="2400"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587855" name="Group 79"/>
            <p:cNvGrpSpPr>
              <a:grpSpLocks/>
            </p:cNvGrpSpPr>
            <p:nvPr/>
          </p:nvGrpSpPr>
          <p:grpSpPr bwMode="auto">
            <a:xfrm>
              <a:off x="2025" y="1870"/>
              <a:ext cx="291" cy="250"/>
              <a:chOff x="2016" y="1980"/>
              <a:chExt cx="316" cy="269"/>
            </a:xfrm>
          </p:grpSpPr>
          <p:sp>
            <p:nvSpPr>
              <p:cNvPr id="587856" name="Oval 80"/>
              <p:cNvSpPr>
                <a:spLocks noChangeArrowheads="1"/>
              </p:cNvSpPr>
              <p:nvPr/>
            </p:nvSpPr>
            <p:spPr bwMode="auto">
              <a:xfrm>
                <a:off x="2019" y="2102"/>
                <a:ext cx="313" cy="81"/>
              </a:xfrm>
              <a:prstGeom prst="ellipse">
                <a:avLst/>
              </a:prstGeom>
              <a:solidFill>
                <a:schemeClr val="hlink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NZ"/>
              </a:p>
            </p:txBody>
          </p:sp>
          <p:sp>
            <p:nvSpPr>
              <p:cNvPr id="587857" name="Line 81"/>
              <p:cNvSpPr>
                <a:spLocks noChangeShapeType="1"/>
              </p:cNvSpPr>
              <p:nvPr/>
            </p:nvSpPr>
            <p:spPr bwMode="auto">
              <a:xfrm>
                <a:off x="2019" y="2095"/>
                <a:ext cx="0" cy="5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NZ"/>
              </a:p>
            </p:txBody>
          </p:sp>
          <p:sp>
            <p:nvSpPr>
              <p:cNvPr id="587858" name="Line 82"/>
              <p:cNvSpPr>
                <a:spLocks noChangeShapeType="1"/>
              </p:cNvSpPr>
              <p:nvPr/>
            </p:nvSpPr>
            <p:spPr bwMode="auto">
              <a:xfrm>
                <a:off x="2332" y="2095"/>
                <a:ext cx="0" cy="5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NZ"/>
              </a:p>
            </p:txBody>
          </p:sp>
          <p:sp>
            <p:nvSpPr>
              <p:cNvPr id="587859" name="Rectangle 83"/>
              <p:cNvSpPr>
                <a:spLocks noChangeArrowheads="1"/>
              </p:cNvSpPr>
              <p:nvPr/>
            </p:nvSpPr>
            <p:spPr bwMode="auto">
              <a:xfrm>
                <a:off x="2019" y="2095"/>
                <a:ext cx="310" cy="49"/>
              </a:xfrm>
              <a:prstGeom prst="rect">
                <a:avLst/>
              </a:prstGeom>
              <a:solidFill>
                <a:schemeClr val="hlink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endParaRPr lang="en-US" altLang="en-US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587860" name="Oval 84"/>
              <p:cNvSpPr>
                <a:spLocks noChangeArrowheads="1"/>
              </p:cNvSpPr>
              <p:nvPr/>
            </p:nvSpPr>
            <p:spPr bwMode="auto">
              <a:xfrm>
                <a:off x="2016" y="2036"/>
                <a:ext cx="313" cy="95"/>
              </a:xfrm>
              <a:prstGeom prst="ellipse">
                <a:avLst/>
              </a:prstGeom>
              <a:solidFill>
                <a:schemeClr val="hlink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NZ"/>
              </a:p>
            </p:txBody>
          </p:sp>
          <p:grpSp>
            <p:nvGrpSpPr>
              <p:cNvPr id="587861" name="Group 85"/>
              <p:cNvGrpSpPr>
                <a:grpSpLocks/>
              </p:cNvGrpSpPr>
              <p:nvPr/>
            </p:nvGrpSpPr>
            <p:grpSpPr bwMode="auto">
              <a:xfrm>
                <a:off x="2022" y="1980"/>
                <a:ext cx="306" cy="269"/>
                <a:chOff x="2901" y="2429"/>
                <a:chExt cx="313" cy="269"/>
              </a:xfrm>
            </p:grpSpPr>
            <p:sp>
              <p:nvSpPr>
                <p:cNvPr id="587862" name="Rectangle 86"/>
                <p:cNvSpPr>
                  <a:spLocks noChangeArrowheads="1"/>
                </p:cNvSpPr>
                <p:nvPr/>
              </p:nvSpPr>
              <p:spPr bwMode="auto"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chemeClr val="hlink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NZ"/>
                </a:p>
              </p:txBody>
            </p:sp>
            <p:sp>
              <p:nvSpPr>
                <p:cNvPr id="587863" name="Text Box 87"/>
                <p:cNvSpPr txBox="1">
                  <a:spLocks noChangeArrowheads="1"/>
                </p:cNvSpPr>
                <p:nvPr/>
              </p:nvSpPr>
              <p:spPr bwMode="auto">
                <a:xfrm>
                  <a:off x="2901" y="2429"/>
                  <a:ext cx="313" cy="269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/>
                <a:p>
                  <a:pPr algn="ctr"/>
                  <a:r>
                    <a:rPr lang="en-US" altLang="en-US" sz="2000"/>
                    <a:t>1b</a:t>
                  </a:r>
                  <a:endParaRPr lang="en-US" altLang="en-US" sz="2400">
                    <a:latin typeface="Times New Roman" panose="02020603050405020304" pitchFamily="18" charset="0"/>
                  </a:endParaRPr>
                </a:p>
              </p:txBody>
            </p:sp>
          </p:grpSp>
        </p:grpSp>
        <p:grpSp>
          <p:nvGrpSpPr>
            <p:cNvPr id="587875" name="Group 99"/>
            <p:cNvGrpSpPr>
              <a:grpSpLocks/>
            </p:cNvGrpSpPr>
            <p:nvPr/>
          </p:nvGrpSpPr>
          <p:grpSpPr bwMode="auto">
            <a:xfrm>
              <a:off x="554" y="1169"/>
              <a:ext cx="296" cy="250"/>
              <a:chOff x="2014" y="1980"/>
              <a:chExt cx="321" cy="269"/>
            </a:xfrm>
          </p:grpSpPr>
          <p:sp>
            <p:nvSpPr>
              <p:cNvPr id="587876" name="Oval 100"/>
              <p:cNvSpPr>
                <a:spLocks noChangeArrowheads="1"/>
              </p:cNvSpPr>
              <p:nvPr/>
            </p:nvSpPr>
            <p:spPr bwMode="auto">
              <a:xfrm>
                <a:off x="2019" y="2102"/>
                <a:ext cx="313" cy="81"/>
              </a:xfrm>
              <a:prstGeom prst="ellipse">
                <a:avLst/>
              </a:prstGeom>
              <a:solidFill>
                <a:schemeClr val="hlink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NZ"/>
              </a:p>
            </p:txBody>
          </p:sp>
          <p:sp>
            <p:nvSpPr>
              <p:cNvPr id="587877" name="Line 101"/>
              <p:cNvSpPr>
                <a:spLocks noChangeShapeType="1"/>
              </p:cNvSpPr>
              <p:nvPr/>
            </p:nvSpPr>
            <p:spPr bwMode="auto">
              <a:xfrm>
                <a:off x="2019" y="2095"/>
                <a:ext cx="0" cy="5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NZ"/>
              </a:p>
            </p:txBody>
          </p:sp>
          <p:sp>
            <p:nvSpPr>
              <p:cNvPr id="587878" name="Line 102"/>
              <p:cNvSpPr>
                <a:spLocks noChangeShapeType="1"/>
              </p:cNvSpPr>
              <p:nvPr/>
            </p:nvSpPr>
            <p:spPr bwMode="auto">
              <a:xfrm>
                <a:off x="2332" y="2095"/>
                <a:ext cx="0" cy="5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NZ"/>
              </a:p>
            </p:txBody>
          </p:sp>
          <p:sp>
            <p:nvSpPr>
              <p:cNvPr id="587879" name="Rectangle 103"/>
              <p:cNvSpPr>
                <a:spLocks noChangeArrowheads="1"/>
              </p:cNvSpPr>
              <p:nvPr/>
            </p:nvSpPr>
            <p:spPr bwMode="auto">
              <a:xfrm>
                <a:off x="2019" y="2095"/>
                <a:ext cx="310" cy="49"/>
              </a:xfrm>
              <a:prstGeom prst="rect">
                <a:avLst/>
              </a:prstGeom>
              <a:solidFill>
                <a:schemeClr val="hlink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endParaRPr lang="en-US" altLang="en-US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587880" name="Oval 104"/>
              <p:cNvSpPr>
                <a:spLocks noChangeArrowheads="1"/>
              </p:cNvSpPr>
              <p:nvPr/>
            </p:nvSpPr>
            <p:spPr bwMode="auto">
              <a:xfrm>
                <a:off x="2016" y="2036"/>
                <a:ext cx="313" cy="95"/>
              </a:xfrm>
              <a:prstGeom prst="ellipse">
                <a:avLst/>
              </a:prstGeom>
              <a:solidFill>
                <a:schemeClr val="hlink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NZ"/>
              </a:p>
            </p:txBody>
          </p:sp>
          <p:grpSp>
            <p:nvGrpSpPr>
              <p:cNvPr id="587881" name="Group 105"/>
              <p:cNvGrpSpPr>
                <a:grpSpLocks/>
              </p:cNvGrpSpPr>
              <p:nvPr/>
            </p:nvGrpSpPr>
            <p:grpSpPr bwMode="auto">
              <a:xfrm>
                <a:off x="2014" y="1980"/>
                <a:ext cx="321" cy="269"/>
                <a:chOff x="2893" y="2429"/>
                <a:chExt cx="328" cy="269"/>
              </a:xfrm>
            </p:grpSpPr>
            <p:sp>
              <p:nvSpPr>
                <p:cNvPr id="587882" name="Rectangle 106"/>
                <p:cNvSpPr>
                  <a:spLocks noChangeArrowheads="1"/>
                </p:cNvSpPr>
                <p:nvPr/>
              </p:nvSpPr>
              <p:spPr bwMode="auto"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chemeClr val="hlink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NZ"/>
                </a:p>
              </p:txBody>
            </p:sp>
            <p:sp>
              <p:nvSpPr>
                <p:cNvPr id="587883" name="Text Box 107"/>
                <p:cNvSpPr txBox="1">
                  <a:spLocks noChangeArrowheads="1"/>
                </p:cNvSpPr>
                <p:nvPr/>
              </p:nvSpPr>
              <p:spPr bwMode="auto">
                <a:xfrm>
                  <a:off x="2893" y="2429"/>
                  <a:ext cx="328" cy="269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/>
                <a:p>
                  <a:pPr algn="ctr"/>
                  <a:r>
                    <a:rPr lang="en-US" altLang="en-US" sz="2000"/>
                    <a:t>3c</a:t>
                  </a:r>
                  <a:endParaRPr lang="en-US" altLang="en-US" sz="2400">
                    <a:latin typeface="Times New Roman" panose="02020603050405020304" pitchFamily="18" charset="0"/>
                  </a:endParaRPr>
                </a:p>
              </p:txBody>
            </p:sp>
          </p:grpSp>
        </p:grpSp>
        <p:sp>
          <p:nvSpPr>
            <p:cNvPr id="587884" name="Line 108"/>
            <p:cNvSpPr>
              <a:spLocks noChangeShapeType="1"/>
            </p:cNvSpPr>
            <p:nvPr/>
          </p:nvSpPr>
          <p:spPr bwMode="auto">
            <a:xfrm flipH="1">
              <a:off x="578" y="1364"/>
              <a:ext cx="57" cy="99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NZ"/>
            </a:p>
          </p:txBody>
        </p:sp>
        <p:sp>
          <p:nvSpPr>
            <p:cNvPr id="587885" name="Line 109"/>
            <p:cNvSpPr>
              <a:spLocks noChangeShapeType="1"/>
            </p:cNvSpPr>
            <p:nvPr/>
          </p:nvSpPr>
          <p:spPr bwMode="auto">
            <a:xfrm>
              <a:off x="296" y="1407"/>
              <a:ext cx="133" cy="10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NZ"/>
            </a:p>
          </p:txBody>
        </p:sp>
        <p:sp>
          <p:nvSpPr>
            <p:cNvPr id="587886" name="Line 110"/>
            <p:cNvSpPr>
              <a:spLocks noChangeShapeType="1"/>
            </p:cNvSpPr>
            <p:nvPr/>
          </p:nvSpPr>
          <p:spPr bwMode="auto">
            <a:xfrm flipH="1">
              <a:off x="755" y="1077"/>
              <a:ext cx="125" cy="14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NZ"/>
            </a:p>
          </p:txBody>
        </p:sp>
        <p:sp>
          <p:nvSpPr>
            <p:cNvPr id="587887" name="Line 111"/>
            <p:cNvSpPr>
              <a:spLocks noChangeShapeType="1"/>
            </p:cNvSpPr>
            <p:nvPr/>
          </p:nvSpPr>
          <p:spPr bwMode="auto">
            <a:xfrm>
              <a:off x="498" y="1069"/>
              <a:ext cx="109" cy="16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NZ"/>
            </a:p>
          </p:txBody>
        </p:sp>
        <p:sp>
          <p:nvSpPr>
            <p:cNvPr id="587888" name="Line 112"/>
            <p:cNvSpPr>
              <a:spLocks noChangeShapeType="1"/>
            </p:cNvSpPr>
            <p:nvPr/>
          </p:nvSpPr>
          <p:spPr bwMode="auto">
            <a:xfrm flipH="1">
              <a:off x="1105" y="1155"/>
              <a:ext cx="63" cy="19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NZ"/>
            </a:p>
          </p:txBody>
        </p:sp>
        <p:sp>
          <p:nvSpPr>
            <p:cNvPr id="587889" name="Line 113"/>
            <p:cNvSpPr>
              <a:spLocks noChangeShapeType="1"/>
            </p:cNvSpPr>
            <p:nvPr/>
          </p:nvSpPr>
          <p:spPr bwMode="auto">
            <a:xfrm>
              <a:off x="3715" y="1636"/>
              <a:ext cx="20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NZ"/>
            </a:p>
          </p:txBody>
        </p:sp>
        <p:sp>
          <p:nvSpPr>
            <p:cNvPr id="587890" name="Line 114"/>
            <p:cNvSpPr>
              <a:spLocks noChangeShapeType="1"/>
            </p:cNvSpPr>
            <p:nvPr/>
          </p:nvSpPr>
          <p:spPr bwMode="auto">
            <a:xfrm flipV="1">
              <a:off x="3661" y="1345"/>
              <a:ext cx="241" cy="2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NZ"/>
            </a:p>
          </p:txBody>
        </p:sp>
        <p:sp>
          <p:nvSpPr>
            <p:cNvPr id="587891" name="Line 115"/>
            <p:cNvSpPr>
              <a:spLocks noChangeShapeType="1"/>
            </p:cNvSpPr>
            <p:nvPr/>
          </p:nvSpPr>
          <p:spPr bwMode="auto">
            <a:xfrm flipH="1" flipV="1">
              <a:off x="3154" y="1187"/>
              <a:ext cx="117" cy="1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NZ"/>
            </a:p>
          </p:txBody>
        </p:sp>
        <p:sp>
          <p:nvSpPr>
            <p:cNvPr id="587892" name="Line 116"/>
            <p:cNvSpPr>
              <a:spLocks noChangeShapeType="1"/>
            </p:cNvSpPr>
            <p:nvPr/>
          </p:nvSpPr>
          <p:spPr bwMode="auto">
            <a:xfrm flipH="1" flipV="1">
              <a:off x="2867" y="1282"/>
              <a:ext cx="124" cy="17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NZ"/>
            </a:p>
          </p:txBody>
        </p:sp>
        <p:sp>
          <p:nvSpPr>
            <p:cNvPr id="587893" name="Line 117"/>
            <p:cNvSpPr>
              <a:spLocks noChangeShapeType="1"/>
            </p:cNvSpPr>
            <p:nvPr/>
          </p:nvSpPr>
          <p:spPr bwMode="auto">
            <a:xfrm flipH="1">
              <a:off x="1129" y="1974"/>
              <a:ext cx="124" cy="11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NZ"/>
            </a:p>
          </p:txBody>
        </p:sp>
        <p:sp>
          <p:nvSpPr>
            <p:cNvPr id="587894" name="Line 118"/>
            <p:cNvSpPr>
              <a:spLocks noChangeShapeType="1"/>
            </p:cNvSpPr>
            <p:nvPr/>
          </p:nvSpPr>
          <p:spPr bwMode="auto">
            <a:xfrm flipH="1" flipV="1">
              <a:off x="1098" y="1880"/>
              <a:ext cx="117" cy="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NZ"/>
            </a:p>
          </p:txBody>
        </p:sp>
        <p:sp>
          <p:nvSpPr>
            <p:cNvPr id="587895" name="Line 119"/>
            <p:cNvSpPr>
              <a:spLocks noChangeShapeType="1"/>
            </p:cNvSpPr>
            <p:nvPr/>
          </p:nvSpPr>
          <p:spPr bwMode="auto">
            <a:xfrm flipH="1">
              <a:off x="1347" y="2132"/>
              <a:ext cx="195" cy="1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NZ"/>
            </a:p>
          </p:txBody>
        </p:sp>
        <p:sp>
          <p:nvSpPr>
            <p:cNvPr id="587896" name="Line 120"/>
            <p:cNvSpPr>
              <a:spLocks noChangeShapeType="1"/>
            </p:cNvSpPr>
            <p:nvPr/>
          </p:nvSpPr>
          <p:spPr bwMode="auto">
            <a:xfrm flipV="1">
              <a:off x="1791" y="1706"/>
              <a:ext cx="211" cy="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NZ"/>
            </a:p>
          </p:txBody>
        </p:sp>
        <p:sp>
          <p:nvSpPr>
            <p:cNvPr id="587897" name="Line 121"/>
            <p:cNvSpPr>
              <a:spLocks noChangeShapeType="1"/>
            </p:cNvSpPr>
            <p:nvPr/>
          </p:nvSpPr>
          <p:spPr bwMode="auto">
            <a:xfrm>
              <a:off x="2212" y="2053"/>
              <a:ext cx="109" cy="10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NZ"/>
            </a:p>
          </p:txBody>
        </p:sp>
        <p:sp>
          <p:nvSpPr>
            <p:cNvPr id="587898" name="Line 122"/>
            <p:cNvSpPr>
              <a:spLocks noChangeShapeType="1"/>
            </p:cNvSpPr>
            <p:nvPr/>
          </p:nvSpPr>
          <p:spPr bwMode="auto">
            <a:xfrm>
              <a:off x="1768" y="1777"/>
              <a:ext cx="132" cy="7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NZ"/>
            </a:p>
          </p:txBody>
        </p:sp>
      </p:grpSp>
      <p:sp>
        <p:nvSpPr>
          <p:cNvPr id="6" name="Rounded Rectangular Callout 5"/>
          <p:cNvSpPr/>
          <p:nvPr/>
        </p:nvSpPr>
        <p:spPr>
          <a:xfrm>
            <a:off x="2561009" y="1258888"/>
            <a:ext cx="3469903" cy="785812"/>
          </a:xfrm>
          <a:prstGeom prst="wedgeRoundRectCallout">
            <a:avLst>
              <a:gd name="adj1" fmla="val -21645"/>
              <a:gd name="adj2" fmla="val 138604"/>
              <a:gd name="adj3" fmla="val 16667"/>
            </a:avLst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en-NZ" dirty="0"/>
              <a:t>1c: Subnet x is reachable from me. </a:t>
            </a:r>
          </a:p>
        </p:txBody>
      </p:sp>
      <p:sp>
        <p:nvSpPr>
          <p:cNvPr id="123" name="Rounded Rectangular Callout 122"/>
          <p:cNvSpPr/>
          <p:nvPr/>
        </p:nvSpPr>
        <p:spPr>
          <a:xfrm>
            <a:off x="3920872" y="4042005"/>
            <a:ext cx="3451731" cy="785812"/>
          </a:xfrm>
          <a:prstGeom prst="wedgeRoundRectCallout">
            <a:avLst>
              <a:gd name="adj1" fmla="val -28564"/>
              <a:gd name="adj2" fmla="val -99813"/>
              <a:gd name="adj3" fmla="val 16667"/>
            </a:avLst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en-NZ" dirty="0"/>
              <a:t>1b: Subnet x is reachable from me.</a:t>
            </a:r>
          </a:p>
        </p:txBody>
      </p:sp>
      <p:sp>
        <p:nvSpPr>
          <p:cNvPr id="10" name="Rounded Rectangular Callout 9"/>
          <p:cNvSpPr/>
          <p:nvPr/>
        </p:nvSpPr>
        <p:spPr>
          <a:xfrm>
            <a:off x="256014" y="4963647"/>
            <a:ext cx="3962400" cy="1143000"/>
          </a:xfrm>
          <a:prstGeom prst="wedgeRoundRectCallout">
            <a:avLst>
              <a:gd name="adj1" fmla="val 31859"/>
              <a:gd name="adj2" fmla="val -159271"/>
              <a:gd name="adj3" fmla="val 16667"/>
            </a:avLst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NZ" dirty="0"/>
              <a:t>1d</a:t>
            </a:r>
            <a:r>
              <a:rPr lang="en-NZ" i="1" dirty="0"/>
              <a:t>: Which way to go</a:t>
            </a:r>
            <a:r>
              <a:rPr lang="en-NZ" dirty="0"/>
              <a:t>? </a:t>
            </a:r>
            <a:r>
              <a:rPr lang="en-NZ" b="1" dirty="0"/>
              <a:t>Hot-potato routing</a:t>
            </a:r>
            <a:r>
              <a:rPr lang="en-NZ" dirty="0"/>
              <a:t> – using the intra-routing to choose the nearest gateway router</a:t>
            </a:r>
          </a:p>
        </p:txBody>
      </p:sp>
      <p:sp>
        <p:nvSpPr>
          <p:cNvPr id="11" name="Freeform 10"/>
          <p:cNvSpPr/>
          <p:nvPr/>
        </p:nvSpPr>
        <p:spPr>
          <a:xfrm rot="20871061">
            <a:off x="3961614" y="3635992"/>
            <a:ext cx="499872" cy="45719"/>
          </a:xfrm>
          <a:custGeom>
            <a:avLst/>
            <a:gdLst>
              <a:gd name="connsiteX0" fmla="*/ 0 w 499872"/>
              <a:gd name="connsiteY0" fmla="*/ 135008 h 135008"/>
              <a:gd name="connsiteX1" fmla="*/ 402336 w 499872"/>
              <a:gd name="connsiteY1" fmla="*/ 13088 h 135008"/>
              <a:gd name="connsiteX2" fmla="*/ 451104 w 499872"/>
              <a:gd name="connsiteY2" fmla="*/ 896 h 135008"/>
              <a:gd name="connsiteX3" fmla="*/ 499872 w 499872"/>
              <a:gd name="connsiteY3" fmla="*/ 896 h 1350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99872" h="135008">
                <a:moveTo>
                  <a:pt x="0" y="135008"/>
                </a:moveTo>
                <a:lnTo>
                  <a:pt x="402336" y="13088"/>
                </a:lnTo>
                <a:cubicBezTo>
                  <a:pt x="418398" y="8313"/>
                  <a:pt x="434477" y="2974"/>
                  <a:pt x="451104" y="896"/>
                </a:cubicBezTo>
                <a:cubicBezTo>
                  <a:pt x="467234" y="-1120"/>
                  <a:pt x="483616" y="896"/>
                  <a:pt x="499872" y="896"/>
                </a:cubicBezTo>
              </a:path>
            </a:pathLst>
          </a:custGeom>
          <a:noFill/>
          <a:ln w="50800">
            <a:solidFill>
              <a:srgbClr val="FF0000"/>
            </a:solidFill>
            <a:tailEnd type="arrow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23126971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123" grpId="0" animBg="1"/>
      <p:bldP spid="10" grpId="0" animBg="1"/>
      <p:bldP spid="11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2" name="Content Placeholder 21">
            <a:extLst>
              <a:ext uri="{FF2B5EF4-FFF2-40B4-BE49-F238E27FC236}">
                <a16:creationId xmlns:a16="http://schemas.microsoft.com/office/drawing/2014/main" id="{539FA18F-4DAF-2A10-54C4-890CAE93076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07282622"/>
              </p:ext>
            </p:extLst>
          </p:nvPr>
        </p:nvGraphicFramePr>
        <p:xfrm>
          <a:off x="457200" y="990600"/>
          <a:ext cx="8229600" cy="5334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NZ" sz="3200" dirty="0"/>
              <a:t>Main steps in adding an outside-AS destination in a router’s forwarding table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C63A729-26C1-40F0-8BBD-D70B142A5E92}" type="slidenum">
              <a:rPr lang="en-US" altLang="en-US" smtClean="0"/>
              <a:pPr/>
              <a:t>11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00096143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A7F87EC5-3623-228F-1683-BDF156994B9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AU" dirty="0"/>
              <a:t>Inter-Autonomous System Routing</a:t>
            </a:r>
          </a:p>
        </p:txBody>
      </p:sp>
      <p:sp>
        <p:nvSpPr>
          <p:cNvPr id="6" name="Subtitle 5">
            <a:extLst>
              <a:ext uri="{FF2B5EF4-FFF2-40B4-BE49-F238E27FC236}">
                <a16:creationId xmlns:a16="http://schemas.microsoft.com/office/drawing/2014/main" id="{D4DF4EF0-89F4-2D3D-AFB9-0F5D2F482D7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0664B4B-1C8E-C2D5-987D-5B74699C5E10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7132638" y="6553200"/>
            <a:ext cx="2011362" cy="277813"/>
          </a:xfrm>
        </p:spPr>
        <p:txBody>
          <a:bodyPr/>
          <a:lstStyle/>
          <a:p>
            <a:pPr>
              <a:defRPr/>
            </a:pPr>
            <a:fld id="{DACE9E11-39C8-4E20-894F-A4A883CCF6EF}" type="slidenum">
              <a:rPr lang="en-US" smtClean="0"/>
              <a:pPr>
                <a:defRPr/>
              </a:pPr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173233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86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Border Gateway Protocol (BGP)</a:t>
            </a:r>
          </a:p>
        </p:txBody>
      </p:sp>
      <p:graphicFrame>
        <p:nvGraphicFramePr>
          <p:cNvPr id="2" name="Content Placeholder 1">
            <a:extLst>
              <a:ext uri="{FF2B5EF4-FFF2-40B4-BE49-F238E27FC236}">
                <a16:creationId xmlns:a16="http://schemas.microsoft.com/office/drawing/2014/main" id="{D4D688AA-C9B7-1253-C3C0-FDB5387A2CE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48602502"/>
              </p:ext>
            </p:extLst>
          </p:nvPr>
        </p:nvGraphicFramePr>
        <p:xfrm>
          <a:off x="457200" y="990600"/>
          <a:ext cx="8229600" cy="5334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5" name="Slide Number Placeholder 4"/>
          <p:cNvSpPr>
            <a:spLocks noGrp="1"/>
          </p:cNvSpPr>
          <p:nvPr>
            <p:ph type="sldNum" sz="quarter" idx="4"/>
          </p:nvPr>
        </p:nvSpPr>
        <p:spPr>
          <a:prstGeom prst="rect">
            <a:avLst/>
          </a:prstGeom>
        </p:spPr>
        <p:txBody>
          <a:bodyPr/>
          <a:lstStyle/>
          <a:p>
            <a:fld id="{8A59A262-B8E1-497F-8ABA-3723F0B0E03E}" type="slidenum">
              <a:rPr lang="en-US" altLang="en-US"/>
              <a:pPr/>
              <a:t>13</a:t>
            </a:fld>
            <a:endParaRPr lang="en-US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5F59B5D-C4EA-309B-EB8D-4B655F15ECE1}"/>
              </a:ext>
            </a:extLst>
          </p:cNvPr>
          <p:cNvSpPr txBox="1"/>
          <p:nvPr/>
        </p:nvSpPr>
        <p:spPr>
          <a:xfrm>
            <a:off x="2818341" y="6447659"/>
            <a:ext cx="3507317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U" sz="1100" dirty="0"/>
              <a:t>Source: https://datatracker.ietf.org/doc/html/rfc4274</a:t>
            </a:r>
          </a:p>
        </p:txBody>
      </p:sp>
    </p:spTree>
    <p:extLst>
      <p:ext uri="{BB962C8B-B14F-4D97-AF65-F5344CB8AC3E}">
        <p14:creationId xmlns:p14="http://schemas.microsoft.com/office/powerpoint/2010/main" val="374909231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86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600" dirty="0"/>
              <a:t>BGP Basics</a:t>
            </a:r>
            <a:endParaRPr lang="en-US" altLang="en-US" sz="2800" dirty="0"/>
          </a:p>
        </p:txBody>
      </p:sp>
      <p:sp>
        <p:nvSpPr>
          <p:cNvPr id="49869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371600"/>
            <a:ext cx="8229600" cy="4953000"/>
          </a:xfrm>
        </p:spPr>
        <p:txBody>
          <a:bodyPr/>
          <a:lstStyle/>
          <a:p>
            <a:pPr marL="381000" indent="-381000">
              <a:lnSpc>
                <a:spcPct val="90000"/>
              </a:lnSpc>
              <a:spcBef>
                <a:spcPts val="1200"/>
              </a:spcBef>
              <a:spcAft>
                <a:spcPts val="600"/>
              </a:spcAft>
            </a:pPr>
            <a:r>
              <a:rPr lang="en-US" altLang="en-US" sz="3000" dirty="0"/>
              <a:t>BGP provides each AS a means to:</a:t>
            </a:r>
          </a:p>
          <a:p>
            <a:pPr marL="800100" lvl="1" indent="-342900">
              <a:spcBef>
                <a:spcPts val="1200"/>
              </a:spcBef>
              <a:spcAft>
                <a:spcPts val="1200"/>
              </a:spcAft>
              <a:buFont typeface="ZapfDingbats" pitchFamily="82" charset="2"/>
              <a:buAutoNum type="arabicPeriod"/>
            </a:pPr>
            <a:r>
              <a:rPr lang="en-US" altLang="en-US" sz="2800" dirty="0"/>
              <a:t>Obtain the subnet reachability information from </a:t>
            </a:r>
            <a:r>
              <a:rPr lang="en-US" altLang="en-US" sz="2800" dirty="0" err="1"/>
              <a:t>neighbouring</a:t>
            </a:r>
            <a:r>
              <a:rPr lang="en-US" altLang="en-US" sz="2800" dirty="0"/>
              <a:t> ASs</a:t>
            </a:r>
          </a:p>
          <a:p>
            <a:pPr marL="800100" lvl="1" indent="-342900">
              <a:spcBef>
                <a:spcPts val="1200"/>
              </a:spcBef>
              <a:spcAft>
                <a:spcPts val="1200"/>
              </a:spcAft>
              <a:buFont typeface="ZapfDingbats" pitchFamily="82" charset="2"/>
              <a:buAutoNum type="arabicPeriod"/>
            </a:pPr>
            <a:r>
              <a:rPr lang="en-US" altLang="en-US" sz="2800" dirty="0"/>
              <a:t>Propagate the reachability information to all routers internal to the AS</a:t>
            </a:r>
          </a:p>
          <a:p>
            <a:pPr marL="800100" lvl="1" indent="-342900">
              <a:spcBef>
                <a:spcPts val="1200"/>
              </a:spcBef>
              <a:spcAft>
                <a:spcPts val="1200"/>
              </a:spcAft>
              <a:buFont typeface="ZapfDingbats" pitchFamily="82" charset="2"/>
              <a:buAutoNum type="arabicPeriod"/>
            </a:pPr>
            <a:r>
              <a:rPr lang="en-US" altLang="en-US" sz="2800" dirty="0"/>
              <a:t>Determine “good” routes to subnets based on the reachability information and AS policy</a:t>
            </a:r>
          </a:p>
        </p:txBody>
      </p:sp>
      <p:sp>
        <p:nvSpPr>
          <p:cNvPr id="2" name="Slide Number Placeholder 4">
            <a:extLst>
              <a:ext uri="{FF2B5EF4-FFF2-40B4-BE49-F238E27FC236}">
                <a16:creationId xmlns:a16="http://schemas.microsoft.com/office/drawing/2014/main" id="{9437F2BC-1B43-E006-F5A5-B20530FAB71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972300" y="6553200"/>
            <a:ext cx="2011363" cy="278273"/>
          </a:xfrm>
          <a:prstGeom prst="rect">
            <a:avLst/>
          </a:prstGeom>
        </p:spPr>
        <p:txBody>
          <a:bodyPr/>
          <a:lstStyle/>
          <a:p>
            <a:fld id="{8A59A262-B8E1-497F-8ABA-3723F0B0E03E}" type="slidenum">
              <a:rPr lang="en-US" altLang="en-US"/>
              <a:pPr/>
              <a:t>14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68480130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21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BGP Basics (cont.)</a:t>
            </a:r>
          </a:p>
        </p:txBody>
      </p:sp>
      <p:sp>
        <p:nvSpPr>
          <p:cNvPr id="602115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990599"/>
            <a:ext cx="8229600" cy="2028825"/>
          </a:xfrm>
        </p:spPr>
        <p:txBody>
          <a:bodyPr/>
          <a:lstStyle/>
          <a:p>
            <a:pPr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altLang="en-US" sz="2000" dirty="0"/>
              <a:t>Pairs of routers (</a:t>
            </a:r>
            <a:r>
              <a:rPr lang="en-US" altLang="en-US" sz="2000" dirty="0">
                <a:solidFill>
                  <a:srgbClr val="FF0000"/>
                </a:solidFill>
              </a:rPr>
              <a:t>BGP peers</a:t>
            </a:r>
            <a:r>
              <a:rPr lang="en-US" altLang="en-US" sz="2000" dirty="0"/>
              <a:t>) exchange routing information over TCP connections.</a:t>
            </a:r>
          </a:p>
          <a:p>
            <a:pPr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altLang="en-US" sz="2000" dirty="0"/>
              <a:t>The TCP connection along with all the BGP messages sent over the connection is </a:t>
            </a:r>
            <a:r>
              <a:rPr lang="en-US" altLang="en-US" sz="2000" dirty="0">
                <a:solidFill>
                  <a:srgbClr val="FF0000"/>
                </a:solidFill>
              </a:rPr>
              <a:t>a BGP session</a:t>
            </a:r>
            <a:r>
              <a:rPr lang="en-US" altLang="en-US" sz="2000" dirty="0"/>
              <a:t>.</a:t>
            </a:r>
          </a:p>
          <a:p>
            <a:pPr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NZ" altLang="en-US" sz="2000" dirty="0">
                <a:solidFill>
                  <a:srgbClr val="FF0000"/>
                </a:solidFill>
              </a:rPr>
              <a:t>Destinations are </a:t>
            </a:r>
            <a:r>
              <a:rPr lang="en-NZ" altLang="en-US" sz="2000" dirty="0" err="1">
                <a:solidFill>
                  <a:srgbClr val="FF0000"/>
                </a:solidFill>
              </a:rPr>
              <a:t>CIDRised</a:t>
            </a:r>
            <a:r>
              <a:rPr lang="en-NZ" altLang="en-US" sz="2000" dirty="0">
                <a:solidFill>
                  <a:srgbClr val="FF0000"/>
                </a:solidFill>
              </a:rPr>
              <a:t> prefixes</a:t>
            </a:r>
            <a:r>
              <a:rPr lang="en-NZ" altLang="en-US" sz="2000" dirty="0"/>
              <a:t>, with each prefix representing a subnet or a collection of subnets.</a:t>
            </a:r>
            <a:endParaRPr lang="en-US" altLang="en-US" sz="2000" dirty="0"/>
          </a:p>
        </p:txBody>
      </p:sp>
      <p:sp>
        <p:nvSpPr>
          <p:cNvPr id="108" name="Slide Number Placeholder 107"/>
          <p:cNvSpPr>
            <a:spLocks noGrp="1"/>
          </p:cNvSpPr>
          <p:nvPr>
            <p:ph type="sldNum" sz="quarter" idx="4"/>
          </p:nvPr>
        </p:nvSpPr>
        <p:spPr>
          <a:prstGeom prst="rect">
            <a:avLst/>
          </a:prstGeom>
        </p:spPr>
        <p:txBody>
          <a:bodyPr/>
          <a:lstStyle/>
          <a:p>
            <a:fld id="{B3F083CC-9690-4D41-A63E-FA6CD11BC8CD}" type="slidenum">
              <a:rPr lang="en-US" altLang="en-US"/>
              <a:pPr/>
              <a:t>15</a:t>
            </a:fld>
            <a:endParaRPr lang="en-US" altLang="en-US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7EC9CCD7-3A20-79FB-3097-BCCF53EB51B1}"/>
              </a:ext>
            </a:extLst>
          </p:cNvPr>
          <p:cNvGrpSpPr>
            <a:grpSpLocks/>
          </p:cNvGrpSpPr>
          <p:nvPr/>
        </p:nvGrpSpPr>
        <p:grpSpPr bwMode="auto">
          <a:xfrm>
            <a:off x="1166018" y="3457575"/>
            <a:ext cx="6811963" cy="2943225"/>
            <a:chOff x="22" y="937"/>
            <a:chExt cx="4291" cy="1854"/>
          </a:xfrm>
        </p:grpSpPr>
        <p:sp>
          <p:nvSpPr>
            <p:cNvPr id="3" name="Freeform 5">
              <a:extLst>
                <a:ext uri="{FF2B5EF4-FFF2-40B4-BE49-F238E27FC236}">
                  <a16:creationId xmlns:a16="http://schemas.microsoft.com/office/drawing/2014/main" id="{8EF69D64-0BA4-A033-B22A-E1C958ECE5A7}"/>
                </a:ext>
              </a:extLst>
            </p:cNvPr>
            <p:cNvSpPr>
              <a:spLocks/>
            </p:cNvSpPr>
            <p:nvPr/>
          </p:nvSpPr>
          <p:spPr bwMode="auto">
            <a:xfrm>
              <a:off x="2691" y="1091"/>
              <a:ext cx="1611" cy="1025"/>
            </a:xfrm>
            <a:custGeom>
              <a:avLst/>
              <a:gdLst>
                <a:gd name="T0" fmla="*/ 56 w 1162"/>
                <a:gd name="T1" fmla="*/ 162 h 543"/>
                <a:gd name="T2" fmla="*/ 368 w 1162"/>
                <a:gd name="T3" fmla="*/ 14 h 543"/>
                <a:gd name="T4" fmla="*/ 940 w 1162"/>
                <a:gd name="T5" fmla="*/ 79 h 543"/>
                <a:gd name="T6" fmla="*/ 1144 w 1162"/>
                <a:gd name="T7" fmla="*/ 239 h 543"/>
                <a:gd name="T8" fmla="*/ 1048 w 1162"/>
                <a:gd name="T9" fmla="*/ 451 h 543"/>
                <a:gd name="T10" fmla="*/ 586 w 1162"/>
                <a:gd name="T11" fmla="*/ 541 h 543"/>
                <a:gd name="T12" fmla="*/ 88 w 1162"/>
                <a:gd name="T13" fmla="*/ 439 h 543"/>
                <a:gd name="T14" fmla="*/ 56 w 1162"/>
                <a:gd name="T15" fmla="*/ 162 h 5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162" h="543">
                  <a:moveTo>
                    <a:pt x="56" y="162"/>
                  </a:moveTo>
                  <a:cubicBezTo>
                    <a:pt x="115" y="100"/>
                    <a:pt x="221" y="28"/>
                    <a:pt x="368" y="14"/>
                  </a:cubicBezTo>
                  <a:cubicBezTo>
                    <a:pt x="515" y="0"/>
                    <a:pt x="811" y="42"/>
                    <a:pt x="940" y="79"/>
                  </a:cubicBezTo>
                  <a:cubicBezTo>
                    <a:pt x="1069" y="116"/>
                    <a:pt x="1126" y="177"/>
                    <a:pt x="1144" y="239"/>
                  </a:cubicBezTo>
                  <a:cubicBezTo>
                    <a:pt x="1162" y="301"/>
                    <a:pt x="1141" y="401"/>
                    <a:pt x="1048" y="451"/>
                  </a:cubicBezTo>
                  <a:cubicBezTo>
                    <a:pt x="955" y="501"/>
                    <a:pt x="746" y="543"/>
                    <a:pt x="586" y="541"/>
                  </a:cubicBezTo>
                  <a:cubicBezTo>
                    <a:pt x="426" y="539"/>
                    <a:pt x="176" y="502"/>
                    <a:pt x="88" y="439"/>
                  </a:cubicBezTo>
                  <a:cubicBezTo>
                    <a:pt x="0" y="376"/>
                    <a:pt x="63" y="220"/>
                    <a:pt x="56" y="162"/>
                  </a:cubicBezTo>
                  <a:close/>
                </a:path>
              </a:pathLst>
            </a:custGeom>
            <a:solidFill>
              <a:srgbClr val="66CC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NZ"/>
            </a:p>
          </p:txBody>
        </p:sp>
        <p:sp>
          <p:nvSpPr>
            <p:cNvPr id="4" name="Freeform 6">
              <a:extLst>
                <a:ext uri="{FF2B5EF4-FFF2-40B4-BE49-F238E27FC236}">
                  <a16:creationId xmlns:a16="http://schemas.microsoft.com/office/drawing/2014/main" id="{F4E0D35D-2BC2-5D63-5A2E-1EE7FA8F5982}"/>
                </a:ext>
              </a:extLst>
            </p:cNvPr>
            <p:cNvSpPr>
              <a:spLocks/>
            </p:cNvSpPr>
            <p:nvPr/>
          </p:nvSpPr>
          <p:spPr bwMode="auto">
            <a:xfrm>
              <a:off x="22" y="937"/>
              <a:ext cx="1255" cy="1016"/>
            </a:xfrm>
            <a:custGeom>
              <a:avLst/>
              <a:gdLst>
                <a:gd name="T0" fmla="*/ 88 w 1198"/>
                <a:gd name="T1" fmla="*/ 181 h 451"/>
                <a:gd name="T2" fmla="*/ 180 w 1198"/>
                <a:gd name="T3" fmla="*/ 89 h 451"/>
                <a:gd name="T4" fmla="*/ 448 w 1198"/>
                <a:gd name="T5" fmla="*/ 49 h 451"/>
                <a:gd name="T6" fmla="*/ 988 w 1198"/>
                <a:gd name="T7" fmla="*/ 25 h 451"/>
                <a:gd name="T8" fmla="*/ 1181 w 1198"/>
                <a:gd name="T9" fmla="*/ 197 h 451"/>
                <a:gd name="T10" fmla="*/ 889 w 1198"/>
                <a:gd name="T11" fmla="*/ 413 h 451"/>
                <a:gd name="T12" fmla="*/ 307 w 1198"/>
                <a:gd name="T13" fmla="*/ 425 h 451"/>
                <a:gd name="T14" fmla="*/ 36 w 1198"/>
                <a:gd name="T15" fmla="*/ 337 h 451"/>
                <a:gd name="T16" fmla="*/ 88 w 1198"/>
                <a:gd name="T17" fmla="*/ 181 h 4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198" h="451">
                  <a:moveTo>
                    <a:pt x="88" y="181"/>
                  </a:moveTo>
                  <a:cubicBezTo>
                    <a:pt x="159" y="143"/>
                    <a:pt x="120" y="111"/>
                    <a:pt x="180" y="89"/>
                  </a:cubicBezTo>
                  <a:cubicBezTo>
                    <a:pt x="240" y="67"/>
                    <a:pt x="313" y="60"/>
                    <a:pt x="448" y="49"/>
                  </a:cubicBezTo>
                  <a:cubicBezTo>
                    <a:pt x="583" y="38"/>
                    <a:pt x="866" y="0"/>
                    <a:pt x="988" y="25"/>
                  </a:cubicBezTo>
                  <a:cubicBezTo>
                    <a:pt x="1110" y="50"/>
                    <a:pt x="1198" y="132"/>
                    <a:pt x="1181" y="197"/>
                  </a:cubicBezTo>
                  <a:cubicBezTo>
                    <a:pt x="1164" y="262"/>
                    <a:pt x="1034" y="375"/>
                    <a:pt x="889" y="413"/>
                  </a:cubicBezTo>
                  <a:cubicBezTo>
                    <a:pt x="744" y="451"/>
                    <a:pt x="449" y="438"/>
                    <a:pt x="307" y="425"/>
                  </a:cubicBezTo>
                  <a:cubicBezTo>
                    <a:pt x="165" y="412"/>
                    <a:pt x="72" y="378"/>
                    <a:pt x="36" y="337"/>
                  </a:cubicBezTo>
                  <a:cubicBezTo>
                    <a:pt x="0" y="296"/>
                    <a:pt x="77" y="213"/>
                    <a:pt x="88" y="181"/>
                  </a:cubicBezTo>
                  <a:close/>
                </a:path>
              </a:pathLst>
            </a:custGeom>
            <a:solidFill>
              <a:srgbClr val="66CC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NZ" dirty="0"/>
            </a:p>
          </p:txBody>
        </p:sp>
        <p:sp>
          <p:nvSpPr>
            <p:cNvPr id="5" name="Freeform 7">
              <a:extLst>
                <a:ext uri="{FF2B5EF4-FFF2-40B4-BE49-F238E27FC236}">
                  <a16:creationId xmlns:a16="http://schemas.microsoft.com/office/drawing/2014/main" id="{7A06CD51-EE2D-33F0-2096-D61D9D0119D7}"/>
                </a:ext>
              </a:extLst>
            </p:cNvPr>
            <p:cNvSpPr>
              <a:spLocks/>
            </p:cNvSpPr>
            <p:nvPr/>
          </p:nvSpPr>
          <p:spPr bwMode="auto">
            <a:xfrm>
              <a:off x="810" y="1696"/>
              <a:ext cx="1676" cy="707"/>
            </a:xfrm>
            <a:custGeom>
              <a:avLst/>
              <a:gdLst>
                <a:gd name="T0" fmla="*/ 155 w 1583"/>
                <a:gd name="T1" fmla="*/ 224 h 682"/>
                <a:gd name="T2" fmla="*/ 407 w 1583"/>
                <a:gd name="T3" fmla="*/ 74 h 682"/>
                <a:gd name="T4" fmla="*/ 785 w 1583"/>
                <a:gd name="T5" fmla="*/ 20 h 682"/>
                <a:gd name="T6" fmla="*/ 1157 w 1583"/>
                <a:gd name="T7" fmla="*/ 194 h 682"/>
                <a:gd name="T8" fmla="*/ 1564 w 1583"/>
                <a:gd name="T9" fmla="*/ 428 h 682"/>
                <a:gd name="T10" fmla="*/ 1272 w 1583"/>
                <a:gd name="T11" fmla="*/ 644 h 682"/>
                <a:gd name="T12" fmla="*/ 690 w 1583"/>
                <a:gd name="T13" fmla="*/ 656 h 682"/>
                <a:gd name="T14" fmla="*/ 89 w 1583"/>
                <a:gd name="T15" fmla="*/ 596 h 682"/>
                <a:gd name="T16" fmla="*/ 155 w 1583"/>
                <a:gd name="T17" fmla="*/ 224 h 6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583" h="682">
                  <a:moveTo>
                    <a:pt x="155" y="224"/>
                  </a:moveTo>
                  <a:cubicBezTo>
                    <a:pt x="208" y="137"/>
                    <a:pt x="302" y="108"/>
                    <a:pt x="407" y="74"/>
                  </a:cubicBezTo>
                  <a:cubicBezTo>
                    <a:pt x="512" y="40"/>
                    <a:pt x="660" y="0"/>
                    <a:pt x="785" y="20"/>
                  </a:cubicBezTo>
                  <a:cubicBezTo>
                    <a:pt x="910" y="40"/>
                    <a:pt x="1027" y="126"/>
                    <a:pt x="1157" y="194"/>
                  </a:cubicBezTo>
                  <a:cubicBezTo>
                    <a:pt x="1287" y="262"/>
                    <a:pt x="1545" y="353"/>
                    <a:pt x="1564" y="428"/>
                  </a:cubicBezTo>
                  <a:cubicBezTo>
                    <a:pt x="1583" y="503"/>
                    <a:pt x="1417" y="606"/>
                    <a:pt x="1272" y="644"/>
                  </a:cubicBezTo>
                  <a:cubicBezTo>
                    <a:pt x="1127" y="682"/>
                    <a:pt x="887" y="664"/>
                    <a:pt x="690" y="656"/>
                  </a:cubicBezTo>
                  <a:cubicBezTo>
                    <a:pt x="493" y="648"/>
                    <a:pt x="178" y="668"/>
                    <a:pt x="89" y="596"/>
                  </a:cubicBezTo>
                  <a:cubicBezTo>
                    <a:pt x="0" y="524"/>
                    <a:pt x="102" y="311"/>
                    <a:pt x="155" y="224"/>
                  </a:cubicBezTo>
                  <a:close/>
                </a:path>
              </a:pathLst>
            </a:custGeom>
            <a:solidFill>
              <a:srgbClr val="66CC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NZ"/>
            </a:p>
          </p:txBody>
        </p: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686C9FAC-59F9-5864-7B34-0EECA5A511C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1" y="1610"/>
              <a:ext cx="313" cy="81"/>
            </a:xfrm>
            <a:prstGeom prst="ellipse">
              <a:avLst/>
            </a:prstGeom>
            <a:solidFill>
              <a:schemeClr val="hlink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NZ"/>
            </a:p>
          </p:txBody>
        </p:sp>
        <p:sp>
          <p:nvSpPr>
            <p:cNvPr id="7" name="Line 9">
              <a:extLst>
                <a:ext uri="{FF2B5EF4-FFF2-40B4-BE49-F238E27FC236}">
                  <a16:creationId xmlns:a16="http://schemas.microsoft.com/office/drawing/2014/main" id="{CE4EC259-71B5-7F7C-7C54-90579B60E8E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1" y="1603"/>
              <a:ext cx="0" cy="5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NZ"/>
            </a:p>
          </p:txBody>
        </p:sp>
        <p:sp>
          <p:nvSpPr>
            <p:cNvPr id="8" name="Line 10">
              <a:extLst>
                <a:ext uri="{FF2B5EF4-FFF2-40B4-BE49-F238E27FC236}">
                  <a16:creationId xmlns:a16="http://schemas.microsoft.com/office/drawing/2014/main" id="{A53C1D11-C1EE-C7FD-C677-97D049F1AC8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74" y="1603"/>
              <a:ext cx="0" cy="5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NZ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D95031F3-6590-0DD0-BD77-707FCA5061B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1" y="1603"/>
              <a:ext cx="310" cy="49"/>
            </a:xfrm>
            <a:prstGeom prst="rect">
              <a:avLst/>
            </a:prstGeom>
            <a:solidFill>
              <a:schemeClr val="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40384CCC-6642-5C7A-9329-B87590813FC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8" y="1544"/>
              <a:ext cx="313" cy="95"/>
            </a:xfrm>
            <a:prstGeom prst="ellipse">
              <a:avLst/>
            </a:prstGeom>
            <a:solidFill>
              <a:schemeClr val="hlink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NZ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60CF747E-35AB-C930-3E8F-F72221A3AB1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5" y="1557"/>
              <a:ext cx="141" cy="124"/>
            </a:xfrm>
            <a:prstGeom prst="rect">
              <a:avLst/>
            </a:prstGeom>
            <a:solidFill>
              <a:schemeClr val="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NZ"/>
            </a:p>
          </p:txBody>
        </p:sp>
        <p:sp>
          <p:nvSpPr>
            <p:cNvPr id="12" name="Text Box 14">
              <a:extLst>
                <a:ext uri="{FF2B5EF4-FFF2-40B4-BE49-F238E27FC236}">
                  <a16:creationId xmlns:a16="http://schemas.microsoft.com/office/drawing/2014/main" id="{B79529EB-9A5E-D984-9F91-D025CAA8F9E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5" y="1496"/>
              <a:ext cx="309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/>
              <a:r>
                <a:rPr lang="en-US" altLang="en-US" sz="2000"/>
                <a:t>3b</a:t>
              </a:r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502484BE-5A8C-3799-BD99-D59F8980AAA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79" y="2216"/>
              <a:ext cx="313" cy="81"/>
            </a:xfrm>
            <a:prstGeom prst="ellipse">
              <a:avLst/>
            </a:prstGeom>
            <a:solidFill>
              <a:schemeClr val="hlink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NZ"/>
            </a:p>
          </p:txBody>
        </p:sp>
        <p:sp>
          <p:nvSpPr>
            <p:cNvPr id="14" name="Line 16">
              <a:extLst>
                <a:ext uri="{FF2B5EF4-FFF2-40B4-BE49-F238E27FC236}">
                  <a16:creationId xmlns:a16="http://schemas.microsoft.com/office/drawing/2014/main" id="{28D0658A-6731-C50B-7737-3E13748D4EA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79" y="2209"/>
              <a:ext cx="0" cy="5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NZ"/>
            </a:p>
          </p:txBody>
        </p:sp>
        <p:sp>
          <p:nvSpPr>
            <p:cNvPr id="15" name="Line 17">
              <a:extLst>
                <a:ext uri="{FF2B5EF4-FFF2-40B4-BE49-F238E27FC236}">
                  <a16:creationId xmlns:a16="http://schemas.microsoft.com/office/drawing/2014/main" id="{68C728C9-D6A9-8AAD-C6AB-C19AA6C97BA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92" y="2209"/>
              <a:ext cx="0" cy="5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NZ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291EE381-51AA-F2BE-0B79-0EF544CF1A6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79" y="2209"/>
              <a:ext cx="310" cy="49"/>
            </a:xfrm>
            <a:prstGeom prst="rect">
              <a:avLst/>
            </a:prstGeom>
            <a:solidFill>
              <a:schemeClr val="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EFDBAE81-9A48-E991-EE23-2B1AE9A5E7D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76" y="2150"/>
              <a:ext cx="313" cy="95"/>
            </a:xfrm>
            <a:prstGeom prst="ellipse">
              <a:avLst/>
            </a:prstGeom>
            <a:solidFill>
              <a:schemeClr val="hlink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NZ"/>
            </a:p>
          </p:txBody>
        </p:sp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80DA8FEB-4A04-FF2F-129F-4734758D222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497" y="2096"/>
              <a:ext cx="282" cy="250"/>
              <a:chOff x="2916" y="2429"/>
              <a:chExt cx="284" cy="250"/>
            </a:xfrm>
          </p:grpSpPr>
          <p:sp>
            <p:nvSpPr>
              <p:cNvPr id="101" name="Rectangle 21">
                <a:extLst>
                  <a:ext uri="{FF2B5EF4-FFF2-40B4-BE49-F238E27FC236}">
                    <a16:creationId xmlns:a16="http://schemas.microsoft.com/office/drawing/2014/main" id="{FF87061C-4274-D9A9-1B5B-82904EFCB44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82" y="2490"/>
                <a:ext cx="144" cy="132"/>
              </a:xfrm>
              <a:prstGeom prst="rect">
                <a:avLst/>
              </a:prstGeom>
              <a:solidFill>
                <a:schemeClr val="hlink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NZ"/>
              </a:p>
            </p:txBody>
          </p:sp>
          <p:sp>
            <p:nvSpPr>
              <p:cNvPr id="102" name="Text Box 22">
                <a:extLst>
                  <a:ext uri="{FF2B5EF4-FFF2-40B4-BE49-F238E27FC236}">
                    <a16:creationId xmlns:a16="http://schemas.microsoft.com/office/drawing/2014/main" id="{0909C727-E3CA-DFEA-9BB3-C263916D669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916" y="2429"/>
                <a:ext cx="284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ctr"/>
                <a:r>
                  <a:rPr lang="en-US" altLang="en-US" sz="2000"/>
                  <a:t>1d</a:t>
                </a:r>
              </a:p>
            </p:txBody>
          </p:sp>
        </p:grpSp>
        <p:sp>
          <p:nvSpPr>
            <p:cNvPr id="19" name="Oval 23">
              <a:extLst>
                <a:ext uri="{FF2B5EF4-FFF2-40B4-BE49-F238E27FC236}">
                  <a16:creationId xmlns:a16="http://schemas.microsoft.com/office/drawing/2014/main" id="{9B56A0A9-2305-225E-3B45-05D1B1F3536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22" y="1478"/>
              <a:ext cx="313" cy="81"/>
            </a:xfrm>
            <a:prstGeom prst="ellipse">
              <a:avLst/>
            </a:prstGeom>
            <a:solidFill>
              <a:schemeClr val="hlink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NZ"/>
            </a:p>
          </p:txBody>
        </p:sp>
        <p:sp>
          <p:nvSpPr>
            <p:cNvPr id="20" name="Line 24">
              <a:extLst>
                <a:ext uri="{FF2B5EF4-FFF2-40B4-BE49-F238E27FC236}">
                  <a16:creationId xmlns:a16="http://schemas.microsoft.com/office/drawing/2014/main" id="{84FE68E0-00F9-E5E9-3CE1-725D8F24E8A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22" y="1471"/>
              <a:ext cx="0" cy="5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NZ"/>
            </a:p>
          </p:txBody>
        </p:sp>
        <p:sp>
          <p:nvSpPr>
            <p:cNvPr id="21" name="Line 25">
              <a:extLst>
                <a:ext uri="{FF2B5EF4-FFF2-40B4-BE49-F238E27FC236}">
                  <a16:creationId xmlns:a16="http://schemas.microsoft.com/office/drawing/2014/main" id="{A4BAC363-BE92-593A-24AC-EF69ED1E5AB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35" y="1471"/>
              <a:ext cx="0" cy="5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NZ"/>
            </a:p>
          </p:txBody>
        </p:sp>
        <p:sp>
          <p:nvSpPr>
            <p:cNvPr id="22" name="Rectangle 26">
              <a:extLst>
                <a:ext uri="{FF2B5EF4-FFF2-40B4-BE49-F238E27FC236}">
                  <a16:creationId xmlns:a16="http://schemas.microsoft.com/office/drawing/2014/main" id="{AAF53687-DA53-5AA1-17CC-4F49EE313E5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22" y="1471"/>
              <a:ext cx="310" cy="49"/>
            </a:xfrm>
            <a:prstGeom prst="rect">
              <a:avLst/>
            </a:prstGeom>
            <a:solidFill>
              <a:schemeClr val="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23" name="Oval 27">
              <a:extLst>
                <a:ext uri="{FF2B5EF4-FFF2-40B4-BE49-F238E27FC236}">
                  <a16:creationId xmlns:a16="http://schemas.microsoft.com/office/drawing/2014/main" id="{B8E4E541-F86E-36D5-87DA-7D0E27E34A8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19" y="1412"/>
              <a:ext cx="313" cy="95"/>
            </a:xfrm>
            <a:prstGeom prst="ellipse">
              <a:avLst/>
            </a:prstGeom>
            <a:solidFill>
              <a:schemeClr val="hlink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NZ"/>
            </a:p>
          </p:txBody>
        </p:sp>
        <p:sp>
          <p:nvSpPr>
            <p:cNvPr id="24" name="Rectangle 28">
              <a:extLst>
                <a:ext uri="{FF2B5EF4-FFF2-40B4-BE49-F238E27FC236}">
                  <a16:creationId xmlns:a16="http://schemas.microsoft.com/office/drawing/2014/main" id="{1F1243B2-3F28-6D87-54FC-1EBEE862C0F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06" y="1425"/>
              <a:ext cx="142" cy="110"/>
            </a:xfrm>
            <a:prstGeom prst="rect">
              <a:avLst/>
            </a:prstGeom>
            <a:solidFill>
              <a:schemeClr val="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NZ"/>
            </a:p>
          </p:txBody>
        </p:sp>
        <p:sp>
          <p:nvSpPr>
            <p:cNvPr id="25" name="Text Box 29">
              <a:extLst>
                <a:ext uri="{FF2B5EF4-FFF2-40B4-BE49-F238E27FC236}">
                  <a16:creationId xmlns:a16="http://schemas.microsoft.com/office/drawing/2014/main" id="{DEACC526-40BB-7F34-6F5B-965CF1FB62C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32" y="1364"/>
              <a:ext cx="29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/>
              <a:r>
                <a:rPr lang="en-US" altLang="en-US" sz="2000"/>
                <a:t>3a</a:t>
              </a:r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26" name="Oval 30">
              <a:extLst>
                <a:ext uri="{FF2B5EF4-FFF2-40B4-BE49-F238E27FC236}">
                  <a16:creationId xmlns:a16="http://schemas.microsoft.com/office/drawing/2014/main" id="{02A197BC-8BF8-6F32-F17F-CCF7D192439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43" y="1820"/>
              <a:ext cx="313" cy="81"/>
            </a:xfrm>
            <a:prstGeom prst="ellipse">
              <a:avLst/>
            </a:prstGeom>
            <a:solidFill>
              <a:schemeClr val="hlink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NZ"/>
            </a:p>
          </p:txBody>
        </p:sp>
        <p:sp>
          <p:nvSpPr>
            <p:cNvPr id="27" name="Line 31">
              <a:extLst>
                <a:ext uri="{FF2B5EF4-FFF2-40B4-BE49-F238E27FC236}">
                  <a16:creationId xmlns:a16="http://schemas.microsoft.com/office/drawing/2014/main" id="{543D7B8E-2651-6953-ED7F-A57C98A4CE0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43" y="1813"/>
              <a:ext cx="0" cy="5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NZ"/>
            </a:p>
          </p:txBody>
        </p:sp>
        <p:sp>
          <p:nvSpPr>
            <p:cNvPr id="28" name="Line 32">
              <a:extLst>
                <a:ext uri="{FF2B5EF4-FFF2-40B4-BE49-F238E27FC236}">
                  <a16:creationId xmlns:a16="http://schemas.microsoft.com/office/drawing/2014/main" id="{64D03918-1D7D-235A-DF63-1B2C835C8F5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56" y="1813"/>
              <a:ext cx="0" cy="5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NZ"/>
            </a:p>
          </p:txBody>
        </p:sp>
        <p:sp>
          <p:nvSpPr>
            <p:cNvPr id="29" name="Rectangle 33">
              <a:extLst>
                <a:ext uri="{FF2B5EF4-FFF2-40B4-BE49-F238E27FC236}">
                  <a16:creationId xmlns:a16="http://schemas.microsoft.com/office/drawing/2014/main" id="{9D176FCA-87EC-381F-4C24-CA4D5CEE828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43" y="1813"/>
              <a:ext cx="310" cy="49"/>
            </a:xfrm>
            <a:prstGeom prst="rect">
              <a:avLst/>
            </a:prstGeom>
            <a:solidFill>
              <a:schemeClr val="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30" name="Oval 34">
              <a:extLst>
                <a:ext uri="{FF2B5EF4-FFF2-40B4-BE49-F238E27FC236}">
                  <a16:creationId xmlns:a16="http://schemas.microsoft.com/office/drawing/2014/main" id="{AE3945BC-617D-9AE7-4F88-27FFCC5AEDC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40" y="1754"/>
              <a:ext cx="313" cy="95"/>
            </a:xfrm>
            <a:prstGeom prst="ellipse">
              <a:avLst/>
            </a:prstGeom>
            <a:solidFill>
              <a:schemeClr val="hlink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NZ"/>
            </a:p>
          </p:txBody>
        </p:sp>
        <p:grpSp>
          <p:nvGrpSpPr>
            <p:cNvPr id="31" name="Group 35">
              <a:extLst>
                <a:ext uri="{FF2B5EF4-FFF2-40B4-BE49-F238E27FC236}">
                  <a16:creationId xmlns:a16="http://schemas.microsoft.com/office/drawing/2014/main" id="{F88EFF02-6EDE-1A79-7B22-DFA9FC860E0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464" y="1700"/>
              <a:ext cx="270" cy="250"/>
              <a:chOff x="2919" y="2429"/>
              <a:chExt cx="277" cy="250"/>
            </a:xfrm>
          </p:grpSpPr>
          <p:sp>
            <p:nvSpPr>
              <p:cNvPr id="99" name="Rectangle 36">
                <a:extLst>
                  <a:ext uri="{FF2B5EF4-FFF2-40B4-BE49-F238E27FC236}">
                    <a16:creationId xmlns:a16="http://schemas.microsoft.com/office/drawing/2014/main" id="{C39150F9-BD72-7C4E-809D-E6303C74AE3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82" y="2490"/>
                <a:ext cx="144" cy="132"/>
              </a:xfrm>
              <a:prstGeom prst="rect">
                <a:avLst/>
              </a:prstGeom>
              <a:solidFill>
                <a:schemeClr val="hlink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NZ"/>
              </a:p>
            </p:txBody>
          </p:sp>
          <p:sp>
            <p:nvSpPr>
              <p:cNvPr id="100" name="Text Box 37">
                <a:extLst>
                  <a:ext uri="{FF2B5EF4-FFF2-40B4-BE49-F238E27FC236}">
                    <a16:creationId xmlns:a16="http://schemas.microsoft.com/office/drawing/2014/main" id="{388F1619-D27B-1D7E-2FE0-30319FD4833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919" y="2429"/>
                <a:ext cx="277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ctr"/>
                <a:r>
                  <a:rPr lang="en-US" altLang="en-US" sz="2000"/>
                  <a:t>1c</a:t>
                </a:r>
              </a:p>
            </p:txBody>
          </p:sp>
        </p:grpSp>
        <p:sp>
          <p:nvSpPr>
            <p:cNvPr id="32" name="Line 38">
              <a:extLst>
                <a:ext uri="{FF2B5EF4-FFF2-40B4-BE49-F238E27FC236}">
                  <a16:creationId xmlns:a16="http://schemas.microsoft.com/office/drawing/2014/main" id="{3595C587-ED5B-0B75-220C-F8371A69244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38" y="1632"/>
              <a:ext cx="308" cy="9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NZ"/>
            </a:p>
          </p:txBody>
        </p:sp>
        <p:sp>
          <p:nvSpPr>
            <p:cNvPr id="33" name="Freeform 39">
              <a:extLst>
                <a:ext uri="{FF2B5EF4-FFF2-40B4-BE49-F238E27FC236}">
                  <a16:creationId xmlns:a16="http://schemas.microsoft.com/office/drawing/2014/main" id="{515EA44C-0005-2675-162E-054A1B83A36D}"/>
                </a:ext>
              </a:extLst>
            </p:cNvPr>
            <p:cNvSpPr>
              <a:spLocks/>
            </p:cNvSpPr>
            <p:nvPr/>
          </p:nvSpPr>
          <p:spPr bwMode="auto">
            <a:xfrm>
              <a:off x="566" y="1502"/>
              <a:ext cx="252" cy="114"/>
            </a:xfrm>
            <a:custGeom>
              <a:avLst/>
              <a:gdLst>
                <a:gd name="T0" fmla="*/ 0 w 252"/>
                <a:gd name="T1" fmla="*/ 114 h 114"/>
                <a:gd name="T2" fmla="*/ 252 w 252"/>
                <a:gd name="T3" fmla="*/ 0 h 1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252" h="114">
                  <a:moveTo>
                    <a:pt x="0" y="114"/>
                  </a:moveTo>
                  <a:lnTo>
                    <a:pt x="252" y="0"/>
                  </a:lnTo>
                </a:path>
              </a:pathLst>
            </a:custGeom>
            <a:noFill/>
            <a:ln w="28575" cap="flat" cmpd="sng">
              <a:solidFill>
                <a:schemeClr val="tx1"/>
              </a:solidFill>
              <a:prstDash val="sysDot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NZ"/>
            </a:p>
          </p:txBody>
        </p:sp>
        <p:sp>
          <p:nvSpPr>
            <p:cNvPr id="34" name="Freeform 40">
              <a:extLst>
                <a:ext uri="{FF2B5EF4-FFF2-40B4-BE49-F238E27FC236}">
                  <a16:creationId xmlns:a16="http://schemas.microsoft.com/office/drawing/2014/main" id="{249F767F-E48D-F8EC-AE55-D97498F08F95}"/>
                </a:ext>
              </a:extLst>
            </p:cNvPr>
            <p:cNvSpPr>
              <a:spLocks/>
            </p:cNvSpPr>
            <p:nvPr/>
          </p:nvSpPr>
          <p:spPr bwMode="auto">
            <a:xfrm>
              <a:off x="1002" y="1562"/>
              <a:ext cx="444" cy="258"/>
            </a:xfrm>
            <a:custGeom>
              <a:avLst/>
              <a:gdLst>
                <a:gd name="T0" fmla="*/ 0 w 444"/>
                <a:gd name="T1" fmla="*/ 0 h 258"/>
                <a:gd name="T2" fmla="*/ 444 w 444"/>
                <a:gd name="T3" fmla="*/ 258 h 2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444" h="258">
                  <a:moveTo>
                    <a:pt x="0" y="0"/>
                  </a:moveTo>
                  <a:lnTo>
                    <a:pt x="444" y="258"/>
                  </a:lnTo>
                </a:path>
              </a:pathLst>
            </a:custGeom>
            <a:noFill/>
            <a:ln w="28575" cap="flat" cmpd="sng">
              <a:solidFill>
                <a:schemeClr val="tx1"/>
              </a:solidFill>
              <a:prstDash val="dash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NZ"/>
            </a:p>
          </p:txBody>
        </p:sp>
        <p:sp>
          <p:nvSpPr>
            <p:cNvPr id="35" name="Freeform 41">
              <a:extLst>
                <a:ext uri="{FF2B5EF4-FFF2-40B4-BE49-F238E27FC236}">
                  <a16:creationId xmlns:a16="http://schemas.microsoft.com/office/drawing/2014/main" id="{8EF6EE17-5810-20AB-A6F3-017535CF221C}"/>
                </a:ext>
              </a:extLst>
            </p:cNvPr>
            <p:cNvSpPr>
              <a:spLocks/>
            </p:cNvSpPr>
            <p:nvPr/>
          </p:nvSpPr>
          <p:spPr bwMode="auto">
            <a:xfrm>
              <a:off x="2326" y="1680"/>
              <a:ext cx="654" cy="420"/>
            </a:xfrm>
            <a:custGeom>
              <a:avLst/>
              <a:gdLst>
                <a:gd name="T0" fmla="*/ 0 w 654"/>
                <a:gd name="T1" fmla="*/ 420 h 420"/>
                <a:gd name="T2" fmla="*/ 654 w 654"/>
                <a:gd name="T3" fmla="*/ 0 h 4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654" h="420">
                  <a:moveTo>
                    <a:pt x="0" y="420"/>
                  </a:moveTo>
                  <a:lnTo>
                    <a:pt x="654" y="0"/>
                  </a:lnTo>
                </a:path>
              </a:pathLst>
            </a:custGeom>
            <a:noFill/>
            <a:ln w="28575" cap="flat" cmpd="sng">
              <a:solidFill>
                <a:schemeClr val="tx1"/>
              </a:solidFill>
              <a:prstDash val="dash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NZ"/>
            </a:p>
          </p:txBody>
        </p:sp>
        <p:sp>
          <p:nvSpPr>
            <p:cNvPr id="36" name="Oval 42">
              <a:extLst>
                <a:ext uri="{FF2B5EF4-FFF2-40B4-BE49-F238E27FC236}">
                  <a16:creationId xmlns:a16="http://schemas.microsoft.com/office/drawing/2014/main" id="{9E3CF270-005E-504D-2775-122A833F439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25" y="1616"/>
              <a:ext cx="313" cy="81"/>
            </a:xfrm>
            <a:prstGeom prst="ellipse">
              <a:avLst/>
            </a:prstGeom>
            <a:solidFill>
              <a:schemeClr val="hlink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NZ"/>
            </a:p>
          </p:txBody>
        </p:sp>
        <p:sp>
          <p:nvSpPr>
            <p:cNvPr id="37" name="Line 43">
              <a:extLst>
                <a:ext uri="{FF2B5EF4-FFF2-40B4-BE49-F238E27FC236}">
                  <a16:creationId xmlns:a16="http://schemas.microsoft.com/office/drawing/2014/main" id="{2DFEB3D2-BA7D-0750-68A0-D9E388482FF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25" y="1609"/>
              <a:ext cx="0" cy="5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NZ"/>
            </a:p>
          </p:txBody>
        </p:sp>
        <p:sp>
          <p:nvSpPr>
            <p:cNvPr id="38" name="Line 44">
              <a:extLst>
                <a:ext uri="{FF2B5EF4-FFF2-40B4-BE49-F238E27FC236}">
                  <a16:creationId xmlns:a16="http://schemas.microsoft.com/office/drawing/2014/main" id="{B02B452B-6F57-28CB-CF26-5296E3ACFAF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38" y="1609"/>
              <a:ext cx="0" cy="5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NZ"/>
            </a:p>
          </p:txBody>
        </p:sp>
        <p:sp>
          <p:nvSpPr>
            <p:cNvPr id="39" name="Rectangle 45">
              <a:extLst>
                <a:ext uri="{FF2B5EF4-FFF2-40B4-BE49-F238E27FC236}">
                  <a16:creationId xmlns:a16="http://schemas.microsoft.com/office/drawing/2014/main" id="{701A60A0-56D9-94C0-1216-29D3BC42CA9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25" y="1609"/>
              <a:ext cx="310" cy="49"/>
            </a:xfrm>
            <a:prstGeom prst="rect">
              <a:avLst/>
            </a:prstGeom>
            <a:solidFill>
              <a:schemeClr val="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40" name="Oval 46">
              <a:extLst>
                <a:ext uri="{FF2B5EF4-FFF2-40B4-BE49-F238E27FC236}">
                  <a16:creationId xmlns:a16="http://schemas.microsoft.com/office/drawing/2014/main" id="{98E68C83-A982-F0E0-DACE-4BF23C5C5F4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22" y="1550"/>
              <a:ext cx="313" cy="95"/>
            </a:xfrm>
            <a:prstGeom prst="ellipse">
              <a:avLst/>
            </a:prstGeom>
            <a:solidFill>
              <a:schemeClr val="hlink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NZ"/>
            </a:p>
          </p:txBody>
        </p:sp>
        <p:sp>
          <p:nvSpPr>
            <p:cNvPr id="41" name="Rectangle 47">
              <a:extLst>
                <a:ext uri="{FF2B5EF4-FFF2-40B4-BE49-F238E27FC236}">
                  <a16:creationId xmlns:a16="http://schemas.microsoft.com/office/drawing/2014/main" id="{BC0A69B4-0E8D-9856-6CB8-780F99BCCD7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09" y="1563"/>
              <a:ext cx="141" cy="120"/>
            </a:xfrm>
            <a:prstGeom prst="rect">
              <a:avLst/>
            </a:prstGeom>
            <a:solidFill>
              <a:schemeClr val="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NZ"/>
            </a:p>
          </p:txBody>
        </p:sp>
        <p:sp>
          <p:nvSpPr>
            <p:cNvPr id="42" name="Text Box 48">
              <a:extLst>
                <a:ext uri="{FF2B5EF4-FFF2-40B4-BE49-F238E27FC236}">
                  <a16:creationId xmlns:a16="http://schemas.microsoft.com/office/drawing/2014/main" id="{DD2E02D0-3943-DFAB-C736-53C1E5875A2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35" y="1502"/>
              <a:ext cx="29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/>
              <a:r>
                <a:rPr lang="en-US" altLang="en-US" sz="2000"/>
                <a:t>2a</a:t>
              </a:r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43" name="Text Box 49">
              <a:extLst>
                <a:ext uri="{FF2B5EF4-FFF2-40B4-BE49-F238E27FC236}">
                  <a16:creationId xmlns:a16="http://schemas.microsoft.com/office/drawing/2014/main" id="{3F5F396F-4049-F876-F513-EE1EF67F4BA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97" y="1590"/>
              <a:ext cx="442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en-US" sz="2000"/>
                <a:t>AS3</a:t>
              </a:r>
              <a:endParaRPr lang="en-US" altLang="en-US"/>
            </a:p>
          </p:txBody>
        </p:sp>
        <p:sp>
          <p:nvSpPr>
            <p:cNvPr id="44" name="Text Box 50">
              <a:extLst>
                <a:ext uri="{FF2B5EF4-FFF2-40B4-BE49-F238E27FC236}">
                  <a16:creationId xmlns:a16="http://schemas.microsoft.com/office/drawing/2014/main" id="{50B32D7B-79B9-9A5A-E487-E5A90DC528B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57" y="2131"/>
              <a:ext cx="41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en-US" sz="2000"/>
                <a:t>AS1</a:t>
              </a:r>
              <a:endParaRPr lang="en-US" altLang="en-US"/>
            </a:p>
          </p:txBody>
        </p:sp>
        <p:sp>
          <p:nvSpPr>
            <p:cNvPr id="45" name="Text Box 51">
              <a:extLst>
                <a:ext uri="{FF2B5EF4-FFF2-40B4-BE49-F238E27FC236}">
                  <a16:creationId xmlns:a16="http://schemas.microsoft.com/office/drawing/2014/main" id="{99DF03E6-760B-253E-4CF7-48231EEDBFB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07" y="1790"/>
              <a:ext cx="409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en-US"/>
                <a:t>AS2</a:t>
              </a:r>
            </a:p>
          </p:txBody>
        </p:sp>
        <p:sp>
          <p:nvSpPr>
            <p:cNvPr id="46" name="Oval 52">
              <a:extLst>
                <a:ext uri="{FF2B5EF4-FFF2-40B4-BE49-F238E27FC236}">
                  <a16:creationId xmlns:a16="http://schemas.microsoft.com/office/drawing/2014/main" id="{58AA4825-B4F7-D762-9EF6-5767188B152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7" y="2030"/>
              <a:ext cx="313" cy="81"/>
            </a:xfrm>
            <a:prstGeom prst="ellipse">
              <a:avLst/>
            </a:prstGeom>
            <a:solidFill>
              <a:schemeClr val="hlink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NZ"/>
            </a:p>
          </p:txBody>
        </p:sp>
        <p:sp>
          <p:nvSpPr>
            <p:cNvPr id="47" name="Line 53">
              <a:extLst>
                <a:ext uri="{FF2B5EF4-FFF2-40B4-BE49-F238E27FC236}">
                  <a16:creationId xmlns:a16="http://schemas.microsoft.com/office/drawing/2014/main" id="{E8EEC110-4E73-5437-6A88-3EED836C865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37" y="2023"/>
              <a:ext cx="0" cy="5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NZ"/>
            </a:p>
          </p:txBody>
        </p:sp>
        <p:sp>
          <p:nvSpPr>
            <p:cNvPr id="48" name="Line 54">
              <a:extLst>
                <a:ext uri="{FF2B5EF4-FFF2-40B4-BE49-F238E27FC236}">
                  <a16:creationId xmlns:a16="http://schemas.microsoft.com/office/drawing/2014/main" id="{96013C40-9DB8-DC3D-32E8-6B41269BDE4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50" y="2023"/>
              <a:ext cx="0" cy="5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NZ"/>
            </a:p>
          </p:txBody>
        </p:sp>
        <p:sp>
          <p:nvSpPr>
            <p:cNvPr id="49" name="Rectangle 55">
              <a:extLst>
                <a:ext uri="{FF2B5EF4-FFF2-40B4-BE49-F238E27FC236}">
                  <a16:creationId xmlns:a16="http://schemas.microsoft.com/office/drawing/2014/main" id="{8214A65E-E996-26D3-D5B9-0B6AB6F1E92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7" y="2023"/>
              <a:ext cx="310" cy="49"/>
            </a:xfrm>
            <a:prstGeom prst="rect">
              <a:avLst/>
            </a:prstGeom>
            <a:solidFill>
              <a:schemeClr val="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50" name="Oval 56">
              <a:extLst>
                <a:ext uri="{FF2B5EF4-FFF2-40B4-BE49-F238E27FC236}">
                  <a16:creationId xmlns:a16="http://schemas.microsoft.com/office/drawing/2014/main" id="{7EB4EA71-5C5B-801B-884D-8C414BEE523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4" y="1968"/>
              <a:ext cx="313" cy="95"/>
            </a:xfrm>
            <a:prstGeom prst="ellipse">
              <a:avLst/>
            </a:prstGeom>
            <a:solidFill>
              <a:schemeClr val="hlink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NZ"/>
            </a:p>
          </p:txBody>
        </p:sp>
        <p:sp>
          <p:nvSpPr>
            <p:cNvPr id="51" name="Rectangle 57">
              <a:extLst>
                <a:ext uri="{FF2B5EF4-FFF2-40B4-BE49-F238E27FC236}">
                  <a16:creationId xmlns:a16="http://schemas.microsoft.com/office/drawing/2014/main" id="{B06E2309-C282-2102-073E-A08DF861267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19" y="1995"/>
              <a:ext cx="142" cy="96"/>
            </a:xfrm>
            <a:prstGeom prst="rect">
              <a:avLst/>
            </a:prstGeom>
            <a:solidFill>
              <a:schemeClr val="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NZ"/>
            </a:p>
          </p:txBody>
        </p:sp>
        <p:sp>
          <p:nvSpPr>
            <p:cNvPr id="52" name="Text Box 58">
              <a:extLst>
                <a:ext uri="{FF2B5EF4-FFF2-40B4-BE49-F238E27FC236}">
                  <a16:creationId xmlns:a16="http://schemas.microsoft.com/office/drawing/2014/main" id="{74F5F3A6-4D8B-F3C7-CE97-0A00265D76D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62" y="1914"/>
              <a:ext cx="270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/>
              <a:r>
                <a:rPr lang="en-US" altLang="en-US" sz="2000"/>
                <a:t>1a</a:t>
              </a:r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grpSp>
          <p:nvGrpSpPr>
            <p:cNvPr id="53" name="Group 59">
              <a:extLst>
                <a:ext uri="{FF2B5EF4-FFF2-40B4-BE49-F238E27FC236}">
                  <a16:creationId xmlns:a16="http://schemas.microsoft.com/office/drawing/2014/main" id="{650D2AB1-90C2-97F5-F7DD-0A3320D5200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380" y="1320"/>
              <a:ext cx="316" cy="250"/>
              <a:chOff x="4320" y="1940"/>
              <a:chExt cx="316" cy="250"/>
            </a:xfrm>
          </p:grpSpPr>
          <p:sp>
            <p:nvSpPr>
              <p:cNvPr id="92" name="Oval 60">
                <a:extLst>
                  <a:ext uri="{FF2B5EF4-FFF2-40B4-BE49-F238E27FC236}">
                    <a16:creationId xmlns:a16="http://schemas.microsoft.com/office/drawing/2014/main" id="{16A0C21B-DA80-1157-8F11-8831C627B72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23" y="2054"/>
                <a:ext cx="313" cy="81"/>
              </a:xfrm>
              <a:prstGeom prst="ellipse">
                <a:avLst/>
              </a:prstGeom>
              <a:solidFill>
                <a:schemeClr val="hlink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NZ"/>
              </a:p>
            </p:txBody>
          </p:sp>
          <p:sp>
            <p:nvSpPr>
              <p:cNvPr id="93" name="Line 61">
                <a:extLst>
                  <a:ext uri="{FF2B5EF4-FFF2-40B4-BE49-F238E27FC236}">
                    <a16:creationId xmlns:a16="http://schemas.microsoft.com/office/drawing/2014/main" id="{DA6AE84F-D6EE-814D-D527-FE0C7D9B35A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323" y="2047"/>
                <a:ext cx="0" cy="5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NZ"/>
              </a:p>
            </p:txBody>
          </p:sp>
          <p:sp>
            <p:nvSpPr>
              <p:cNvPr id="94" name="Line 62">
                <a:extLst>
                  <a:ext uri="{FF2B5EF4-FFF2-40B4-BE49-F238E27FC236}">
                    <a16:creationId xmlns:a16="http://schemas.microsoft.com/office/drawing/2014/main" id="{E1F2BCC3-01B2-5806-6A39-7CA45450AD6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636" y="2047"/>
                <a:ext cx="0" cy="5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NZ"/>
              </a:p>
            </p:txBody>
          </p:sp>
          <p:sp>
            <p:nvSpPr>
              <p:cNvPr id="95" name="Rectangle 63">
                <a:extLst>
                  <a:ext uri="{FF2B5EF4-FFF2-40B4-BE49-F238E27FC236}">
                    <a16:creationId xmlns:a16="http://schemas.microsoft.com/office/drawing/2014/main" id="{A5615C51-FF05-FDEA-CF44-2DAD174CEB5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23" y="2047"/>
                <a:ext cx="310" cy="49"/>
              </a:xfrm>
              <a:prstGeom prst="rect">
                <a:avLst/>
              </a:prstGeom>
              <a:solidFill>
                <a:schemeClr val="hlink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endParaRPr lang="en-US" altLang="en-US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96" name="Oval 64">
                <a:extLst>
                  <a:ext uri="{FF2B5EF4-FFF2-40B4-BE49-F238E27FC236}">
                    <a16:creationId xmlns:a16="http://schemas.microsoft.com/office/drawing/2014/main" id="{4E81A0AD-AE64-9408-BC8A-939AE69A744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20" y="1988"/>
                <a:ext cx="313" cy="95"/>
              </a:xfrm>
              <a:prstGeom prst="ellipse">
                <a:avLst/>
              </a:prstGeom>
              <a:solidFill>
                <a:schemeClr val="hlink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NZ"/>
              </a:p>
            </p:txBody>
          </p:sp>
          <p:sp>
            <p:nvSpPr>
              <p:cNvPr id="97" name="Rectangle 65">
                <a:extLst>
                  <a:ext uri="{FF2B5EF4-FFF2-40B4-BE49-F238E27FC236}">
                    <a16:creationId xmlns:a16="http://schemas.microsoft.com/office/drawing/2014/main" id="{4291DEC2-1F2E-9393-0377-9B90B07DFE2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07" y="2001"/>
                <a:ext cx="141" cy="118"/>
              </a:xfrm>
              <a:prstGeom prst="rect">
                <a:avLst/>
              </a:prstGeom>
              <a:solidFill>
                <a:schemeClr val="hlink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NZ"/>
              </a:p>
            </p:txBody>
          </p:sp>
          <p:sp>
            <p:nvSpPr>
              <p:cNvPr id="98" name="Text Box 66">
                <a:extLst>
                  <a:ext uri="{FF2B5EF4-FFF2-40B4-BE49-F238E27FC236}">
                    <a16:creationId xmlns:a16="http://schemas.microsoft.com/office/drawing/2014/main" id="{38B6ADA2-2DD8-C59F-B056-33AE3650E32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333" y="1940"/>
                <a:ext cx="296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ctr"/>
                <a:r>
                  <a:rPr lang="en-US" altLang="en-US" sz="2000"/>
                  <a:t>2c</a:t>
                </a:r>
                <a:endParaRPr lang="en-US" altLang="en-US" sz="2400"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54" name="Group 67">
              <a:extLst>
                <a:ext uri="{FF2B5EF4-FFF2-40B4-BE49-F238E27FC236}">
                  <a16:creationId xmlns:a16="http://schemas.microsoft.com/office/drawing/2014/main" id="{3342465E-4BB5-A0AC-A970-9027B49E5FF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546" y="1610"/>
              <a:ext cx="316" cy="250"/>
              <a:chOff x="4596" y="2162"/>
              <a:chExt cx="316" cy="250"/>
            </a:xfrm>
          </p:grpSpPr>
          <p:sp>
            <p:nvSpPr>
              <p:cNvPr id="85" name="Oval 68">
                <a:extLst>
                  <a:ext uri="{FF2B5EF4-FFF2-40B4-BE49-F238E27FC236}">
                    <a16:creationId xmlns:a16="http://schemas.microsoft.com/office/drawing/2014/main" id="{13B62ED1-61E1-31D4-50BC-5C028056CE0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599" y="2276"/>
                <a:ext cx="313" cy="81"/>
              </a:xfrm>
              <a:prstGeom prst="ellipse">
                <a:avLst/>
              </a:prstGeom>
              <a:solidFill>
                <a:schemeClr val="hlink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NZ"/>
              </a:p>
            </p:txBody>
          </p:sp>
          <p:sp>
            <p:nvSpPr>
              <p:cNvPr id="86" name="Line 69">
                <a:extLst>
                  <a:ext uri="{FF2B5EF4-FFF2-40B4-BE49-F238E27FC236}">
                    <a16:creationId xmlns:a16="http://schemas.microsoft.com/office/drawing/2014/main" id="{48BC2867-31F6-F706-CCEC-46CA91C9BA5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599" y="2269"/>
                <a:ext cx="0" cy="5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NZ"/>
              </a:p>
            </p:txBody>
          </p:sp>
          <p:sp>
            <p:nvSpPr>
              <p:cNvPr id="87" name="Line 70">
                <a:extLst>
                  <a:ext uri="{FF2B5EF4-FFF2-40B4-BE49-F238E27FC236}">
                    <a16:creationId xmlns:a16="http://schemas.microsoft.com/office/drawing/2014/main" id="{F6DA8A39-3FD5-5690-FB5E-ABBA9535BAF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912" y="2269"/>
                <a:ext cx="0" cy="5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NZ"/>
              </a:p>
            </p:txBody>
          </p:sp>
          <p:sp>
            <p:nvSpPr>
              <p:cNvPr id="88" name="Rectangle 71">
                <a:extLst>
                  <a:ext uri="{FF2B5EF4-FFF2-40B4-BE49-F238E27FC236}">
                    <a16:creationId xmlns:a16="http://schemas.microsoft.com/office/drawing/2014/main" id="{E90005B0-C29A-E92C-B38E-1B50BC24E2E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599" y="2269"/>
                <a:ext cx="310" cy="49"/>
              </a:xfrm>
              <a:prstGeom prst="rect">
                <a:avLst/>
              </a:prstGeom>
              <a:solidFill>
                <a:schemeClr val="hlink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endParaRPr lang="en-US" altLang="en-US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89" name="Oval 72">
                <a:extLst>
                  <a:ext uri="{FF2B5EF4-FFF2-40B4-BE49-F238E27FC236}">
                    <a16:creationId xmlns:a16="http://schemas.microsoft.com/office/drawing/2014/main" id="{FCC78F73-3DA7-671B-3888-05BBAE2E051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596" y="2210"/>
                <a:ext cx="313" cy="95"/>
              </a:xfrm>
              <a:prstGeom prst="ellipse">
                <a:avLst/>
              </a:prstGeom>
              <a:solidFill>
                <a:schemeClr val="hlink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NZ"/>
              </a:p>
            </p:txBody>
          </p:sp>
          <p:sp>
            <p:nvSpPr>
              <p:cNvPr id="90" name="Rectangle 73">
                <a:extLst>
                  <a:ext uri="{FF2B5EF4-FFF2-40B4-BE49-F238E27FC236}">
                    <a16:creationId xmlns:a16="http://schemas.microsoft.com/office/drawing/2014/main" id="{113A51FC-8A72-31F7-E6AD-E55F49E38FA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83" y="2223"/>
                <a:ext cx="142" cy="110"/>
              </a:xfrm>
              <a:prstGeom prst="rect">
                <a:avLst/>
              </a:prstGeom>
              <a:solidFill>
                <a:schemeClr val="hlink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NZ"/>
              </a:p>
            </p:txBody>
          </p:sp>
          <p:sp>
            <p:nvSpPr>
              <p:cNvPr id="91" name="Text Box 74">
                <a:extLst>
                  <a:ext uri="{FF2B5EF4-FFF2-40B4-BE49-F238E27FC236}">
                    <a16:creationId xmlns:a16="http://schemas.microsoft.com/office/drawing/2014/main" id="{04887437-449A-D60E-5D5C-124A1E33D4B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603" y="2162"/>
                <a:ext cx="309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ctr"/>
                <a:r>
                  <a:rPr lang="en-US" altLang="en-US" sz="2000"/>
                  <a:t>2b</a:t>
                </a:r>
                <a:endParaRPr lang="en-US" altLang="en-US" sz="2400"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55" name="Group 75">
              <a:extLst>
                <a:ext uri="{FF2B5EF4-FFF2-40B4-BE49-F238E27FC236}">
                  <a16:creationId xmlns:a16="http://schemas.microsoft.com/office/drawing/2014/main" id="{8765F31F-1A7A-0888-E7AE-2EDED54C486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016" y="1980"/>
              <a:ext cx="316" cy="250"/>
              <a:chOff x="2016" y="1980"/>
              <a:chExt cx="316" cy="250"/>
            </a:xfrm>
          </p:grpSpPr>
          <p:sp>
            <p:nvSpPr>
              <p:cNvPr id="77" name="Oval 76">
                <a:extLst>
                  <a:ext uri="{FF2B5EF4-FFF2-40B4-BE49-F238E27FC236}">
                    <a16:creationId xmlns:a16="http://schemas.microsoft.com/office/drawing/2014/main" id="{BB9A46E0-9B57-933C-D377-DD711F10F84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019" y="2102"/>
                <a:ext cx="313" cy="81"/>
              </a:xfrm>
              <a:prstGeom prst="ellipse">
                <a:avLst/>
              </a:prstGeom>
              <a:solidFill>
                <a:schemeClr val="hlink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NZ"/>
              </a:p>
            </p:txBody>
          </p:sp>
          <p:sp>
            <p:nvSpPr>
              <p:cNvPr id="78" name="Line 77">
                <a:extLst>
                  <a:ext uri="{FF2B5EF4-FFF2-40B4-BE49-F238E27FC236}">
                    <a16:creationId xmlns:a16="http://schemas.microsoft.com/office/drawing/2014/main" id="{C35B3DC3-6AC9-36A2-65EE-B96B4F92237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19" y="2095"/>
                <a:ext cx="0" cy="5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NZ"/>
              </a:p>
            </p:txBody>
          </p:sp>
          <p:sp>
            <p:nvSpPr>
              <p:cNvPr id="79" name="Line 78">
                <a:extLst>
                  <a:ext uri="{FF2B5EF4-FFF2-40B4-BE49-F238E27FC236}">
                    <a16:creationId xmlns:a16="http://schemas.microsoft.com/office/drawing/2014/main" id="{2B80E86D-5F92-61EC-5751-DD97B2D6D44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332" y="2095"/>
                <a:ext cx="0" cy="5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NZ"/>
              </a:p>
            </p:txBody>
          </p:sp>
          <p:sp>
            <p:nvSpPr>
              <p:cNvPr id="80" name="Rectangle 79">
                <a:extLst>
                  <a:ext uri="{FF2B5EF4-FFF2-40B4-BE49-F238E27FC236}">
                    <a16:creationId xmlns:a16="http://schemas.microsoft.com/office/drawing/2014/main" id="{477E883B-7DEC-EFB3-D16C-2665A8F7DE0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019" y="2095"/>
                <a:ext cx="310" cy="49"/>
              </a:xfrm>
              <a:prstGeom prst="rect">
                <a:avLst/>
              </a:prstGeom>
              <a:solidFill>
                <a:schemeClr val="hlink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endParaRPr lang="en-US" altLang="en-US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81" name="Oval 80">
                <a:extLst>
                  <a:ext uri="{FF2B5EF4-FFF2-40B4-BE49-F238E27FC236}">
                    <a16:creationId xmlns:a16="http://schemas.microsoft.com/office/drawing/2014/main" id="{F4A75B90-A504-8BC7-BA57-6CA43585FCE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016" y="2036"/>
                <a:ext cx="313" cy="95"/>
              </a:xfrm>
              <a:prstGeom prst="ellipse">
                <a:avLst/>
              </a:prstGeom>
              <a:solidFill>
                <a:schemeClr val="hlink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NZ"/>
              </a:p>
            </p:txBody>
          </p:sp>
          <p:grpSp>
            <p:nvGrpSpPr>
              <p:cNvPr id="82" name="Group 81">
                <a:extLst>
                  <a:ext uri="{FF2B5EF4-FFF2-40B4-BE49-F238E27FC236}">
                    <a16:creationId xmlns:a16="http://schemas.microsoft.com/office/drawing/2014/main" id="{0E885C0F-94BB-1C32-D0B4-30E7208E7723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034" y="1980"/>
                <a:ext cx="283" cy="250"/>
                <a:chOff x="2914" y="2429"/>
                <a:chExt cx="288" cy="250"/>
              </a:xfrm>
            </p:grpSpPr>
            <p:sp>
              <p:nvSpPr>
                <p:cNvPr id="83" name="Rectangle 82">
                  <a:extLst>
                    <a:ext uri="{FF2B5EF4-FFF2-40B4-BE49-F238E27FC236}">
                      <a16:creationId xmlns:a16="http://schemas.microsoft.com/office/drawing/2014/main" id="{49BC945F-77D0-9C6D-61AA-E8047DF3F8D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chemeClr val="hlink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NZ"/>
                </a:p>
              </p:txBody>
            </p:sp>
            <p:sp>
              <p:nvSpPr>
                <p:cNvPr id="84" name="Text Box 83">
                  <a:extLst>
                    <a:ext uri="{FF2B5EF4-FFF2-40B4-BE49-F238E27FC236}">
                      <a16:creationId xmlns:a16="http://schemas.microsoft.com/office/drawing/2014/main" id="{9682501C-2E2D-4048-FA47-94E97ED6BCDF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914" y="2429"/>
                  <a:ext cx="288" cy="25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/>
                <a:p>
                  <a:pPr algn="ctr"/>
                  <a:r>
                    <a:rPr lang="en-US" altLang="en-US" sz="2000"/>
                    <a:t>1b</a:t>
                  </a:r>
                  <a:endParaRPr lang="en-US" altLang="en-US" sz="2400">
                    <a:latin typeface="Times New Roman" panose="02020603050405020304" pitchFamily="18" charset="0"/>
                  </a:endParaRPr>
                </a:p>
              </p:txBody>
            </p:sp>
          </p:grpSp>
        </p:grpSp>
        <p:grpSp>
          <p:nvGrpSpPr>
            <p:cNvPr id="56" name="Group 84">
              <a:extLst>
                <a:ext uri="{FF2B5EF4-FFF2-40B4-BE49-F238E27FC236}">
                  <a16:creationId xmlns:a16="http://schemas.microsoft.com/office/drawing/2014/main" id="{1EEC9B37-56B4-B617-0376-8B9B5C33C62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28" y="1133"/>
              <a:ext cx="316" cy="250"/>
              <a:chOff x="2016" y="1980"/>
              <a:chExt cx="316" cy="250"/>
            </a:xfrm>
          </p:grpSpPr>
          <p:sp>
            <p:nvSpPr>
              <p:cNvPr id="69" name="Oval 85">
                <a:extLst>
                  <a:ext uri="{FF2B5EF4-FFF2-40B4-BE49-F238E27FC236}">
                    <a16:creationId xmlns:a16="http://schemas.microsoft.com/office/drawing/2014/main" id="{4DF17AE2-5DB4-9771-3C80-FA9A67441E6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019" y="2102"/>
                <a:ext cx="313" cy="81"/>
              </a:xfrm>
              <a:prstGeom prst="ellipse">
                <a:avLst/>
              </a:prstGeom>
              <a:solidFill>
                <a:schemeClr val="hlink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NZ"/>
              </a:p>
            </p:txBody>
          </p:sp>
          <p:sp>
            <p:nvSpPr>
              <p:cNvPr id="70" name="Line 86">
                <a:extLst>
                  <a:ext uri="{FF2B5EF4-FFF2-40B4-BE49-F238E27FC236}">
                    <a16:creationId xmlns:a16="http://schemas.microsoft.com/office/drawing/2014/main" id="{295857BA-1D51-774C-879A-75EE5295CEA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19" y="2095"/>
                <a:ext cx="0" cy="5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NZ"/>
              </a:p>
            </p:txBody>
          </p:sp>
          <p:sp>
            <p:nvSpPr>
              <p:cNvPr id="71" name="Line 87">
                <a:extLst>
                  <a:ext uri="{FF2B5EF4-FFF2-40B4-BE49-F238E27FC236}">
                    <a16:creationId xmlns:a16="http://schemas.microsoft.com/office/drawing/2014/main" id="{1AC0453C-3E5D-14DF-371C-DEACC7BAE80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332" y="2095"/>
                <a:ext cx="0" cy="5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NZ"/>
              </a:p>
            </p:txBody>
          </p:sp>
          <p:sp>
            <p:nvSpPr>
              <p:cNvPr id="72" name="Rectangle 88">
                <a:extLst>
                  <a:ext uri="{FF2B5EF4-FFF2-40B4-BE49-F238E27FC236}">
                    <a16:creationId xmlns:a16="http://schemas.microsoft.com/office/drawing/2014/main" id="{1BC78298-BC98-9A41-8780-A77D9BA5D4C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019" y="2095"/>
                <a:ext cx="310" cy="49"/>
              </a:xfrm>
              <a:prstGeom prst="rect">
                <a:avLst/>
              </a:prstGeom>
              <a:solidFill>
                <a:schemeClr val="hlink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endParaRPr lang="en-US" altLang="en-US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73" name="Oval 89">
                <a:extLst>
                  <a:ext uri="{FF2B5EF4-FFF2-40B4-BE49-F238E27FC236}">
                    <a16:creationId xmlns:a16="http://schemas.microsoft.com/office/drawing/2014/main" id="{B6F1140F-323D-6739-9A42-B2F0F471397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016" y="2036"/>
                <a:ext cx="313" cy="95"/>
              </a:xfrm>
              <a:prstGeom prst="ellipse">
                <a:avLst/>
              </a:prstGeom>
              <a:solidFill>
                <a:schemeClr val="hlink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NZ"/>
              </a:p>
            </p:txBody>
          </p:sp>
          <p:grpSp>
            <p:nvGrpSpPr>
              <p:cNvPr id="74" name="Group 90">
                <a:extLst>
                  <a:ext uri="{FF2B5EF4-FFF2-40B4-BE49-F238E27FC236}">
                    <a16:creationId xmlns:a16="http://schemas.microsoft.com/office/drawing/2014/main" id="{A48300EE-0D23-F758-DEF9-B7AE41EA4A5F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027" y="1980"/>
                <a:ext cx="296" cy="250"/>
                <a:chOff x="2907" y="2429"/>
                <a:chExt cx="301" cy="250"/>
              </a:xfrm>
            </p:grpSpPr>
            <p:sp>
              <p:nvSpPr>
                <p:cNvPr id="75" name="Rectangle 91">
                  <a:extLst>
                    <a:ext uri="{FF2B5EF4-FFF2-40B4-BE49-F238E27FC236}">
                      <a16:creationId xmlns:a16="http://schemas.microsoft.com/office/drawing/2014/main" id="{9F79041B-EBA5-8811-A594-6CE37D52538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chemeClr val="hlink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NZ"/>
                </a:p>
              </p:txBody>
            </p:sp>
            <p:sp>
              <p:nvSpPr>
                <p:cNvPr id="76" name="Text Box 92">
                  <a:extLst>
                    <a:ext uri="{FF2B5EF4-FFF2-40B4-BE49-F238E27FC236}">
                      <a16:creationId xmlns:a16="http://schemas.microsoft.com/office/drawing/2014/main" id="{BD5DE4BF-E1F1-44C5-C813-B1A6C82800D2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907" y="2429"/>
                  <a:ext cx="301" cy="25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/>
                <a:p>
                  <a:pPr algn="ctr"/>
                  <a:r>
                    <a:rPr lang="en-US" altLang="en-US" sz="2000" dirty="0"/>
                    <a:t>3c</a:t>
                  </a:r>
                  <a:endParaRPr lang="en-US" altLang="en-US" sz="2400" dirty="0">
                    <a:latin typeface="Times New Roman" panose="02020603050405020304" pitchFamily="18" charset="0"/>
                  </a:endParaRPr>
                </a:p>
              </p:txBody>
            </p:sp>
          </p:grpSp>
        </p:grpSp>
        <p:sp>
          <p:nvSpPr>
            <p:cNvPr id="57" name="Line 93">
              <a:extLst>
                <a:ext uri="{FF2B5EF4-FFF2-40B4-BE49-F238E27FC236}">
                  <a16:creationId xmlns:a16="http://schemas.microsoft.com/office/drawing/2014/main" id="{00BC3867-0C20-78D9-63D9-10CBC0B4E2D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372" y="1872"/>
              <a:ext cx="93" cy="10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NZ"/>
            </a:p>
          </p:txBody>
        </p:sp>
        <p:sp>
          <p:nvSpPr>
            <p:cNvPr id="58" name="Line 94">
              <a:extLst>
                <a:ext uri="{FF2B5EF4-FFF2-40B4-BE49-F238E27FC236}">
                  <a16:creationId xmlns:a16="http://schemas.microsoft.com/office/drawing/2014/main" id="{A95580A7-DA01-1FBB-0825-86897A86891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26" y="1897"/>
              <a:ext cx="0" cy="24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NZ"/>
            </a:p>
          </p:txBody>
        </p:sp>
        <p:sp>
          <p:nvSpPr>
            <p:cNvPr id="59" name="Line 95">
              <a:extLst>
                <a:ext uri="{FF2B5EF4-FFF2-40B4-BE49-F238E27FC236}">
                  <a16:creationId xmlns:a16="http://schemas.microsoft.com/office/drawing/2014/main" id="{307015DA-27A9-B320-B104-28F82936AB4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28" y="1864"/>
              <a:ext cx="313" cy="211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NZ"/>
            </a:p>
          </p:txBody>
        </p:sp>
        <p:sp>
          <p:nvSpPr>
            <p:cNvPr id="60" name="Line 96">
              <a:extLst>
                <a:ext uri="{FF2B5EF4-FFF2-40B4-BE49-F238E27FC236}">
                  <a16:creationId xmlns:a16="http://schemas.microsoft.com/office/drawing/2014/main" id="{92C2F66C-49CF-E0BF-A4C9-FC5B372223B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804" y="2152"/>
              <a:ext cx="237" cy="7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NZ"/>
            </a:p>
          </p:txBody>
        </p:sp>
        <p:sp>
          <p:nvSpPr>
            <p:cNvPr id="61" name="Line 97">
              <a:extLst>
                <a:ext uri="{FF2B5EF4-FFF2-40B4-BE49-F238E27FC236}">
                  <a16:creationId xmlns:a16="http://schemas.microsoft.com/office/drawing/2014/main" id="{40F68EA2-E9EC-D975-6CFF-328EE9701EC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1440" y="2041"/>
              <a:ext cx="568" cy="51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NZ"/>
            </a:p>
          </p:txBody>
        </p:sp>
        <p:sp>
          <p:nvSpPr>
            <p:cNvPr id="62" name="Line 98">
              <a:extLst>
                <a:ext uri="{FF2B5EF4-FFF2-40B4-BE49-F238E27FC236}">
                  <a16:creationId xmlns:a16="http://schemas.microsoft.com/office/drawing/2014/main" id="{05DCEE76-BF15-162D-1886-64F97A5EDF3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185" y="1465"/>
              <a:ext cx="220" cy="85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NZ"/>
            </a:p>
          </p:txBody>
        </p:sp>
        <p:sp>
          <p:nvSpPr>
            <p:cNvPr id="63" name="Line 99">
              <a:extLst>
                <a:ext uri="{FF2B5EF4-FFF2-40B4-BE49-F238E27FC236}">
                  <a16:creationId xmlns:a16="http://schemas.microsoft.com/office/drawing/2014/main" id="{750D71F7-8655-1C9B-0259-562F91C593D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48" y="2499"/>
              <a:ext cx="483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NZ"/>
            </a:p>
          </p:txBody>
        </p:sp>
        <p:sp>
          <p:nvSpPr>
            <p:cNvPr id="602112" name="Line 100">
              <a:extLst>
                <a:ext uri="{FF2B5EF4-FFF2-40B4-BE49-F238E27FC236}">
                  <a16:creationId xmlns:a16="http://schemas.microsoft.com/office/drawing/2014/main" id="{E6DDAB82-538F-2325-C2ED-A9DA8AC18F5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60" y="2697"/>
              <a:ext cx="483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NZ"/>
            </a:p>
          </p:txBody>
        </p:sp>
        <p:sp>
          <p:nvSpPr>
            <p:cNvPr id="602113" name="Text Box 101">
              <a:extLst>
                <a:ext uri="{FF2B5EF4-FFF2-40B4-BE49-F238E27FC236}">
                  <a16:creationId xmlns:a16="http://schemas.microsoft.com/office/drawing/2014/main" id="{A9B5B95F-8E2E-DE7E-4312-CEF8A05B924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83" y="2408"/>
              <a:ext cx="830" cy="19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1" hangingPunct="1"/>
              <a:r>
                <a:rPr lang="en-US" altLang="en-US" sz="1400" dirty="0"/>
                <a:t>eBGP session</a:t>
              </a:r>
            </a:p>
          </p:txBody>
        </p:sp>
        <p:sp>
          <p:nvSpPr>
            <p:cNvPr id="64" name="Text Box 102">
              <a:extLst>
                <a:ext uri="{FF2B5EF4-FFF2-40B4-BE49-F238E27FC236}">
                  <a16:creationId xmlns:a16="http://schemas.microsoft.com/office/drawing/2014/main" id="{26EE15E9-D2D5-FFC8-1192-7D776092A43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83" y="2597"/>
              <a:ext cx="793" cy="19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1" hangingPunct="1"/>
              <a:r>
                <a:rPr lang="en-US" altLang="en-US" sz="1400" dirty="0"/>
                <a:t>iBGP session</a:t>
              </a:r>
            </a:p>
          </p:txBody>
        </p:sp>
        <p:sp>
          <p:nvSpPr>
            <p:cNvPr id="65" name="Line 103">
              <a:extLst>
                <a:ext uri="{FF2B5EF4-FFF2-40B4-BE49-F238E27FC236}">
                  <a16:creationId xmlns:a16="http://schemas.microsoft.com/office/drawing/2014/main" id="{2B7103B7-C5A0-C583-50F5-B2E1D8175DB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695" y="1313"/>
              <a:ext cx="152" cy="11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NZ"/>
            </a:p>
          </p:txBody>
        </p:sp>
        <p:sp>
          <p:nvSpPr>
            <p:cNvPr id="66" name="Line 104">
              <a:extLst>
                <a:ext uri="{FF2B5EF4-FFF2-40B4-BE49-F238E27FC236}">
                  <a16:creationId xmlns:a16="http://schemas.microsoft.com/office/drawing/2014/main" id="{B2130B05-5AE5-4CFF-58A4-46ABC01598AB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24" y="1330"/>
              <a:ext cx="93" cy="237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NZ"/>
            </a:p>
          </p:txBody>
        </p:sp>
        <p:sp>
          <p:nvSpPr>
            <p:cNvPr id="67" name="Line 105">
              <a:extLst>
                <a:ext uri="{FF2B5EF4-FFF2-40B4-BE49-F238E27FC236}">
                  <a16:creationId xmlns:a16="http://schemas.microsoft.com/office/drawing/2014/main" id="{D1DD17F8-86EB-C48D-3914-E9B33C4B74C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25" y="1508"/>
              <a:ext cx="43" cy="144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NZ"/>
            </a:p>
          </p:txBody>
        </p:sp>
        <p:sp>
          <p:nvSpPr>
            <p:cNvPr id="68" name="Line 106">
              <a:extLst>
                <a:ext uri="{FF2B5EF4-FFF2-40B4-BE49-F238E27FC236}">
                  <a16:creationId xmlns:a16="http://schemas.microsoft.com/office/drawing/2014/main" id="{1DDD49A5-7FEF-CEE3-CF9D-5FAF1CDB749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81" y="2092"/>
              <a:ext cx="127" cy="85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NZ"/>
            </a:p>
          </p:txBody>
        </p:sp>
      </p:grpSp>
    </p:spTree>
    <p:extLst>
      <p:ext uri="{BB962C8B-B14F-4D97-AF65-F5344CB8AC3E}">
        <p14:creationId xmlns:p14="http://schemas.microsoft.com/office/powerpoint/2010/main" val="34022881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21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21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21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719259-4297-5F2E-8A5A-D15F6361F0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Functional Procedures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8C7C1C-E3AF-4925-D592-D29BF20936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990600"/>
            <a:ext cx="8229600" cy="2451629"/>
          </a:xfrm>
        </p:spPr>
        <p:txBody>
          <a:bodyPr/>
          <a:lstStyle/>
          <a:p>
            <a:r>
              <a:rPr lang="en-GB" dirty="0"/>
              <a:t>Neighbour acquisition</a:t>
            </a:r>
          </a:p>
          <a:p>
            <a:pPr lvl="1"/>
            <a:r>
              <a:rPr lang="en-GB" sz="2200" dirty="0"/>
              <a:t>Two neighbouring routers in different autonomous systems agree to exchange routing information regularly.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F930426-2C97-8D3F-1110-41B60CFB48D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DACE9E11-39C8-4E20-894F-A4A883CCF6EF}" type="slidenum">
              <a:rPr lang="en-US" smtClean="0"/>
              <a:pPr>
                <a:defRPr/>
              </a:pPr>
              <a:t>16</a:t>
            </a:fld>
            <a:endParaRPr lang="en-US" dirty="0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944DF3BE-D05D-F797-03FD-89758E43484D}"/>
              </a:ext>
            </a:extLst>
          </p:cNvPr>
          <p:cNvGrpSpPr>
            <a:grpSpLocks/>
          </p:cNvGrpSpPr>
          <p:nvPr/>
        </p:nvGrpSpPr>
        <p:grpSpPr bwMode="auto">
          <a:xfrm>
            <a:off x="1192212" y="3833743"/>
            <a:ext cx="6811963" cy="2943225"/>
            <a:chOff x="22" y="937"/>
            <a:chExt cx="4291" cy="1854"/>
          </a:xfrm>
        </p:grpSpPr>
        <p:sp>
          <p:nvSpPr>
            <p:cNvPr id="6" name="Freeform 5">
              <a:extLst>
                <a:ext uri="{FF2B5EF4-FFF2-40B4-BE49-F238E27FC236}">
                  <a16:creationId xmlns:a16="http://schemas.microsoft.com/office/drawing/2014/main" id="{5681DC2E-E309-E278-3759-4E75E40808BA}"/>
                </a:ext>
              </a:extLst>
            </p:cNvPr>
            <p:cNvSpPr>
              <a:spLocks/>
            </p:cNvSpPr>
            <p:nvPr/>
          </p:nvSpPr>
          <p:spPr bwMode="auto">
            <a:xfrm>
              <a:off x="2691" y="1091"/>
              <a:ext cx="1611" cy="1025"/>
            </a:xfrm>
            <a:custGeom>
              <a:avLst/>
              <a:gdLst>
                <a:gd name="T0" fmla="*/ 56 w 1162"/>
                <a:gd name="T1" fmla="*/ 162 h 543"/>
                <a:gd name="T2" fmla="*/ 368 w 1162"/>
                <a:gd name="T3" fmla="*/ 14 h 543"/>
                <a:gd name="T4" fmla="*/ 940 w 1162"/>
                <a:gd name="T5" fmla="*/ 79 h 543"/>
                <a:gd name="T6" fmla="*/ 1144 w 1162"/>
                <a:gd name="T7" fmla="*/ 239 h 543"/>
                <a:gd name="T8" fmla="*/ 1048 w 1162"/>
                <a:gd name="T9" fmla="*/ 451 h 543"/>
                <a:gd name="T10" fmla="*/ 586 w 1162"/>
                <a:gd name="T11" fmla="*/ 541 h 543"/>
                <a:gd name="T12" fmla="*/ 88 w 1162"/>
                <a:gd name="T13" fmla="*/ 439 h 543"/>
                <a:gd name="T14" fmla="*/ 56 w 1162"/>
                <a:gd name="T15" fmla="*/ 162 h 5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162" h="543">
                  <a:moveTo>
                    <a:pt x="56" y="162"/>
                  </a:moveTo>
                  <a:cubicBezTo>
                    <a:pt x="115" y="100"/>
                    <a:pt x="221" y="28"/>
                    <a:pt x="368" y="14"/>
                  </a:cubicBezTo>
                  <a:cubicBezTo>
                    <a:pt x="515" y="0"/>
                    <a:pt x="811" y="42"/>
                    <a:pt x="940" y="79"/>
                  </a:cubicBezTo>
                  <a:cubicBezTo>
                    <a:pt x="1069" y="116"/>
                    <a:pt x="1126" y="177"/>
                    <a:pt x="1144" y="239"/>
                  </a:cubicBezTo>
                  <a:cubicBezTo>
                    <a:pt x="1162" y="301"/>
                    <a:pt x="1141" y="401"/>
                    <a:pt x="1048" y="451"/>
                  </a:cubicBezTo>
                  <a:cubicBezTo>
                    <a:pt x="955" y="501"/>
                    <a:pt x="746" y="543"/>
                    <a:pt x="586" y="541"/>
                  </a:cubicBezTo>
                  <a:cubicBezTo>
                    <a:pt x="426" y="539"/>
                    <a:pt x="176" y="502"/>
                    <a:pt x="88" y="439"/>
                  </a:cubicBezTo>
                  <a:cubicBezTo>
                    <a:pt x="0" y="376"/>
                    <a:pt x="63" y="220"/>
                    <a:pt x="56" y="162"/>
                  </a:cubicBezTo>
                  <a:close/>
                </a:path>
              </a:pathLst>
            </a:custGeom>
            <a:solidFill>
              <a:srgbClr val="66CC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NZ"/>
            </a:p>
          </p:txBody>
        </p:sp>
        <p:sp>
          <p:nvSpPr>
            <p:cNvPr id="7" name="Freeform 6">
              <a:extLst>
                <a:ext uri="{FF2B5EF4-FFF2-40B4-BE49-F238E27FC236}">
                  <a16:creationId xmlns:a16="http://schemas.microsoft.com/office/drawing/2014/main" id="{1B2957E2-A64C-4BC3-AFEA-2F2C4397897F}"/>
                </a:ext>
              </a:extLst>
            </p:cNvPr>
            <p:cNvSpPr>
              <a:spLocks/>
            </p:cNvSpPr>
            <p:nvPr/>
          </p:nvSpPr>
          <p:spPr bwMode="auto">
            <a:xfrm>
              <a:off x="22" y="937"/>
              <a:ext cx="1255" cy="1016"/>
            </a:xfrm>
            <a:custGeom>
              <a:avLst/>
              <a:gdLst>
                <a:gd name="T0" fmla="*/ 88 w 1198"/>
                <a:gd name="T1" fmla="*/ 181 h 451"/>
                <a:gd name="T2" fmla="*/ 180 w 1198"/>
                <a:gd name="T3" fmla="*/ 89 h 451"/>
                <a:gd name="T4" fmla="*/ 448 w 1198"/>
                <a:gd name="T5" fmla="*/ 49 h 451"/>
                <a:gd name="T6" fmla="*/ 988 w 1198"/>
                <a:gd name="T7" fmla="*/ 25 h 451"/>
                <a:gd name="T8" fmla="*/ 1181 w 1198"/>
                <a:gd name="T9" fmla="*/ 197 h 451"/>
                <a:gd name="T10" fmla="*/ 889 w 1198"/>
                <a:gd name="T11" fmla="*/ 413 h 451"/>
                <a:gd name="T12" fmla="*/ 307 w 1198"/>
                <a:gd name="T13" fmla="*/ 425 h 451"/>
                <a:gd name="T14" fmla="*/ 36 w 1198"/>
                <a:gd name="T15" fmla="*/ 337 h 451"/>
                <a:gd name="T16" fmla="*/ 88 w 1198"/>
                <a:gd name="T17" fmla="*/ 181 h 4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198" h="451">
                  <a:moveTo>
                    <a:pt x="88" y="181"/>
                  </a:moveTo>
                  <a:cubicBezTo>
                    <a:pt x="159" y="143"/>
                    <a:pt x="120" y="111"/>
                    <a:pt x="180" y="89"/>
                  </a:cubicBezTo>
                  <a:cubicBezTo>
                    <a:pt x="240" y="67"/>
                    <a:pt x="313" y="60"/>
                    <a:pt x="448" y="49"/>
                  </a:cubicBezTo>
                  <a:cubicBezTo>
                    <a:pt x="583" y="38"/>
                    <a:pt x="866" y="0"/>
                    <a:pt x="988" y="25"/>
                  </a:cubicBezTo>
                  <a:cubicBezTo>
                    <a:pt x="1110" y="50"/>
                    <a:pt x="1198" y="132"/>
                    <a:pt x="1181" y="197"/>
                  </a:cubicBezTo>
                  <a:cubicBezTo>
                    <a:pt x="1164" y="262"/>
                    <a:pt x="1034" y="375"/>
                    <a:pt x="889" y="413"/>
                  </a:cubicBezTo>
                  <a:cubicBezTo>
                    <a:pt x="744" y="451"/>
                    <a:pt x="449" y="438"/>
                    <a:pt x="307" y="425"/>
                  </a:cubicBezTo>
                  <a:cubicBezTo>
                    <a:pt x="165" y="412"/>
                    <a:pt x="72" y="378"/>
                    <a:pt x="36" y="337"/>
                  </a:cubicBezTo>
                  <a:cubicBezTo>
                    <a:pt x="0" y="296"/>
                    <a:pt x="77" y="213"/>
                    <a:pt x="88" y="181"/>
                  </a:cubicBezTo>
                  <a:close/>
                </a:path>
              </a:pathLst>
            </a:custGeom>
            <a:solidFill>
              <a:srgbClr val="66CC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NZ" dirty="0"/>
            </a:p>
          </p:txBody>
        </p:sp>
        <p:sp>
          <p:nvSpPr>
            <p:cNvPr id="8" name="Freeform 7">
              <a:extLst>
                <a:ext uri="{FF2B5EF4-FFF2-40B4-BE49-F238E27FC236}">
                  <a16:creationId xmlns:a16="http://schemas.microsoft.com/office/drawing/2014/main" id="{BC35342E-18B2-9D3A-A14B-2F40EE449B81}"/>
                </a:ext>
              </a:extLst>
            </p:cNvPr>
            <p:cNvSpPr>
              <a:spLocks/>
            </p:cNvSpPr>
            <p:nvPr/>
          </p:nvSpPr>
          <p:spPr bwMode="auto">
            <a:xfrm>
              <a:off x="810" y="1696"/>
              <a:ext cx="1676" cy="707"/>
            </a:xfrm>
            <a:custGeom>
              <a:avLst/>
              <a:gdLst>
                <a:gd name="T0" fmla="*/ 155 w 1583"/>
                <a:gd name="T1" fmla="*/ 224 h 682"/>
                <a:gd name="T2" fmla="*/ 407 w 1583"/>
                <a:gd name="T3" fmla="*/ 74 h 682"/>
                <a:gd name="T4" fmla="*/ 785 w 1583"/>
                <a:gd name="T5" fmla="*/ 20 h 682"/>
                <a:gd name="T6" fmla="*/ 1157 w 1583"/>
                <a:gd name="T7" fmla="*/ 194 h 682"/>
                <a:gd name="T8" fmla="*/ 1564 w 1583"/>
                <a:gd name="T9" fmla="*/ 428 h 682"/>
                <a:gd name="T10" fmla="*/ 1272 w 1583"/>
                <a:gd name="T11" fmla="*/ 644 h 682"/>
                <a:gd name="T12" fmla="*/ 690 w 1583"/>
                <a:gd name="T13" fmla="*/ 656 h 682"/>
                <a:gd name="T14" fmla="*/ 89 w 1583"/>
                <a:gd name="T15" fmla="*/ 596 h 682"/>
                <a:gd name="T16" fmla="*/ 155 w 1583"/>
                <a:gd name="T17" fmla="*/ 224 h 6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583" h="682">
                  <a:moveTo>
                    <a:pt x="155" y="224"/>
                  </a:moveTo>
                  <a:cubicBezTo>
                    <a:pt x="208" y="137"/>
                    <a:pt x="302" y="108"/>
                    <a:pt x="407" y="74"/>
                  </a:cubicBezTo>
                  <a:cubicBezTo>
                    <a:pt x="512" y="40"/>
                    <a:pt x="660" y="0"/>
                    <a:pt x="785" y="20"/>
                  </a:cubicBezTo>
                  <a:cubicBezTo>
                    <a:pt x="910" y="40"/>
                    <a:pt x="1027" y="126"/>
                    <a:pt x="1157" y="194"/>
                  </a:cubicBezTo>
                  <a:cubicBezTo>
                    <a:pt x="1287" y="262"/>
                    <a:pt x="1545" y="353"/>
                    <a:pt x="1564" y="428"/>
                  </a:cubicBezTo>
                  <a:cubicBezTo>
                    <a:pt x="1583" y="503"/>
                    <a:pt x="1417" y="606"/>
                    <a:pt x="1272" y="644"/>
                  </a:cubicBezTo>
                  <a:cubicBezTo>
                    <a:pt x="1127" y="682"/>
                    <a:pt x="887" y="664"/>
                    <a:pt x="690" y="656"/>
                  </a:cubicBezTo>
                  <a:cubicBezTo>
                    <a:pt x="493" y="648"/>
                    <a:pt x="178" y="668"/>
                    <a:pt x="89" y="596"/>
                  </a:cubicBezTo>
                  <a:cubicBezTo>
                    <a:pt x="0" y="524"/>
                    <a:pt x="102" y="311"/>
                    <a:pt x="155" y="224"/>
                  </a:cubicBezTo>
                  <a:close/>
                </a:path>
              </a:pathLst>
            </a:custGeom>
            <a:solidFill>
              <a:srgbClr val="66CC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NZ"/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49F3C89F-5873-E6F3-3844-CE7D2DECC28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1" y="1610"/>
              <a:ext cx="313" cy="81"/>
            </a:xfrm>
            <a:prstGeom prst="ellipse">
              <a:avLst/>
            </a:prstGeom>
            <a:solidFill>
              <a:schemeClr val="hlink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NZ"/>
            </a:p>
          </p:txBody>
        </p:sp>
        <p:sp>
          <p:nvSpPr>
            <p:cNvPr id="10" name="Line 9">
              <a:extLst>
                <a:ext uri="{FF2B5EF4-FFF2-40B4-BE49-F238E27FC236}">
                  <a16:creationId xmlns:a16="http://schemas.microsoft.com/office/drawing/2014/main" id="{22EDA255-DE2D-8144-B3D8-A70888359A6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1" y="1603"/>
              <a:ext cx="0" cy="5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NZ"/>
            </a:p>
          </p:txBody>
        </p:sp>
        <p:sp>
          <p:nvSpPr>
            <p:cNvPr id="11" name="Line 10">
              <a:extLst>
                <a:ext uri="{FF2B5EF4-FFF2-40B4-BE49-F238E27FC236}">
                  <a16:creationId xmlns:a16="http://schemas.microsoft.com/office/drawing/2014/main" id="{3391F7FE-B5A0-1432-8B16-A13E382180B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74" y="1603"/>
              <a:ext cx="0" cy="5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NZ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7CFDC21A-3309-8755-4DB3-E077ADB9002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1" y="1603"/>
              <a:ext cx="310" cy="49"/>
            </a:xfrm>
            <a:prstGeom prst="rect">
              <a:avLst/>
            </a:prstGeom>
            <a:solidFill>
              <a:schemeClr val="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2F79AF98-0325-8601-7BDF-0B50562756B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8" y="1544"/>
              <a:ext cx="313" cy="95"/>
            </a:xfrm>
            <a:prstGeom prst="ellipse">
              <a:avLst/>
            </a:prstGeom>
            <a:solidFill>
              <a:schemeClr val="hlink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NZ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6C348B24-5E40-3AA5-0F81-FABFE01CD9B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5" y="1557"/>
              <a:ext cx="141" cy="124"/>
            </a:xfrm>
            <a:prstGeom prst="rect">
              <a:avLst/>
            </a:prstGeom>
            <a:solidFill>
              <a:schemeClr val="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NZ"/>
            </a:p>
          </p:txBody>
        </p:sp>
        <p:sp>
          <p:nvSpPr>
            <p:cNvPr id="15" name="Text Box 14">
              <a:extLst>
                <a:ext uri="{FF2B5EF4-FFF2-40B4-BE49-F238E27FC236}">
                  <a16:creationId xmlns:a16="http://schemas.microsoft.com/office/drawing/2014/main" id="{7D2A05DB-E222-DAB5-FF21-B66FD9B42A6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5" y="1496"/>
              <a:ext cx="309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/>
              <a:r>
                <a:rPr lang="en-US" altLang="en-US" sz="2000"/>
                <a:t>3b</a:t>
              </a:r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A3B9BE01-E6BB-6874-11F2-DF1596C3A96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79" y="2216"/>
              <a:ext cx="313" cy="81"/>
            </a:xfrm>
            <a:prstGeom prst="ellipse">
              <a:avLst/>
            </a:prstGeom>
            <a:solidFill>
              <a:schemeClr val="hlink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NZ"/>
            </a:p>
          </p:txBody>
        </p:sp>
        <p:sp>
          <p:nvSpPr>
            <p:cNvPr id="17" name="Line 16">
              <a:extLst>
                <a:ext uri="{FF2B5EF4-FFF2-40B4-BE49-F238E27FC236}">
                  <a16:creationId xmlns:a16="http://schemas.microsoft.com/office/drawing/2014/main" id="{267F6358-DF43-EE95-E5AF-934848BF74A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79" y="2209"/>
              <a:ext cx="0" cy="5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NZ"/>
            </a:p>
          </p:txBody>
        </p:sp>
        <p:sp>
          <p:nvSpPr>
            <p:cNvPr id="18" name="Line 17">
              <a:extLst>
                <a:ext uri="{FF2B5EF4-FFF2-40B4-BE49-F238E27FC236}">
                  <a16:creationId xmlns:a16="http://schemas.microsoft.com/office/drawing/2014/main" id="{43982CAE-D259-E912-F780-3138B633886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92" y="2209"/>
              <a:ext cx="0" cy="5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NZ"/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E2873909-9049-CF49-8165-8D5A3765E9C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79" y="2209"/>
              <a:ext cx="310" cy="49"/>
            </a:xfrm>
            <a:prstGeom prst="rect">
              <a:avLst/>
            </a:prstGeom>
            <a:solidFill>
              <a:schemeClr val="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DFD811CF-4FB2-4F20-714C-5160F2458F9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76" y="2150"/>
              <a:ext cx="313" cy="95"/>
            </a:xfrm>
            <a:prstGeom prst="ellipse">
              <a:avLst/>
            </a:prstGeom>
            <a:solidFill>
              <a:schemeClr val="hlink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NZ"/>
            </a:p>
          </p:txBody>
        </p:sp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F4B2D5A1-3592-1687-075E-00E6ED7BB01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497" y="2096"/>
              <a:ext cx="282" cy="250"/>
              <a:chOff x="2916" y="2429"/>
              <a:chExt cx="284" cy="250"/>
            </a:xfrm>
          </p:grpSpPr>
          <p:sp>
            <p:nvSpPr>
              <p:cNvPr id="106" name="Rectangle 21">
                <a:extLst>
                  <a:ext uri="{FF2B5EF4-FFF2-40B4-BE49-F238E27FC236}">
                    <a16:creationId xmlns:a16="http://schemas.microsoft.com/office/drawing/2014/main" id="{D82AEB20-BB69-B91C-586E-FD08AB27686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82" y="2490"/>
                <a:ext cx="144" cy="132"/>
              </a:xfrm>
              <a:prstGeom prst="rect">
                <a:avLst/>
              </a:prstGeom>
              <a:solidFill>
                <a:schemeClr val="hlink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NZ"/>
              </a:p>
            </p:txBody>
          </p:sp>
          <p:sp>
            <p:nvSpPr>
              <p:cNvPr id="107" name="Text Box 22">
                <a:extLst>
                  <a:ext uri="{FF2B5EF4-FFF2-40B4-BE49-F238E27FC236}">
                    <a16:creationId xmlns:a16="http://schemas.microsoft.com/office/drawing/2014/main" id="{8B8A87AB-0CB7-F7D5-8B40-D694C9B55C3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916" y="2429"/>
                <a:ext cx="284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ctr"/>
                <a:r>
                  <a:rPr lang="en-US" altLang="en-US" sz="2000"/>
                  <a:t>1d</a:t>
                </a:r>
              </a:p>
            </p:txBody>
          </p:sp>
        </p:grpSp>
        <p:sp>
          <p:nvSpPr>
            <p:cNvPr id="22" name="Oval 23">
              <a:extLst>
                <a:ext uri="{FF2B5EF4-FFF2-40B4-BE49-F238E27FC236}">
                  <a16:creationId xmlns:a16="http://schemas.microsoft.com/office/drawing/2014/main" id="{9689A009-929E-DC0D-9612-ABC19DD43A1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22" y="1478"/>
              <a:ext cx="313" cy="81"/>
            </a:xfrm>
            <a:prstGeom prst="ellipse">
              <a:avLst/>
            </a:prstGeom>
            <a:solidFill>
              <a:schemeClr val="hlink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NZ"/>
            </a:p>
          </p:txBody>
        </p:sp>
        <p:sp>
          <p:nvSpPr>
            <p:cNvPr id="23" name="Line 24">
              <a:extLst>
                <a:ext uri="{FF2B5EF4-FFF2-40B4-BE49-F238E27FC236}">
                  <a16:creationId xmlns:a16="http://schemas.microsoft.com/office/drawing/2014/main" id="{7FF78F8D-F023-EC65-309D-4BFADB9C746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22" y="1471"/>
              <a:ext cx="0" cy="5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NZ"/>
            </a:p>
          </p:txBody>
        </p:sp>
        <p:sp>
          <p:nvSpPr>
            <p:cNvPr id="24" name="Line 25">
              <a:extLst>
                <a:ext uri="{FF2B5EF4-FFF2-40B4-BE49-F238E27FC236}">
                  <a16:creationId xmlns:a16="http://schemas.microsoft.com/office/drawing/2014/main" id="{534F1BCE-A049-5A6C-C99F-D3932EEC101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35" y="1471"/>
              <a:ext cx="0" cy="5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NZ"/>
            </a:p>
          </p:txBody>
        </p:sp>
        <p:sp>
          <p:nvSpPr>
            <p:cNvPr id="25" name="Rectangle 26">
              <a:extLst>
                <a:ext uri="{FF2B5EF4-FFF2-40B4-BE49-F238E27FC236}">
                  <a16:creationId xmlns:a16="http://schemas.microsoft.com/office/drawing/2014/main" id="{BCACC30E-BC33-3C6C-B6D5-70F5FB20B9A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22" y="1471"/>
              <a:ext cx="310" cy="49"/>
            </a:xfrm>
            <a:prstGeom prst="rect">
              <a:avLst/>
            </a:prstGeom>
            <a:solidFill>
              <a:schemeClr val="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26" name="Oval 27">
              <a:extLst>
                <a:ext uri="{FF2B5EF4-FFF2-40B4-BE49-F238E27FC236}">
                  <a16:creationId xmlns:a16="http://schemas.microsoft.com/office/drawing/2014/main" id="{90F0B239-9721-2B1D-D7A2-AD80998CE6A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19" y="1412"/>
              <a:ext cx="313" cy="95"/>
            </a:xfrm>
            <a:prstGeom prst="ellipse">
              <a:avLst/>
            </a:prstGeom>
            <a:solidFill>
              <a:schemeClr val="hlink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NZ"/>
            </a:p>
          </p:txBody>
        </p:sp>
        <p:sp>
          <p:nvSpPr>
            <p:cNvPr id="27" name="Rectangle 28">
              <a:extLst>
                <a:ext uri="{FF2B5EF4-FFF2-40B4-BE49-F238E27FC236}">
                  <a16:creationId xmlns:a16="http://schemas.microsoft.com/office/drawing/2014/main" id="{7C16A054-99D9-41DF-768E-800D2A02FCE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06" y="1425"/>
              <a:ext cx="142" cy="110"/>
            </a:xfrm>
            <a:prstGeom prst="rect">
              <a:avLst/>
            </a:prstGeom>
            <a:solidFill>
              <a:schemeClr val="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NZ"/>
            </a:p>
          </p:txBody>
        </p:sp>
        <p:sp>
          <p:nvSpPr>
            <p:cNvPr id="28" name="Text Box 29">
              <a:extLst>
                <a:ext uri="{FF2B5EF4-FFF2-40B4-BE49-F238E27FC236}">
                  <a16:creationId xmlns:a16="http://schemas.microsoft.com/office/drawing/2014/main" id="{C4F1BA7F-F3F9-8497-71F0-BFA30FF0BC8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32" y="1364"/>
              <a:ext cx="29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/>
              <a:r>
                <a:rPr lang="en-US" altLang="en-US" sz="2000"/>
                <a:t>3a</a:t>
              </a:r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29" name="Oval 30">
              <a:extLst>
                <a:ext uri="{FF2B5EF4-FFF2-40B4-BE49-F238E27FC236}">
                  <a16:creationId xmlns:a16="http://schemas.microsoft.com/office/drawing/2014/main" id="{AF7F81E8-7A94-8CF1-8077-48D83EA7182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43" y="1820"/>
              <a:ext cx="313" cy="81"/>
            </a:xfrm>
            <a:prstGeom prst="ellipse">
              <a:avLst/>
            </a:prstGeom>
            <a:solidFill>
              <a:schemeClr val="hlink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NZ"/>
            </a:p>
          </p:txBody>
        </p:sp>
        <p:sp>
          <p:nvSpPr>
            <p:cNvPr id="30" name="Line 31">
              <a:extLst>
                <a:ext uri="{FF2B5EF4-FFF2-40B4-BE49-F238E27FC236}">
                  <a16:creationId xmlns:a16="http://schemas.microsoft.com/office/drawing/2014/main" id="{62B2F2E6-9AA3-66A7-2127-263903D32CB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43" y="1813"/>
              <a:ext cx="0" cy="5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NZ"/>
            </a:p>
          </p:txBody>
        </p:sp>
        <p:sp>
          <p:nvSpPr>
            <p:cNvPr id="31" name="Line 32">
              <a:extLst>
                <a:ext uri="{FF2B5EF4-FFF2-40B4-BE49-F238E27FC236}">
                  <a16:creationId xmlns:a16="http://schemas.microsoft.com/office/drawing/2014/main" id="{6FB89B52-F8B9-3CB1-9FC5-E02FCE3D9E3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56" y="1813"/>
              <a:ext cx="0" cy="5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NZ"/>
            </a:p>
          </p:txBody>
        </p:sp>
        <p:sp>
          <p:nvSpPr>
            <p:cNvPr id="32" name="Rectangle 33">
              <a:extLst>
                <a:ext uri="{FF2B5EF4-FFF2-40B4-BE49-F238E27FC236}">
                  <a16:creationId xmlns:a16="http://schemas.microsoft.com/office/drawing/2014/main" id="{18C5A50A-FEF4-6482-9EF9-B6C5C73EAB4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43" y="1813"/>
              <a:ext cx="310" cy="49"/>
            </a:xfrm>
            <a:prstGeom prst="rect">
              <a:avLst/>
            </a:prstGeom>
            <a:solidFill>
              <a:schemeClr val="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33" name="Oval 34">
              <a:extLst>
                <a:ext uri="{FF2B5EF4-FFF2-40B4-BE49-F238E27FC236}">
                  <a16:creationId xmlns:a16="http://schemas.microsoft.com/office/drawing/2014/main" id="{1E206DDE-D47F-5BDB-3AFA-F1498B0B210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40" y="1754"/>
              <a:ext cx="313" cy="95"/>
            </a:xfrm>
            <a:prstGeom prst="ellipse">
              <a:avLst/>
            </a:prstGeom>
            <a:solidFill>
              <a:schemeClr val="hlink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NZ"/>
            </a:p>
          </p:txBody>
        </p:sp>
        <p:grpSp>
          <p:nvGrpSpPr>
            <p:cNvPr id="34" name="Group 35">
              <a:extLst>
                <a:ext uri="{FF2B5EF4-FFF2-40B4-BE49-F238E27FC236}">
                  <a16:creationId xmlns:a16="http://schemas.microsoft.com/office/drawing/2014/main" id="{674935C4-76D7-713A-2F47-47910CA4705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464" y="1700"/>
              <a:ext cx="270" cy="250"/>
              <a:chOff x="2919" y="2429"/>
              <a:chExt cx="277" cy="250"/>
            </a:xfrm>
          </p:grpSpPr>
          <p:sp>
            <p:nvSpPr>
              <p:cNvPr id="104" name="Rectangle 36">
                <a:extLst>
                  <a:ext uri="{FF2B5EF4-FFF2-40B4-BE49-F238E27FC236}">
                    <a16:creationId xmlns:a16="http://schemas.microsoft.com/office/drawing/2014/main" id="{343AF6FA-8EC5-D7E9-AF26-65637757329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82" y="2490"/>
                <a:ext cx="144" cy="132"/>
              </a:xfrm>
              <a:prstGeom prst="rect">
                <a:avLst/>
              </a:prstGeom>
              <a:solidFill>
                <a:schemeClr val="hlink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NZ"/>
              </a:p>
            </p:txBody>
          </p:sp>
          <p:sp>
            <p:nvSpPr>
              <p:cNvPr id="105" name="Text Box 37">
                <a:extLst>
                  <a:ext uri="{FF2B5EF4-FFF2-40B4-BE49-F238E27FC236}">
                    <a16:creationId xmlns:a16="http://schemas.microsoft.com/office/drawing/2014/main" id="{46C8AEFC-99BA-587C-7013-A53495935DE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919" y="2429"/>
                <a:ext cx="277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ctr"/>
                <a:r>
                  <a:rPr lang="en-US" altLang="en-US" sz="2000"/>
                  <a:t>1c</a:t>
                </a:r>
              </a:p>
            </p:txBody>
          </p:sp>
        </p:grpSp>
        <p:sp>
          <p:nvSpPr>
            <p:cNvPr id="35" name="Line 38">
              <a:extLst>
                <a:ext uri="{FF2B5EF4-FFF2-40B4-BE49-F238E27FC236}">
                  <a16:creationId xmlns:a16="http://schemas.microsoft.com/office/drawing/2014/main" id="{1D8642F9-1FA7-2559-7240-213901C5473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38" y="1632"/>
              <a:ext cx="308" cy="9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NZ"/>
            </a:p>
          </p:txBody>
        </p:sp>
        <p:sp>
          <p:nvSpPr>
            <p:cNvPr id="36" name="Freeform 39">
              <a:extLst>
                <a:ext uri="{FF2B5EF4-FFF2-40B4-BE49-F238E27FC236}">
                  <a16:creationId xmlns:a16="http://schemas.microsoft.com/office/drawing/2014/main" id="{1D34DB72-B5C6-4B24-1A33-459F785BC19D}"/>
                </a:ext>
              </a:extLst>
            </p:cNvPr>
            <p:cNvSpPr>
              <a:spLocks/>
            </p:cNvSpPr>
            <p:nvPr/>
          </p:nvSpPr>
          <p:spPr bwMode="auto">
            <a:xfrm>
              <a:off x="566" y="1502"/>
              <a:ext cx="252" cy="114"/>
            </a:xfrm>
            <a:custGeom>
              <a:avLst/>
              <a:gdLst>
                <a:gd name="T0" fmla="*/ 0 w 252"/>
                <a:gd name="T1" fmla="*/ 114 h 114"/>
                <a:gd name="T2" fmla="*/ 252 w 252"/>
                <a:gd name="T3" fmla="*/ 0 h 1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252" h="114">
                  <a:moveTo>
                    <a:pt x="0" y="114"/>
                  </a:moveTo>
                  <a:lnTo>
                    <a:pt x="252" y="0"/>
                  </a:lnTo>
                </a:path>
              </a:pathLst>
            </a:custGeom>
            <a:noFill/>
            <a:ln w="28575" cap="flat" cmpd="sng">
              <a:solidFill>
                <a:schemeClr val="tx1"/>
              </a:solidFill>
              <a:prstDash val="sysDot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NZ"/>
            </a:p>
          </p:txBody>
        </p:sp>
        <p:sp>
          <p:nvSpPr>
            <p:cNvPr id="37" name="Freeform 40">
              <a:extLst>
                <a:ext uri="{FF2B5EF4-FFF2-40B4-BE49-F238E27FC236}">
                  <a16:creationId xmlns:a16="http://schemas.microsoft.com/office/drawing/2014/main" id="{72BE9900-490F-4701-554D-0F3175348E71}"/>
                </a:ext>
              </a:extLst>
            </p:cNvPr>
            <p:cNvSpPr>
              <a:spLocks/>
            </p:cNvSpPr>
            <p:nvPr/>
          </p:nvSpPr>
          <p:spPr bwMode="auto">
            <a:xfrm>
              <a:off x="1002" y="1562"/>
              <a:ext cx="444" cy="258"/>
            </a:xfrm>
            <a:custGeom>
              <a:avLst/>
              <a:gdLst>
                <a:gd name="T0" fmla="*/ 0 w 444"/>
                <a:gd name="T1" fmla="*/ 0 h 258"/>
                <a:gd name="T2" fmla="*/ 444 w 444"/>
                <a:gd name="T3" fmla="*/ 258 h 2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444" h="258">
                  <a:moveTo>
                    <a:pt x="0" y="0"/>
                  </a:moveTo>
                  <a:lnTo>
                    <a:pt x="444" y="258"/>
                  </a:lnTo>
                </a:path>
              </a:pathLst>
            </a:custGeom>
            <a:noFill/>
            <a:ln w="28575" cap="flat" cmpd="sng">
              <a:solidFill>
                <a:schemeClr val="tx1"/>
              </a:solidFill>
              <a:prstDash val="dash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NZ"/>
            </a:p>
          </p:txBody>
        </p:sp>
        <p:sp>
          <p:nvSpPr>
            <p:cNvPr id="38" name="Freeform 41">
              <a:extLst>
                <a:ext uri="{FF2B5EF4-FFF2-40B4-BE49-F238E27FC236}">
                  <a16:creationId xmlns:a16="http://schemas.microsoft.com/office/drawing/2014/main" id="{C0039867-7957-25CB-EF7D-CC38909B5A8B}"/>
                </a:ext>
              </a:extLst>
            </p:cNvPr>
            <p:cNvSpPr>
              <a:spLocks/>
            </p:cNvSpPr>
            <p:nvPr/>
          </p:nvSpPr>
          <p:spPr bwMode="auto">
            <a:xfrm>
              <a:off x="2326" y="1680"/>
              <a:ext cx="654" cy="420"/>
            </a:xfrm>
            <a:custGeom>
              <a:avLst/>
              <a:gdLst>
                <a:gd name="T0" fmla="*/ 0 w 654"/>
                <a:gd name="T1" fmla="*/ 420 h 420"/>
                <a:gd name="T2" fmla="*/ 654 w 654"/>
                <a:gd name="T3" fmla="*/ 0 h 4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654" h="420">
                  <a:moveTo>
                    <a:pt x="0" y="420"/>
                  </a:moveTo>
                  <a:lnTo>
                    <a:pt x="654" y="0"/>
                  </a:lnTo>
                </a:path>
              </a:pathLst>
            </a:custGeom>
            <a:noFill/>
            <a:ln w="28575" cap="flat" cmpd="sng">
              <a:solidFill>
                <a:schemeClr val="tx1"/>
              </a:solidFill>
              <a:prstDash val="dash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NZ"/>
            </a:p>
          </p:txBody>
        </p:sp>
        <p:sp>
          <p:nvSpPr>
            <p:cNvPr id="39" name="Oval 42">
              <a:extLst>
                <a:ext uri="{FF2B5EF4-FFF2-40B4-BE49-F238E27FC236}">
                  <a16:creationId xmlns:a16="http://schemas.microsoft.com/office/drawing/2014/main" id="{BEAA625F-1BFA-3039-6592-384797EFB41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25" y="1616"/>
              <a:ext cx="313" cy="81"/>
            </a:xfrm>
            <a:prstGeom prst="ellipse">
              <a:avLst/>
            </a:prstGeom>
            <a:solidFill>
              <a:schemeClr val="hlink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NZ"/>
            </a:p>
          </p:txBody>
        </p:sp>
        <p:sp>
          <p:nvSpPr>
            <p:cNvPr id="40" name="Line 43">
              <a:extLst>
                <a:ext uri="{FF2B5EF4-FFF2-40B4-BE49-F238E27FC236}">
                  <a16:creationId xmlns:a16="http://schemas.microsoft.com/office/drawing/2014/main" id="{A0544885-94D2-F663-37AC-AD11161CD88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25" y="1609"/>
              <a:ext cx="0" cy="5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NZ"/>
            </a:p>
          </p:txBody>
        </p:sp>
        <p:sp>
          <p:nvSpPr>
            <p:cNvPr id="41" name="Line 44">
              <a:extLst>
                <a:ext uri="{FF2B5EF4-FFF2-40B4-BE49-F238E27FC236}">
                  <a16:creationId xmlns:a16="http://schemas.microsoft.com/office/drawing/2014/main" id="{49ED09C5-C6F3-36AA-F5F2-4EEC3E25EFA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38" y="1609"/>
              <a:ext cx="0" cy="5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NZ"/>
            </a:p>
          </p:txBody>
        </p:sp>
        <p:sp>
          <p:nvSpPr>
            <p:cNvPr id="42" name="Rectangle 45">
              <a:extLst>
                <a:ext uri="{FF2B5EF4-FFF2-40B4-BE49-F238E27FC236}">
                  <a16:creationId xmlns:a16="http://schemas.microsoft.com/office/drawing/2014/main" id="{CEF50425-6915-64DF-6E42-643ECAFAA18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25" y="1609"/>
              <a:ext cx="310" cy="49"/>
            </a:xfrm>
            <a:prstGeom prst="rect">
              <a:avLst/>
            </a:prstGeom>
            <a:solidFill>
              <a:schemeClr val="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43" name="Oval 46">
              <a:extLst>
                <a:ext uri="{FF2B5EF4-FFF2-40B4-BE49-F238E27FC236}">
                  <a16:creationId xmlns:a16="http://schemas.microsoft.com/office/drawing/2014/main" id="{692ACF1B-932E-C9E5-42E9-6820132DAD7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22" y="1550"/>
              <a:ext cx="313" cy="95"/>
            </a:xfrm>
            <a:prstGeom prst="ellipse">
              <a:avLst/>
            </a:prstGeom>
            <a:solidFill>
              <a:schemeClr val="hlink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NZ"/>
            </a:p>
          </p:txBody>
        </p:sp>
        <p:sp>
          <p:nvSpPr>
            <p:cNvPr id="44" name="Rectangle 47">
              <a:extLst>
                <a:ext uri="{FF2B5EF4-FFF2-40B4-BE49-F238E27FC236}">
                  <a16:creationId xmlns:a16="http://schemas.microsoft.com/office/drawing/2014/main" id="{CCA19A25-9CB1-1967-AEBA-F47982CB420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09" y="1563"/>
              <a:ext cx="141" cy="120"/>
            </a:xfrm>
            <a:prstGeom prst="rect">
              <a:avLst/>
            </a:prstGeom>
            <a:solidFill>
              <a:schemeClr val="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NZ"/>
            </a:p>
          </p:txBody>
        </p:sp>
        <p:sp>
          <p:nvSpPr>
            <p:cNvPr id="45" name="Text Box 48">
              <a:extLst>
                <a:ext uri="{FF2B5EF4-FFF2-40B4-BE49-F238E27FC236}">
                  <a16:creationId xmlns:a16="http://schemas.microsoft.com/office/drawing/2014/main" id="{7291B4EC-2F20-0449-D944-5F713C93400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35" y="1502"/>
              <a:ext cx="29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/>
              <a:r>
                <a:rPr lang="en-US" altLang="en-US" sz="2000"/>
                <a:t>2a</a:t>
              </a:r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46" name="Text Box 49">
              <a:extLst>
                <a:ext uri="{FF2B5EF4-FFF2-40B4-BE49-F238E27FC236}">
                  <a16:creationId xmlns:a16="http://schemas.microsoft.com/office/drawing/2014/main" id="{11DA0352-2F4F-5326-5C85-71841385CAA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97" y="1590"/>
              <a:ext cx="442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en-US" sz="2000"/>
                <a:t>AS3</a:t>
              </a:r>
              <a:endParaRPr lang="en-US" altLang="en-US"/>
            </a:p>
          </p:txBody>
        </p:sp>
        <p:sp>
          <p:nvSpPr>
            <p:cNvPr id="47" name="Text Box 50">
              <a:extLst>
                <a:ext uri="{FF2B5EF4-FFF2-40B4-BE49-F238E27FC236}">
                  <a16:creationId xmlns:a16="http://schemas.microsoft.com/office/drawing/2014/main" id="{8DDCDB70-F1C8-2140-9207-19961AC5475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57" y="2131"/>
              <a:ext cx="41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en-US" sz="2000"/>
                <a:t>AS1</a:t>
              </a:r>
              <a:endParaRPr lang="en-US" altLang="en-US"/>
            </a:p>
          </p:txBody>
        </p:sp>
        <p:sp>
          <p:nvSpPr>
            <p:cNvPr id="48" name="Text Box 51">
              <a:extLst>
                <a:ext uri="{FF2B5EF4-FFF2-40B4-BE49-F238E27FC236}">
                  <a16:creationId xmlns:a16="http://schemas.microsoft.com/office/drawing/2014/main" id="{AAD37C0D-8FDA-1E1E-AABD-E56F51E22BC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07" y="1790"/>
              <a:ext cx="409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en-US"/>
                <a:t>AS2</a:t>
              </a:r>
            </a:p>
          </p:txBody>
        </p:sp>
        <p:sp>
          <p:nvSpPr>
            <p:cNvPr id="49" name="Oval 52">
              <a:extLst>
                <a:ext uri="{FF2B5EF4-FFF2-40B4-BE49-F238E27FC236}">
                  <a16:creationId xmlns:a16="http://schemas.microsoft.com/office/drawing/2014/main" id="{E9300520-3F61-B0CA-AF8F-00F2673FC49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7" y="2030"/>
              <a:ext cx="313" cy="81"/>
            </a:xfrm>
            <a:prstGeom prst="ellipse">
              <a:avLst/>
            </a:prstGeom>
            <a:solidFill>
              <a:schemeClr val="hlink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NZ"/>
            </a:p>
          </p:txBody>
        </p:sp>
        <p:sp>
          <p:nvSpPr>
            <p:cNvPr id="50" name="Line 53">
              <a:extLst>
                <a:ext uri="{FF2B5EF4-FFF2-40B4-BE49-F238E27FC236}">
                  <a16:creationId xmlns:a16="http://schemas.microsoft.com/office/drawing/2014/main" id="{85D62BE6-4C26-BEB4-E172-7FCC0C80CEB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37" y="2023"/>
              <a:ext cx="0" cy="5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NZ"/>
            </a:p>
          </p:txBody>
        </p:sp>
        <p:sp>
          <p:nvSpPr>
            <p:cNvPr id="51" name="Line 54">
              <a:extLst>
                <a:ext uri="{FF2B5EF4-FFF2-40B4-BE49-F238E27FC236}">
                  <a16:creationId xmlns:a16="http://schemas.microsoft.com/office/drawing/2014/main" id="{C420DEBF-7125-DEB1-4C0C-D3D1ACEFC86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50" y="2023"/>
              <a:ext cx="0" cy="5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NZ"/>
            </a:p>
          </p:txBody>
        </p:sp>
        <p:sp>
          <p:nvSpPr>
            <p:cNvPr id="52" name="Rectangle 55">
              <a:extLst>
                <a:ext uri="{FF2B5EF4-FFF2-40B4-BE49-F238E27FC236}">
                  <a16:creationId xmlns:a16="http://schemas.microsoft.com/office/drawing/2014/main" id="{98E196E2-D13A-DD57-25F2-D85A4FD1CC1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7" y="2023"/>
              <a:ext cx="310" cy="49"/>
            </a:xfrm>
            <a:prstGeom prst="rect">
              <a:avLst/>
            </a:prstGeom>
            <a:solidFill>
              <a:schemeClr val="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53" name="Oval 56">
              <a:extLst>
                <a:ext uri="{FF2B5EF4-FFF2-40B4-BE49-F238E27FC236}">
                  <a16:creationId xmlns:a16="http://schemas.microsoft.com/office/drawing/2014/main" id="{396AA80B-6630-8305-3F32-08BC9046566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4" y="1968"/>
              <a:ext cx="313" cy="95"/>
            </a:xfrm>
            <a:prstGeom prst="ellipse">
              <a:avLst/>
            </a:prstGeom>
            <a:solidFill>
              <a:schemeClr val="hlink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NZ"/>
            </a:p>
          </p:txBody>
        </p:sp>
        <p:sp>
          <p:nvSpPr>
            <p:cNvPr id="54" name="Rectangle 57">
              <a:extLst>
                <a:ext uri="{FF2B5EF4-FFF2-40B4-BE49-F238E27FC236}">
                  <a16:creationId xmlns:a16="http://schemas.microsoft.com/office/drawing/2014/main" id="{3A3D0356-D6B0-7ECD-DD2F-8ADAA5FBC1E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19" y="1995"/>
              <a:ext cx="142" cy="96"/>
            </a:xfrm>
            <a:prstGeom prst="rect">
              <a:avLst/>
            </a:prstGeom>
            <a:solidFill>
              <a:schemeClr val="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NZ"/>
            </a:p>
          </p:txBody>
        </p:sp>
        <p:sp>
          <p:nvSpPr>
            <p:cNvPr id="55" name="Text Box 58">
              <a:extLst>
                <a:ext uri="{FF2B5EF4-FFF2-40B4-BE49-F238E27FC236}">
                  <a16:creationId xmlns:a16="http://schemas.microsoft.com/office/drawing/2014/main" id="{3FE07413-6A3C-BACB-E740-34AF79A9698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62" y="1914"/>
              <a:ext cx="270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/>
              <a:r>
                <a:rPr lang="en-US" altLang="en-US" sz="2000"/>
                <a:t>1a</a:t>
              </a:r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grpSp>
          <p:nvGrpSpPr>
            <p:cNvPr id="56" name="Group 59">
              <a:extLst>
                <a:ext uri="{FF2B5EF4-FFF2-40B4-BE49-F238E27FC236}">
                  <a16:creationId xmlns:a16="http://schemas.microsoft.com/office/drawing/2014/main" id="{B22E428C-1EEB-AF69-F859-AD79D6D5C89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380" y="1320"/>
              <a:ext cx="316" cy="250"/>
              <a:chOff x="4320" y="1940"/>
              <a:chExt cx="316" cy="250"/>
            </a:xfrm>
          </p:grpSpPr>
          <p:sp>
            <p:nvSpPr>
              <p:cNvPr id="97" name="Oval 60">
                <a:extLst>
                  <a:ext uri="{FF2B5EF4-FFF2-40B4-BE49-F238E27FC236}">
                    <a16:creationId xmlns:a16="http://schemas.microsoft.com/office/drawing/2014/main" id="{6C6D3024-0978-412E-60EA-964C903C726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23" y="2054"/>
                <a:ext cx="313" cy="81"/>
              </a:xfrm>
              <a:prstGeom prst="ellipse">
                <a:avLst/>
              </a:prstGeom>
              <a:solidFill>
                <a:schemeClr val="hlink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NZ"/>
              </a:p>
            </p:txBody>
          </p:sp>
          <p:sp>
            <p:nvSpPr>
              <p:cNvPr id="98" name="Line 61">
                <a:extLst>
                  <a:ext uri="{FF2B5EF4-FFF2-40B4-BE49-F238E27FC236}">
                    <a16:creationId xmlns:a16="http://schemas.microsoft.com/office/drawing/2014/main" id="{B4F20BA2-2B39-08E8-955D-258C80F5FE6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323" y="2047"/>
                <a:ext cx="0" cy="5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NZ"/>
              </a:p>
            </p:txBody>
          </p:sp>
          <p:sp>
            <p:nvSpPr>
              <p:cNvPr id="99" name="Line 62">
                <a:extLst>
                  <a:ext uri="{FF2B5EF4-FFF2-40B4-BE49-F238E27FC236}">
                    <a16:creationId xmlns:a16="http://schemas.microsoft.com/office/drawing/2014/main" id="{18D2F194-4250-B4E5-F172-514249F7804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636" y="2047"/>
                <a:ext cx="0" cy="5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NZ"/>
              </a:p>
            </p:txBody>
          </p:sp>
          <p:sp>
            <p:nvSpPr>
              <p:cNvPr id="100" name="Rectangle 63">
                <a:extLst>
                  <a:ext uri="{FF2B5EF4-FFF2-40B4-BE49-F238E27FC236}">
                    <a16:creationId xmlns:a16="http://schemas.microsoft.com/office/drawing/2014/main" id="{B471ED03-EE0B-2A60-D68F-1D6315C1989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23" y="2047"/>
                <a:ext cx="310" cy="49"/>
              </a:xfrm>
              <a:prstGeom prst="rect">
                <a:avLst/>
              </a:prstGeom>
              <a:solidFill>
                <a:schemeClr val="hlink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endParaRPr lang="en-US" altLang="en-US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01" name="Oval 64">
                <a:extLst>
                  <a:ext uri="{FF2B5EF4-FFF2-40B4-BE49-F238E27FC236}">
                    <a16:creationId xmlns:a16="http://schemas.microsoft.com/office/drawing/2014/main" id="{91C31ED3-64D4-67AC-E2B9-5BA540F0B6A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20" y="1988"/>
                <a:ext cx="313" cy="95"/>
              </a:xfrm>
              <a:prstGeom prst="ellipse">
                <a:avLst/>
              </a:prstGeom>
              <a:solidFill>
                <a:schemeClr val="hlink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NZ"/>
              </a:p>
            </p:txBody>
          </p:sp>
          <p:sp>
            <p:nvSpPr>
              <p:cNvPr id="102" name="Rectangle 65">
                <a:extLst>
                  <a:ext uri="{FF2B5EF4-FFF2-40B4-BE49-F238E27FC236}">
                    <a16:creationId xmlns:a16="http://schemas.microsoft.com/office/drawing/2014/main" id="{9E031633-EF2A-A1A6-3B99-53B0CCE7F89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07" y="2001"/>
                <a:ext cx="141" cy="118"/>
              </a:xfrm>
              <a:prstGeom prst="rect">
                <a:avLst/>
              </a:prstGeom>
              <a:solidFill>
                <a:schemeClr val="hlink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NZ"/>
              </a:p>
            </p:txBody>
          </p:sp>
          <p:sp>
            <p:nvSpPr>
              <p:cNvPr id="103" name="Text Box 66">
                <a:extLst>
                  <a:ext uri="{FF2B5EF4-FFF2-40B4-BE49-F238E27FC236}">
                    <a16:creationId xmlns:a16="http://schemas.microsoft.com/office/drawing/2014/main" id="{57B3F625-891C-73A0-0285-D2F82F099F7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333" y="1940"/>
                <a:ext cx="296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ctr"/>
                <a:r>
                  <a:rPr lang="en-US" altLang="en-US" sz="2000"/>
                  <a:t>2c</a:t>
                </a:r>
                <a:endParaRPr lang="en-US" altLang="en-US" sz="2400"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57" name="Group 67">
              <a:extLst>
                <a:ext uri="{FF2B5EF4-FFF2-40B4-BE49-F238E27FC236}">
                  <a16:creationId xmlns:a16="http://schemas.microsoft.com/office/drawing/2014/main" id="{B9E1456D-C119-BC38-0007-28B71E2BF19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546" y="1610"/>
              <a:ext cx="316" cy="250"/>
              <a:chOff x="4596" y="2162"/>
              <a:chExt cx="316" cy="250"/>
            </a:xfrm>
          </p:grpSpPr>
          <p:sp>
            <p:nvSpPr>
              <p:cNvPr id="90" name="Oval 68">
                <a:extLst>
                  <a:ext uri="{FF2B5EF4-FFF2-40B4-BE49-F238E27FC236}">
                    <a16:creationId xmlns:a16="http://schemas.microsoft.com/office/drawing/2014/main" id="{EC777AB9-EC74-ED39-A503-70CF043C47A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599" y="2276"/>
                <a:ext cx="313" cy="81"/>
              </a:xfrm>
              <a:prstGeom prst="ellipse">
                <a:avLst/>
              </a:prstGeom>
              <a:solidFill>
                <a:schemeClr val="hlink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NZ"/>
              </a:p>
            </p:txBody>
          </p:sp>
          <p:sp>
            <p:nvSpPr>
              <p:cNvPr id="91" name="Line 69">
                <a:extLst>
                  <a:ext uri="{FF2B5EF4-FFF2-40B4-BE49-F238E27FC236}">
                    <a16:creationId xmlns:a16="http://schemas.microsoft.com/office/drawing/2014/main" id="{F2FAF8E6-D280-C9BD-41AD-EAD3C81B356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599" y="2269"/>
                <a:ext cx="0" cy="5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NZ"/>
              </a:p>
            </p:txBody>
          </p:sp>
          <p:sp>
            <p:nvSpPr>
              <p:cNvPr id="92" name="Line 70">
                <a:extLst>
                  <a:ext uri="{FF2B5EF4-FFF2-40B4-BE49-F238E27FC236}">
                    <a16:creationId xmlns:a16="http://schemas.microsoft.com/office/drawing/2014/main" id="{44556DEA-9006-050E-AD8D-E09F4D4E98A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912" y="2269"/>
                <a:ext cx="0" cy="5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NZ"/>
              </a:p>
            </p:txBody>
          </p:sp>
          <p:sp>
            <p:nvSpPr>
              <p:cNvPr id="93" name="Rectangle 71">
                <a:extLst>
                  <a:ext uri="{FF2B5EF4-FFF2-40B4-BE49-F238E27FC236}">
                    <a16:creationId xmlns:a16="http://schemas.microsoft.com/office/drawing/2014/main" id="{19D919B8-6E0C-B184-094D-DC68084C69A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599" y="2269"/>
                <a:ext cx="310" cy="49"/>
              </a:xfrm>
              <a:prstGeom prst="rect">
                <a:avLst/>
              </a:prstGeom>
              <a:solidFill>
                <a:schemeClr val="hlink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endParaRPr lang="en-US" altLang="en-US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94" name="Oval 72">
                <a:extLst>
                  <a:ext uri="{FF2B5EF4-FFF2-40B4-BE49-F238E27FC236}">
                    <a16:creationId xmlns:a16="http://schemas.microsoft.com/office/drawing/2014/main" id="{E11C2FFB-ADC9-AD10-1C98-46714CD80AC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596" y="2210"/>
                <a:ext cx="313" cy="95"/>
              </a:xfrm>
              <a:prstGeom prst="ellipse">
                <a:avLst/>
              </a:prstGeom>
              <a:solidFill>
                <a:schemeClr val="hlink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NZ"/>
              </a:p>
            </p:txBody>
          </p:sp>
          <p:sp>
            <p:nvSpPr>
              <p:cNvPr id="95" name="Rectangle 73">
                <a:extLst>
                  <a:ext uri="{FF2B5EF4-FFF2-40B4-BE49-F238E27FC236}">
                    <a16:creationId xmlns:a16="http://schemas.microsoft.com/office/drawing/2014/main" id="{82B1C648-52EF-5D52-EC9B-487977B366C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83" y="2223"/>
                <a:ext cx="142" cy="110"/>
              </a:xfrm>
              <a:prstGeom prst="rect">
                <a:avLst/>
              </a:prstGeom>
              <a:solidFill>
                <a:schemeClr val="hlink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NZ"/>
              </a:p>
            </p:txBody>
          </p:sp>
          <p:sp>
            <p:nvSpPr>
              <p:cNvPr id="96" name="Text Box 74">
                <a:extLst>
                  <a:ext uri="{FF2B5EF4-FFF2-40B4-BE49-F238E27FC236}">
                    <a16:creationId xmlns:a16="http://schemas.microsoft.com/office/drawing/2014/main" id="{1E56202B-8B83-D879-2C92-A32F9ADCBA4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603" y="2162"/>
                <a:ext cx="309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ctr"/>
                <a:r>
                  <a:rPr lang="en-US" altLang="en-US" sz="2000"/>
                  <a:t>2b</a:t>
                </a:r>
                <a:endParaRPr lang="en-US" altLang="en-US" sz="2400"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58" name="Group 75">
              <a:extLst>
                <a:ext uri="{FF2B5EF4-FFF2-40B4-BE49-F238E27FC236}">
                  <a16:creationId xmlns:a16="http://schemas.microsoft.com/office/drawing/2014/main" id="{CFC2E514-5085-13DB-CC32-2C6CF37278A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016" y="1980"/>
              <a:ext cx="316" cy="250"/>
              <a:chOff x="2016" y="1980"/>
              <a:chExt cx="316" cy="250"/>
            </a:xfrm>
          </p:grpSpPr>
          <p:sp>
            <p:nvSpPr>
              <p:cNvPr id="82" name="Oval 76">
                <a:extLst>
                  <a:ext uri="{FF2B5EF4-FFF2-40B4-BE49-F238E27FC236}">
                    <a16:creationId xmlns:a16="http://schemas.microsoft.com/office/drawing/2014/main" id="{32C4FE10-9636-9840-C6B4-DB986B665B2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019" y="2102"/>
                <a:ext cx="313" cy="81"/>
              </a:xfrm>
              <a:prstGeom prst="ellipse">
                <a:avLst/>
              </a:prstGeom>
              <a:solidFill>
                <a:schemeClr val="hlink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NZ"/>
              </a:p>
            </p:txBody>
          </p:sp>
          <p:sp>
            <p:nvSpPr>
              <p:cNvPr id="83" name="Line 77">
                <a:extLst>
                  <a:ext uri="{FF2B5EF4-FFF2-40B4-BE49-F238E27FC236}">
                    <a16:creationId xmlns:a16="http://schemas.microsoft.com/office/drawing/2014/main" id="{0AE167F5-BCF9-7861-A04F-C7D08EA1A53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19" y="2095"/>
                <a:ext cx="0" cy="5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NZ"/>
              </a:p>
            </p:txBody>
          </p:sp>
          <p:sp>
            <p:nvSpPr>
              <p:cNvPr id="84" name="Line 78">
                <a:extLst>
                  <a:ext uri="{FF2B5EF4-FFF2-40B4-BE49-F238E27FC236}">
                    <a16:creationId xmlns:a16="http://schemas.microsoft.com/office/drawing/2014/main" id="{EE5A6A81-2C6F-409B-95EE-6514C59D6F9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332" y="2095"/>
                <a:ext cx="0" cy="5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NZ"/>
              </a:p>
            </p:txBody>
          </p:sp>
          <p:sp>
            <p:nvSpPr>
              <p:cNvPr id="85" name="Rectangle 79">
                <a:extLst>
                  <a:ext uri="{FF2B5EF4-FFF2-40B4-BE49-F238E27FC236}">
                    <a16:creationId xmlns:a16="http://schemas.microsoft.com/office/drawing/2014/main" id="{38161FA3-C21F-A1A8-DA03-7A6554F75D8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019" y="2095"/>
                <a:ext cx="310" cy="49"/>
              </a:xfrm>
              <a:prstGeom prst="rect">
                <a:avLst/>
              </a:prstGeom>
              <a:solidFill>
                <a:schemeClr val="hlink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endParaRPr lang="en-US" altLang="en-US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86" name="Oval 80">
                <a:extLst>
                  <a:ext uri="{FF2B5EF4-FFF2-40B4-BE49-F238E27FC236}">
                    <a16:creationId xmlns:a16="http://schemas.microsoft.com/office/drawing/2014/main" id="{31A22D7A-FEBD-0116-BDA9-A9066F7C8BD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016" y="2036"/>
                <a:ext cx="313" cy="95"/>
              </a:xfrm>
              <a:prstGeom prst="ellipse">
                <a:avLst/>
              </a:prstGeom>
              <a:solidFill>
                <a:schemeClr val="hlink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NZ"/>
              </a:p>
            </p:txBody>
          </p:sp>
          <p:grpSp>
            <p:nvGrpSpPr>
              <p:cNvPr id="87" name="Group 81">
                <a:extLst>
                  <a:ext uri="{FF2B5EF4-FFF2-40B4-BE49-F238E27FC236}">
                    <a16:creationId xmlns:a16="http://schemas.microsoft.com/office/drawing/2014/main" id="{517A8F23-2595-A216-1A14-541A3D9D2665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034" y="1980"/>
                <a:ext cx="283" cy="250"/>
                <a:chOff x="2914" y="2429"/>
                <a:chExt cx="288" cy="250"/>
              </a:xfrm>
            </p:grpSpPr>
            <p:sp>
              <p:nvSpPr>
                <p:cNvPr id="88" name="Rectangle 82">
                  <a:extLst>
                    <a:ext uri="{FF2B5EF4-FFF2-40B4-BE49-F238E27FC236}">
                      <a16:creationId xmlns:a16="http://schemas.microsoft.com/office/drawing/2014/main" id="{49D9F07C-5D97-E44F-DB8B-0269710F180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chemeClr val="hlink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NZ"/>
                </a:p>
              </p:txBody>
            </p:sp>
            <p:sp>
              <p:nvSpPr>
                <p:cNvPr id="89" name="Text Box 83">
                  <a:extLst>
                    <a:ext uri="{FF2B5EF4-FFF2-40B4-BE49-F238E27FC236}">
                      <a16:creationId xmlns:a16="http://schemas.microsoft.com/office/drawing/2014/main" id="{97B0CE6D-6FF7-38CE-0C0E-FDBD52838AE2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914" y="2429"/>
                  <a:ext cx="288" cy="25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/>
                <a:p>
                  <a:pPr algn="ctr"/>
                  <a:r>
                    <a:rPr lang="en-US" altLang="en-US" sz="2000"/>
                    <a:t>1b</a:t>
                  </a:r>
                  <a:endParaRPr lang="en-US" altLang="en-US" sz="2400">
                    <a:latin typeface="Times New Roman" panose="02020603050405020304" pitchFamily="18" charset="0"/>
                  </a:endParaRPr>
                </a:p>
              </p:txBody>
            </p:sp>
          </p:grpSp>
        </p:grpSp>
        <p:grpSp>
          <p:nvGrpSpPr>
            <p:cNvPr id="59" name="Group 84">
              <a:extLst>
                <a:ext uri="{FF2B5EF4-FFF2-40B4-BE49-F238E27FC236}">
                  <a16:creationId xmlns:a16="http://schemas.microsoft.com/office/drawing/2014/main" id="{91AD807E-4FEE-4F11-7487-D3558661199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28" y="1133"/>
              <a:ext cx="316" cy="250"/>
              <a:chOff x="2016" y="1980"/>
              <a:chExt cx="316" cy="250"/>
            </a:xfrm>
          </p:grpSpPr>
          <p:sp>
            <p:nvSpPr>
              <p:cNvPr id="74" name="Oval 85">
                <a:extLst>
                  <a:ext uri="{FF2B5EF4-FFF2-40B4-BE49-F238E27FC236}">
                    <a16:creationId xmlns:a16="http://schemas.microsoft.com/office/drawing/2014/main" id="{155F29F2-04FE-FB14-EC3C-D46EA7C0F75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019" y="2102"/>
                <a:ext cx="313" cy="81"/>
              </a:xfrm>
              <a:prstGeom prst="ellipse">
                <a:avLst/>
              </a:prstGeom>
              <a:solidFill>
                <a:schemeClr val="hlink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NZ"/>
              </a:p>
            </p:txBody>
          </p:sp>
          <p:sp>
            <p:nvSpPr>
              <p:cNvPr id="75" name="Line 86">
                <a:extLst>
                  <a:ext uri="{FF2B5EF4-FFF2-40B4-BE49-F238E27FC236}">
                    <a16:creationId xmlns:a16="http://schemas.microsoft.com/office/drawing/2014/main" id="{12BFF896-D190-4548-E533-917E5EE00E6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19" y="2095"/>
                <a:ext cx="0" cy="5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NZ"/>
              </a:p>
            </p:txBody>
          </p:sp>
          <p:sp>
            <p:nvSpPr>
              <p:cNvPr id="76" name="Line 87">
                <a:extLst>
                  <a:ext uri="{FF2B5EF4-FFF2-40B4-BE49-F238E27FC236}">
                    <a16:creationId xmlns:a16="http://schemas.microsoft.com/office/drawing/2014/main" id="{C398B6ED-3E57-2777-FB98-97365C99BCD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332" y="2095"/>
                <a:ext cx="0" cy="5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NZ"/>
              </a:p>
            </p:txBody>
          </p:sp>
          <p:sp>
            <p:nvSpPr>
              <p:cNvPr id="77" name="Rectangle 88">
                <a:extLst>
                  <a:ext uri="{FF2B5EF4-FFF2-40B4-BE49-F238E27FC236}">
                    <a16:creationId xmlns:a16="http://schemas.microsoft.com/office/drawing/2014/main" id="{225749D3-FC56-8CDD-41A4-1FF75B47D3C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019" y="2095"/>
                <a:ext cx="310" cy="49"/>
              </a:xfrm>
              <a:prstGeom prst="rect">
                <a:avLst/>
              </a:prstGeom>
              <a:solidFill>
                <a:schemeClr val="hlink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endParaRPr lang="en-US" altLang="en-US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78" name="Oval 89">
                <a:extLst>
                  <a:ext uri="{FF2B5EF4-FFF2-40B4-BE49-F238E27FC236}">
                    <a16:creationId xmlns:a16="http://schemas.microsoft.com/office/drawing/2014/main" id="{B133C13B-55E3-C3E9-BC1E-AE692B6A541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016" y="2036"/>
                <a:ext cx="313" cy="95"/>
              </a:xfrm>
              <a:prstGeom prst="ellipse">
                <a:avLst/>
              </a:prstGeom>
              <a:solidFill>
                <a:schemeClr val="hlink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NZ"/>
              </a:p>
            </p:txBody>
          </p:sp>
          <p:grpSp>
            <p:nvGrpSpPr>
              <p:cNvPr id="79" name="Group 90">
                <a:extLst>
                  <a:ext uri="{FF2B5EF4-FFF2-40B4-BE49-F238E27FC236}">
                    <a16:creationId xmlns:a16="http://schemas.microsoft.com/office/drawing/2014/main" id="{98DD9532-2D20-0A15-5313-1532363C848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027" y="1980"/>
                <a:ext cx="296" cy="250"/>
                <a:chOff x="2907" y="2429"/>
                <a:chExt cx="301" cy="250"/>
              </a:xfrm>
            </p:grpSpPr>
            <p:sp>
              <p:nvSpPr>
                <p:cNvPr id="80" name="Rectangle 91">
                  <a:extLst>
                    <a:ext uri="{FF2B5EF4-FFF2-40B4-BE49-F238E27FC236}">
                      <a16:creationId xmlns:a16="http://schemas.microsoft.com/office/drawing/2014/main" id="{B7EBB6F0-72E5-1F03-C992-D92817612C2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chemeClr val="hlink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NZ"/>
                </a:p>
              </p:txBody>
            </p:sp>
            <p:sp>
              <p:nvSpPr>
                <p:cNvPr id="81" name="Text Box 92">
                  <a:extLst>
                    <a:ext uri="{FF2B5EF4-FFF2-40B4-BE49-F238E27FC236}">
                      <a16:creationId xmlns:a16="http://schemas.microsoft.com/office/drawing/2014/main" id="{E07C98C7-4486-13CB-B038-532BA0CCCA98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907" y="2429"/>
                  <a:ext cx="301" cy="25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/>
                <a:p>
                  <a:pPr algn="ctr"/>
                  <a:r>
                    <a:rPr lang="en-US" altLang="en-US" sz="2000" dirty="0"/>
                    <a:t>3c</a:t>
                  </a:r>
                  <a:endParaRPr lang="en-US" altLang="en-US" sz="2400" dirty="0">
                    <a:latin typeface="Times New Roman" panose="02020603050405020304" pitchFamily="18" charset="0"/>
                  </a:endParaRPr>
                </a:p>
              </p:txBody>
            </p:sp>
          </p:grpSp>
        </p:grpSp>
        <p:sp>
          <p:nvSpPr>
            <p:cNvPr id="60" name="Line 93">
              <a:extLst>
                <a:ext uri="{FF2B5EF4-FFF2-40B4-BE49-F238E27FC236}">
                  <a16:creationId xmlns:a16="http://schemas.microsoft.com/office/drawing/2014/main" id="{ACD5007F-8B6E-F6F6-616E-0F7E0651FCE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372" y="1872"/>
              <a:ext cx="93" cy="10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NZ"/>
            </a:p>
          </p:txBody>
        </p:sp>
        <p:sp>
          <p:nvSpPr>
            <p:cNvPr id="61" name="Line 94">
              <a:extLst>
                <a:ext uri="{FF2B5EF4-FFF2-40B4-BE49-F238E27FC236}">
                  <a16:creationId xmlns:a16="http://schemas.microsoft.com/office/drawing/2014/main" id="{DD50CE94-D161-6C39-CFE5-7FF3905A82C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26" y="1897"/>
              <a:ext cx="0" cy="24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NZ"/>
            </a:p>
          </p:txBody>
        </p:sp>
        <p:sp>
          <p:nvSpPr>
            <p:cNvPr id="62" name="Line 95">
              <a:extLst>
                <a:ext uri="{FF2B5EF4-FFF2-40B4-BE49-F238E27FC236}">
                  <a16:creationId xmlns:a16="http://schemas.microsoft.com/office/drawing/2014/main" id="{F887EDD3-AB60-4319-3DB7-C712D904498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28" y="1864"/>
              <a:ext cx="313" cy="211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NZ"/>
            </a:p>
          </p:txBody>
        </p:sp>
        <p:sp>
          <p:nvSpPr>
            <p:cNvPr id="63" name="Line 96">
              <a:extLst>
                <a:ext uri="{FF2B5EF4-FFF2-40B4-BE49-F238E27FC236}">
                  <a16:creationId xmlns:a16="http://schemas.microsoft.com/office/drawing/2014/main" id="{EA83B37A-6C5A-07E7-FBFF-8A0F687D9B6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804" y="2152"/>
              <a:ext cx="237" cy="7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NZ"/>
            </a:p>
          </p:txBody>
        </p:sp>
        <p:sp>
          <p:nvSpPr>
            <p:cNvPr id="64" name="Line 97">
              <a:extLst>
                <a:ext uri="{FF2B5EF4-FFF2-40B4-BE49-F238E27FC236}">
                  <a16:creationId xmlns:a16="http://schemas.microsoft.com/office/drawing/2014/main" id="{9F19E944-37B5-197A-DC1E-CA0352020A9F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1440" y="2041"/>
              <a:ext cx="568" cy="51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NZ"/>
            </a:p>
          </p:txBody>
        </p:sp>
        <p:sp>
          <p:nvSpPr>
            <p:cNvPr id="65" name="Line 98">
              <a:extLst>
                <a:ext uri="{FF2B5EF4-FFF2-40B4-BE49-F238E27FC236}">
                  <a16:creationId xmlns:a16="http://schemas.microsoft.com/office/drawing/2014/main" id="{61E9B53B-02A8-6728-E597-CC62E0C464A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185" y="1465"/>
              <a:ext cx="220" cy="85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NZ"/>
            </a:p>
          </p:txBody>
        </p:sp>
        <p:sp>
          <p:nvSpPr>
            <p:cNvPr id="66" name="Line 99">
              <a:extLst>
                <a:ext uri="{FF2B5EF4-FFF2-40B4-BE49-F238E27FC236}">
                  <a16:creationId xmlns:a16="http://schemas.microsoft.com/office/drawing/2014/main" id="{1288EAF8-1BC5-2D8E-9367-95334C7A838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48" y="2499"/>
              <a:ext cx="483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NZ"/>
            </a:p>
          </p:txBody>
        </p:sp>
        <p:sp>
          <p:nvSpPr>
            <p:cNvPr id="67" name="Line 100">
              <a:extLst>
                <a:ext uri="{FF2B5EF4-FFF2-40B4-BE49-F238E27FC236}">
                  <a16:creationId xmlns:a16="http://schemas.microsoft.com/office/drawing/2014/main" id="{B4452195-4D83-0715-B6AD-66B72514856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60" y="2697"/>
              <a:ext cx="483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NZ"/>
            </a:p>
          </p:txBody>
        </p:sp>
        <p:sp>
          <p:nvSpPr>
            <p:cNvPr id="68" name="Text Box 101">
              <a:extLst>
                <a:ext uri="{FF2B5EF4-FFF2-40B4-BE49-F238E27FC236}">
                  <a16:creationId xmlns:a16="http://schemas.microsoft.com/office/drawing/2014/main" id="{7FE3BC47-6B97-087B-1F40-DC0179DD9E6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83" y="2408"/>
              <a:ext cx="830" cy="19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1" hangingPunct="1"/>
              <a:r>
                <a:rPr lang="en-US" altLang="en-US" sz="1400" dirty="0"/>
                <a:t>eBGP session</a:t>
              </a:r>
            </a:p>
          </p:txBody>
        </p:sp>
        <p:sp>
          <p:nvSpPr>
            <p:cNvPr id="69" name="Text Box 102">
              <a:extLst>
                <a:ext uri="{FF2B5EF4-FFF2-40B4-BE49-F238E27FC236}">
                  <a16:creationId xmlns:a16="http://schemas.microsoft.com/office/drawing/2014/main" id="{8C6BECC0-E8D8-CA2E-95C5-6D26DBBF0B1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83" y="2597"/>
              <a:ext cx="793" cy="19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1" hangingPunct="1"/>
              <a:r>
                <a:rPr lang="en-US" altLang="en-US" sz="1400" dirty="0"/>
                <a:t>iBGP session</a:t>
              </a:r>
            </a:p>
          </p:txBody>
        </p:sp>
        <p:sp>
          <p:nvSpPr>
            <p:cNvPr id="70" name="Line 103">
              <a:extLst>
                <a:ext uri="{FF2B5EF4-FFF2-40B4-BE49-F238E27FC236}">
                  <a16:creationId xmlns:a16="http://schemas.microsoft.com/office/drawing/2014/main" id="{D07A7871-94CB-68F1-5356-9E918BD7980B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695" y="1313"/>
              <a:ext cx="152" cy="11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NZ"/>
            </a:p>
          </p:txBody>
        </p:sp>
        <p:sp>
          <p:nvSpPr>
            <p:cNvPr id="71" name="Line 104">
              <a:extLst>
                <a:ext uri="{FF2B5EF4-FFF2-40B4-BE49-F238E27FC236}">
                  <a16:creationId xmlns:a16="http://schemas.microsoft.com/office/drawing/2014/main" id="{C98A5453-FCC1-89A4-A0CD-0A21B8C0150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24" y="1330"/>
              <a:ext cx="93" cy="237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NZ"/>
            </a:p>
          </p:txBody>
        </p:sp>
        <p:sp>
          <p:nvSpPr>
            <p:cNvPr id="72" name="Line 105">
              <a:extLst>
                <a:ext uri="{FF2B5EF4-FFF2-40B4-BE49-F238E27FC236}">
                  <a16:creationId xmlns:a16="http://schemas.microsoft.com/office/drawing/2014/main" id="{2C356832-2265-DD71-ADF0-33B635F00AA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25" y="1508"/>
              <a:ext cx="43" cy="144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NZ"/>
            </a:p>
          </p:txBody>
        </p:sp>
        <p:sp>
          <p:nvSpPr>
            <p:cNvPr id="73" name="Line 106">
              <a:extLst>
                <a:ext uri="{FF2B5EF4-FFF2-40B4-BE49-F238E27FC236}">
                  <a16:creationId xmlns:a16="http://schemas.microsoft.com/office/drawing/2014/main" id="{BC90D6EE-9914-3306-22EE-3CA795BE9BB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81" y="2092"/>
              <a:ext cx="127" cy="85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NZ"/>
            </a:p>
          </p:txBody>
        </p:sp>
      </p:grpSp>
      <p:sp>
        <p:nvSpPr>
          <p:cNvPr id="108" name="Oval 107">
            <a:extLst>
              <a:ext uri="{FF2B5EF4-FFF2-40B4-BE49-F238E27FC236}">
                <a16:creationId xmlns:a16="http://schemas.microsoft.com/office/drawing/2014/main" id="{1E0744C2-CAFB-23BD-137B-A9DB2A96BDB2}"/>
              </a:ext>
            </a:extLst>
          </p:cNvPr>
          <p:cNvSpPr/>
          <p:nvPr/>
        </p:nvSpPr>
        <p:spPr>
          <a:xfrm rot="1640756">
            <a:off x="2282037" y="4573344"/>
            <a:ext cx="1838901" cy="761864"/>
          </a:xfrm>
          <a:prstGeom prst="ellipse">
            <a:avLst/>
          </a:prstGeom>
          <a:solidFill>
            <a:schemeClr val="accent5">
              <a:alpha val="3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AU"/>
          </a:p>
        </p:txBody>
      </p:sp>
      <p:sp>
        <p:nvSpPr>
          <p:cNvPr id="109" name="Oval 108">
            <a:extLst>
              <a:ext uri="{FF2B5EF4-FFF2-40B4-BE49-F238E27FC236}">
                <a16:creationId xmlns:a16="http://schemas.microsoft.com/office/drawing/2014/main" id="{85CFB089-0CCE-2616-58F3-D250404919EE}"/>
              </a:ext>
            </a:extLst>
          </p:cNvPr>
          <p:cNvSpPr/>
          <p:nvPr/>
        </p:nvSpPr>
        <p:spPr>
          <a:xfrm rot="9240317">
            <a:off x="4190328" y="4856025"/>
            <a:ext cx="2256414" cy="865473"/>
          </a:xfrm>
          <a:prstGeom prst="ellipse">
            <a:avLst/>
          </a:prstGeom>
          <a:solidFill>
            <a:schemeClr val="accent5">
              <a:alpha val="3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AU"/>
          </a:p>
        </p:txBody>
      </p:sp>
      <p:sp>
        <p:nvSpPr>
          <p:cNvPr id="111" name="TextBox 110">
            <a:extLst>
              <a:ext uri="{FF2B5EF4-FFF2-40B4-BE49-F238E27FC236}">
                <a16:creationId xmlns:a16="http://schemas.microsoft.com/office/drawing/2014/main" id="{9146EC1F-2976-11EC-08F4-E2B54EDEEAE6}"/>
              </a:ext>
            </a:extLst>
          </p:cNvPr>
          <p:cNvSpPr txBox="1"/>
          <p:nvPr/>
        </p:nvSpPr>
        <p:spPr>
          <a:xfrm>
            <a:off x="3335337" y="2492981"/>
            <a:ext cx="4332048" cy="1354217"/>
          </a:xfrm>
          <a:prstGeom prst="rect">
            <a:avLst/>
          </a:prstGeom>
          <a:solidFill>
            <a:srgbClr val="FFC000"/>
          </a:solidFill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GB" b="1" dirty="0"/>
              <a:t>Open messages: </a:t>
            </a:r>
            <a:r>
              <a:rPr lang="en-GB" dirty="0"/>
              <a:t>open a neighbour relationship with another router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GB" b="1" dirty="0"/>
              <a:t>Keepalive messages: </a:t>
            </a:r>
            <a:r>
              <a:rPr lang="en-GB" dirty="0"/>
              <a:t>acknowledge an Open message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15546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8" grpId="0" animBg="1"/>
      <p:bldP spid="109" grpId="0" animBg="1"/>
      <p:bldP spid="111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719259-4297-5F2E-8A5A-D15F6361F0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Functional Procedures (cont.)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8C7C1C-E3AF-4925-D592-D29BF20936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990600"/>
            <a:ext cx="8229600" cy="2451629"/>
          </a:xfrm>
        </p:spPr>
        <p:txBody>
          <a:bodyPr/>
          <a:lstStyle/>
          <a:p>
            <a:r>
              <a:rPr lang="en-GB" dirty="0"/>
              <a:t>Neighbour reachability </a:t>
            </a:r>
          </a:p>
          <a:p>
            <a:pPr lvl="1"/>
            <a:r>
              <a:rPr lang="en-GB" sz="2200" dirty="0"/>
              <a:t>Each partner needs to be assured that the other partner still exists and is still engaged in the neighbour relationship.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F930426-2C97-8D3F-1110-41B60CFB48D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DACE9E11-39C8-4E20-894F-A4A883CCF6EF}" type="slidenum">
              <a:rPr lang="en-US" smtClean="0"/>
              <a:pPr>
                <a:defRPr/>
              </a:pPr>
              <a:t>17</a:t>
            </a:fld>
            <a:endParaRPr lang="en-US" dirty="0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944DF3BE-D05D-F797-03FD-89758E43484D}"/>
              </a:ext>
            </a:extLst>
          </p:cNvPr>
          <p:cNvGrpSpPr>
            <a:grpSpLocks/>
          </p:cNvGrpSpPr>
          <p:nvPr/>
        </p:nvGrpSpPr>
        <p:grpSpPr bwMode="auto">
          <a:xfrm>
            <a:off x="1192212" y="3833743"/>
            <a:ext cx="6811963" cy="2943225"/>
            <a:chOff x="22" y="937"/>
            <a:chExt cx="4291" cy="1854"/>
          </a:xfrm>
        </p:grpSpPr>
        <p:sp>
          <p:nvSpPr>
            <p:cNvPr id="6" name="Freeform 5">
              <a:extLst>
                <a:ext uri="{FF2B5EF4-FFF2-40B4-BE49-F238E27FC236}">
                  <a16:creationId xmlns:a16="http://schemas.microsoft.com/office/drawing/2014/main" id="{5681DC2E-E309-E278-3759-4E75E40808BA}"/>
                </a:ext>
              </a:extLst>
            </p:cNvPr>
            <p:cNvSpPr>
              <a:spLocks/>
            </p:cNvSpPr>
            <p:nvPr/>
          </p:nvSpPr>
          <p:spPr bwMode="auto">
            <a:xfrm>
              <a:off x="2691" y="1091"/>
              <a:ext cx="1611" cy="1025"/>
            </a:xfrm>
            <a:custGeom>
              <a:avLst/>
              <a:gdLst>
                <a:gd name="T0" fmla="*/ 56 w 1162"/>
                <a:gd name="T1" fmla="*/ 162 h 543"/>
                <a:gd name="T2" fmla="*/ 368 w 1162"/>
                <a:gd name="T3" fmla="*/ 14 h 543"/>
                <a:gd name="T4" fmla="*/ 940 w 1162"/>
                <a:gd name="T5" fmla="*/ 79 h 543"/>
                <a:gd name="T6" fmla="*/ 1144 w 1162"/>
                <a:gd name="T7" fmla="*/ 239 h 543"/>
                <a:gd name="T8" fmla="*/ 1048 w 1162"/>
                <a:gd name="T9" fmla="*/ 451 h 543"/>
                <a:gd name="T10" fmla="*/ 586 w 1162"/>
                <a:gd name="T11" fmla="*/ 541 h 543"/>
                <a:gd name="T12" fmla="*/ 88 w 1162"/>
                <a:gd name="T13" fmla="*/ 439 h 543"/>
                <a:gd name="T14" fmla="*/ 56 w 1162"/>
                <a:gd name="T15" fmla="*/ 162 h 5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162" h="543">
                  <a:moveTo>
                    <a:pt x="56" y="162"/>
                  </a:moveTo>
                  <a:cubicBezTo>
                    <a:pt x="115" y="100"/>
                    <a:pt x="221" y="28"/>
                    <a:pt x="368" y="14"/>
                  </a:cubicBezTo>
                  <a:cubicBezTo>
                    <a:pt x="515" y="0"/>
                    <a:pt x="811" y="42"/>
                    <a:pt x="940" y="79"/>
                  </a:cubicBezTo>
                  <a:cubicBezTo>
                    <a:pt x="1069" y="116"/>
                    <a:pt x="1126" y="177"/>
                    <a:pt x="1144" y="239"/>
                  </a:cubicBezTo>
                  <a:cubicBezTo>
                    <a:pt x="1162" y="301"/>
                    <a:pt x="1141" y="401"/>
                    <a:pt x="1048" y="451"/>
                  </a:cubicBezTo>
                  <a:cubicBezTo>
                    <a:pt x="955" y="501"/>
                    <a:pt x="746" y="543"/>
                    <a:pt x="586" y="541"/>
                  </a:cubicBezTo>
                  <a:cubicBezTo>
                    <a:pt x="426" y="539"/>
                    <a:pt x="176" y="502"/>
                    <a:pt x="88" y="439"/>
                  </a:cubicBezTo>
                  <a:cubicBezTo>
                    <a:pt x="0" y="376"/>
                    <a:pt x="63" y="220"/>
                    <a:pt x="56" y="162"/>
                  </a:cubicBezTo>
                  <a:close/>
                </a:path>
              </a:pathLst>
            </a:custGeom>
            <a:solidFill>
              <a:srgbClr val="66CC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NZ"/>
            </a:p>
          </p:txBody>
        </p:sp>
        <p:sp>
          <p:nvSpPr>
            <p:cNvPr id="7" name="Freeform 6">
              <a:extLst>
                <a:ext uri="{FF2B5EF4-FFF2-40B4-BE49-F238E27FC236}">
                  <a16:creationId xmlns:a16="http://schemas.microsoft.com/office/drawing/2014/main" id="{1B2957E2-A64C-4BC3-AFEA-2F2C4397897F}"/>
                </a:ext>
              </a:extLst>
            </p:cNvPr>
            <p:cNvSpPr>
              <a:spLocks/>
            </p:cNvSpPr>
            <p:nvPr/>
          </p:nvSpPr>
          <p:spPr bwMode="auto">
            <a:xfrm>
              <a:off x="22" y="937"/>
              <a:ext cx="1255" cy="1016"/>
            </a:xfrm>
            <a:custGeom>
              <a:avLst/>
              <a:gdLst>
                <a:gd name="T0" fmla="*/ 88 w 1198"/>
                <a:gd name="T1" fmla="*/ 181 h 451"/>
                <a:gd name="T2" fmla="*/ 180 w 1198"/>
                <a:gd name="T3" fmla="*/ 89 h 451"/>
                <a:gd name="T4" fmla="*/ 448 w 1198"/>
                <a:gd name="T5" fmla="*/ 49 h 451"/>
                <a:gd name="T6" fmla="*/ 988 w 1198"/>
                <a:gd name="T7" fmla="*/ 25 h 451"/>
                <a:gd name="T8" fmla="*/ 1181 w 1198"/>
                <a:gd name="T9" fmla="*/ 197 h 451"/>
                <a:gd name="T10" fmla="*/ 889 w 1198"/>
                <a:gd name="T11" fmla="*/ 413 h 451"/>
                <a:gd name="T12" fmla="*/ 307 w 1198"/>
                <a:gd name="T13" fmla="*/ 425 h 451"/>
                <a:gd name="T14" fmla="*/ 36 w 1198"/>
                <a:gd name="T15" fmla="*/ 337 h 451"/>
                <a:gd name="T16" fmla="*/ 88 w 1198"/>
                <a:gd name="T17" fmla="*/ 181 h 4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198" h="451">
                  <a:moveTo>
                    <a:pt x="88" y="181"/>
                  </a:moveTo>
                  <a:cubicBezTo>
                    <a:pt x="159" y="143"/>
                    <a:pt x="120" y="111"/>
                    <a:pt x="180" y="89"/>
                  </a:cubicBezTo>
                  <a:cubicBezTo>
                    <a:pt x="240" y="67"/>
                    <a:pt x="313" y="60"/>
                    <a:pt x="448" y="49"/>
                  </a:cubicBezTo>
                  <a:cubicBezTo>
                    <a:pt x="583" y="38"/>
                    <a:pt x="866" y="0"/>
                    <a:pt x="988" y="25"/>
                  </a:cubicBezTo>
                  <a:cubicBezTo>
                    <a:pt x="1110" y="50"/>
                    <a:pt x="1198" y="132"/>
                    <a:pt x="1181" y="197"/>
                  </a:cubicBezTo>
                  <a:cubicBezTo>
                    <a:pt x="1164" y="262"/>
                    <a:pt x="1034" y="375"/>
                    <a:pt x="889" y="413"/>
                  </a:cubicBezTo>
                  <a:cubicBezTo>
                    <a:pt x="744" y="451"/>
                    <a:pt x="449" y="438"/>
                    <a:pt x="307" y="425"/>
                  </a:cubicBezTo>
                  <a:cubicBezTo>
                    <a:pt x="165" y="412"/>
                    <a:pt x="72" y="378"/>
                    <a:pt x="36" y="337"/>
                  </a:cubicBezTo>
                  <a:cubicBezTo>
                    <a:pt x="0" y="296"/>
                    <a:pt x="77" y="213"/>
                    <a:pt x="88" y="181"/>
                  </a:cubicBezTo>
                  <a:close/>
                </a:path>
              </a:pathLst>
            </a:custGeom>
            <a:solidFill>
              <a:srgbClr val="66CC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NZ" dirty="0"/>
            </a:p>
          </p:txBody>
        </p:sp>
        <p:sp>
          <p:nvSpPr>
            <p:cNvPr id="8" name="Freeform 7">
              <a:extLst>
                <a:ext uri="{FF2B5EF4-FFF2-40B4-BE49-F238E27FC236}">
                  <a16:creationId xmlns:a16="http://schemas.microsoft.com/office/drawing/2014/main" id="{BC35342E-18B2-9D3A-A14B-2F40EE449B81}"/>
                </a:ext>
              </a:extLst>
            </p:cNvPr>
            <p:cNvSpPr>
              <a:spLocks/>
            </p:cNvSpPr>
            <p:nvPr/>
          </p:nvSpPr>
          <p:spPr bwMode="auto">
            <a:xfrm>
              <a:off x="810" y="1696"/>
              <a:ext cx="1676" cy="707"/>
            </a:xfrm>
            <a:custGeom>
              <a:avLst/>
              <a:gdLst>
                <a:gd name="T0" fmla="*/ 155 w 1583"/>
                <a:gd name="T1" fmla="*/ 224 h 682"/>
                <a:gd name="T2" fmla="*/ 407 w 1583"/>
                <a:gd name="T3" fmla="*/ 74 h 682"/>
                <a:gd name="T4" fmla="*/ 785 w 1583"/>
                <a:gd name="T5" fmla="*/ 20 h 682"/>
                <a:gd name="T6" fmla="*/ 1157 w 1583"/>
                <a:gd name="T7" fmla="*/ 194 h 682"/>
                <a:gd name="T8" fmla="*/ 1564 w 1583"/>
                <a:gd name="T9" fmla="*/ 428 h 682"/>
                <a:gd name="T10" fmla="*/ 1272 w 1583"/>
                <a:gd name="T11" fmla="*/ 644 h 682"/>
                <a:gd name="T12" fmla="*/ 690 w 1583"/>
                <a:gd name="T13" fmla="*/ 656 h 682"/>
                <a:gd name="T14" fmla="*/ 89 w 1583"/>
                <a:gd name="T15" fmla="*/ 596 h 682"/>
                <a:gd name="T16" fmla="*/ 155 w 1583"/>
                <a:gd name="T17" fmla="*/ 224 h 6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583" h="682">
                  <a:moveTo>
                    <a:pt x="155" y="224"/>
                  </a:moveTo>
                  <a:cubicBezTo>
                    <a:pt x="208" y="137"/>
                    <a:pt x="302" y="108"/>
                    <a:pt x="407" y="74"/>
                  </a:cubicBezTo>
                  <a:cubicBezTo>
                    <a:pt x="512" y="40"/>
                    <a:pt x="660" y="0"/>
                    <a:pt x="785" y="20"/>
                  </a:cubicBezTo>
                  <a:cubicBezTo>
                    <a:pt x="910" y="40"/>
                    <a:pt x="1027" y="126"/>
                    <a:pt x="1157" y="194"/>
                  </a:cubicBezTo>
                  <a:cubicBezTo>
                    <a:pt x="1287" y="262"/>
                    <a:pt x="1545" y="353"/>
                    <a:pt x="1564" y="428"/>
                  </a:cubicBezTo>
                  <a:cubicBezTo>
                    <a:pt x="1583" y="503"/>
                    <a:pt x="1417" y="606"/>
                    <a:pt x="1272" y="644"/>
                  </a:cubicBezTo>
                  <a:cubicBezTo>
                    <a:pt x="1127" y="682"/>
                    <a:pt x="887" y="664"/>
                    <a:pt x="690" y="656"/>
                  </a:cubicBezTo>
                  <a:cubicBezTo>
                    <a:pt x="493" y="648"/>
                    <a:pt x="178" y="668"/>
                    <a:pt x="89" y="596"/>
                  </a:cubicBezTo>
                  <a:cubicBezTo>
                    <a:pt x="0" y="524"/>
                    <a:pt x="102" y="311"/>
                    <a:pt x="155" y="224"/>
                  </a:cubicBezTo>
                  <a:close/>
                </a:path>
              </a:pathLst>
            </a:custGeom>
            <a:solidFill>
              <a:srgbClr val="66CC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NZ"/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49F3C89F-5873-E6F3-3844-CE7D2DECC28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1" y="1610"/>
              <a:ext cx="313" cy="81"/>
            </a:xfrm>
            <a:prstGeom prst="ellipse">
              <a:avLst/>
            </a:prstGeom>
            <a:solidFill>
              <a:schemeClr val="hlink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NZ"/>
            </a:p>
          </p:txBody>
        </p:sp>
        <p:sp>
          <p:nvSpPr>
            <p:cNvPr id="10" name="Line 9">
              <a:extLst>
                <a:ext uri="{FF2B5EF4-FFF2-40B4-BE49-F238E27FC236}">
                  <a16:creationId xmlns:a16="http://schemas.microsoft.com/office/drawing/2014/main" id="{22EDA255-DE2D-8144-B3D8-A70888359A6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1" y="1603"/>
              <a:ext cx="0" cy="5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NZ"/>
            </a:p>
          </p:txBody>
        </p:sp>
        <p:sp>
          <p:nvSpPr>
            <p:cNvPr id="11" name="Line 10">
              <a:extLst>
                <a:ext uri="{FF2B5EF4-FFF2-40B4-BE49-F238E27FC236}">
                  <a16:creationId xmlns:a16="http://schemas.microsoft.com/office/drawing/2014/main" id="{3391F7FE-B5A0-1432-8B16-A13E382180B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74" y="1603"/>
              <a:ext cx="0" cy="5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NZ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7CFDC21A-3309-8755-4DB3-E077ADB9002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1" y="1603"/>
              <a:ext cx="310" cy="49"/>
            </a:xfrm>
            <a:prstGeom prst="rect">
              <a:avLst/>
            </a:prstGeom>
            <a:solidFill>
              <a:schemeClr val="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2F79AF98-0325-8601-7BDF-0B50562756B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8" y="1544"/>
              <a:ext cx="313" cy="95"/>
            </a:xfrm>
            <a:prstGeom prst="ellipse">
              <a:avLst/>
            </a:prstGeom>
            <a:solidFill>
              <a:schemeClr val="hlink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NZ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6C348B24-5E40-3AA5-0F81-FABFE01CD9B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5" y="1557"/>
              <a:ext cx="141" cy="124"/>
            </a:xfrm>
            <a:prstGeom prst="rect">
              <a:avLst/>
            </a:prstGeom>
            <a:solidFill>
              <a:schemeClr val="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NZ"/>
            </a:p>
          </p:txBody>
        </p:sp>
        <p:sp>
          <p:nvSpPr>
            <p:cNvPr id="15" name="Text Box 14">
              <a:extLst>
                <a:ext uri="{FF2B5EF4-FFF2-40B4-BE49-F238E27FC236}">
                  <a16:creationId xmlns:a16="http://schemas.microsoft.com/office/drawing/2014/main" id="{7D2A05DB-E222-DAB5-FF21-B66FD9B42A6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5" y="1496"/>
              <a:ext cx="309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/>
              <a:r>
                <a:rPr lang="en-US" altLang="en-US" sz="2000"/>
                <a:t>3b</a:t>
              </a:r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A3B9BE01-E6BB-6874-11F2-DF1596C3A96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79" y="2216"/>
              <a:ext cx="313" cy="81"/>
            </a:xfrm>
            <a:prstGeom prst="ellipse">
              <a:avLst/>
            </a:prstGeom>
            <a:solidFill>
              <a:schemeClr val="hlink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NZ"/>
            </a:p>
          </p:txBody>
        </p:sp>
        <p:sp>
          <p:nvSpPr>
            <p:cNvPr id="17" name="Line 16">
              <a:extLst>
                <a:ext uri="{FF2B5EF4-FFF2-40B4-BE49-F238E27FC236}">
                  <a16:creationId xmlns:a16="http://schemas.microsoft.com/office/drawing/2014/main" id="{267F6358-DF43-EE95-E5AF-934848BF74A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79" y="2209"/>
              <a:ext cx="0" cy="5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NZ"/>
            </a:p>
          </p:txBody>
        </p:sp>
        <p:sp>
          <p:nvSpPr>
            <p:cNvPr id="18" name="Line 17">
              <a:extLst>
                <a:ext uri="{FF2B5EF4-FFF2-40B4-BE49-F238E27FC236}">
                  <a16:creationId xmlns:a16="http://schemas.microsoft.com/office/drawing/2014/main" id="{43982CAE-D259-E912-F780-3138B633886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92" y="2209"/>
              <a:ext cx="0" cy="5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NZ"/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E2873909-9049-CF49-8165-8D5A3765E9C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79" y="2209"/>
              <a:ext cx="310" cy="49"/>
            </a:xfrm>
            <a:prstGeom prst="rect">
              <a:avLst/>
            </a:prstGeom>
            <a:solidFill>
              <a:schemeClr val="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DFD811CF-4FB2-4F20-714C-5160F2458F9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76" y="2150"/>
              <a:ext cx="313" cy="95"/>
            </a:xfrm>
            <a:prstGeom prst="ellipse">
              <a:avLst/>
            </a:prstGeom>
            <a:solidFill>
              <a:schemeClr val="hlink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NZ"/>
            </a:p>
          </p:txBody>
        </p:sp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F4B2D5A1-3592-1687-075E-00E6ED7BB01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497" y="2096"/>
              <a:ext cx="282" cy="250"/>
              <a:chOff x="2916" y="2429"/>
              <a:chExt cx="284" cy="250"/>
            </a:xfrm>
          </p:grpSpPr>
          <p:sp>
            <p:nvSpPr>
              <p:cNvPr id="106" name="Rectangle 21">
                <a:extLst>
                  <a:ext uri="{FF2B5EF4-FFF2-40B4-BE49-F238E27FC236}">
                    <a16:creationId xmlns:a16="http://schemas.microsoft.com/office/drawing/2014/main" id="{D82AEB20-BB69-B91C-586E-FD08AB27686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82" y="2490"/>
                <a:ext cx="144" cy="132"/>
              </a:xfrm>
              <a:prstGeom prst="rect">
                <a:avLst/>
              </a:prstGeom>
              <a:solidFill>
                <a:schemeClr val="hlink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NZ"/>
              </a:p>
            </p:txBody>
          </p:sp>
          <p:sp>
            <p:nvSpPr>
              <p:cNvPr id="107" name="Text Box 22">
                <a:extLst>
                  <a:ext uri="{FF2B5EF4-FFF2-40B4-BE49-F238E27FC236}">
                    <a16:creationId xmlns:a16="http://schemas.microsoft.com/office/drawing/2014/main" id="{8B8A87AB-0CB7-F7D5-8B40-D694C9B55C3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916" y="2429"/>
                <a:ext cx="284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ctr"/>
                <a:r>
                  <a:rPr lang="en-US" altLang="en-US" sz="2000"/>
                  <a:t>1d</a:t>
                </a:r>
              </a:p>
            </p:txBody>
          </p:sp>
        </p:grpSp>
        <p:sp>
          <p:nvSpPr>
            <p:cNvPr id="22" name="Oval 23">
              <a:extLst>
                <a:ext uri="{FF2B5EF4-FFF2-40B4-BE49-F238E27FC236}">
                  <a16:creationId xmlns:a16="http://schemas.microsoft.com/office/drawing/2014/main" id="{9689A009-929E-DC0D-9612-ABC19DD43A1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22" y="1478"/>
              <a:ext cx="313" cy="81"/>
            </a:xfrm>
            <a:prstGeom prst="ellipse">
              <a:avLst/>
            </a:prstGeom>
            <a:solidFill>
              <a:schemeClr val="hlink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NZ"/>
            </a:p>
          </p:txBody>
        </p:sp>
        <p:sp>
          <p:nvSpPr>
            <p:cNvPr id="23" name="Line 24">
              <a:extLst>
                <a:ext uri="{FF2B5EF4-FFF2-40B4-BE49-F238E27FC236}">
                  <a16:creationId xmlns:a16="http://schemas.microsoft.com/office/drawing/2014/main" id="{7FF78F8D-F023-EC65-309D-4BFADB9C746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22" y="1471"/>
              <a:ext cx="0" cy="5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NZ"/>
            </a:p>
          </p:txBody>
        </p:sp>
        <p:sp>
          <p:nvSpPr>
            <p:cNvPr id="24" name="Line 25">
              <a:extLst>
                <a:ext uri="{FF2B5EF4-FFF2-40B4-BE49-F238E27FC236}">
                  <a16:creationId xmlns:a16="http://schemas.microsoft.com/office/drawing/2014/main" id="{534F1BCE-A049-5A6C-C99F-D3932EEC101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35" y="1471"/>
              <a:ext cx="0" cy="5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NZ"/>
            </a:p>
          </p:txBody>
        </p:sp>
        <p:sp>
          <p:nvSpPr>
            <p:cNvPr id="25" name="Rectangle 26">
              <a:extLst>
                <a:ext uri="{FF2B5EF4-FFF2-40B4-BE49-F238E27FC236}">
                  <a16:creationId xmlns:a16="http://schemas.microsoft.com/office/drawing/2014/main" id="{BCACC30E-BC33-3C6C-B6D5-70F5FB20B9A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22" y="1471"/>
              <a:ext cx="310" cy="49"/>
            </a:xfrm>
            <a:prstGeom prst="rect">
              <a:avLst/>
            </a:prstGeom>
            <a:solidFill>
              <a:schemeClr val="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26" name="Oval 27">
              <a:extLst>
                <a:ext uri="{FF2B5EF4-FFF2-40B4-BE49-F238E27FC236}">
                  <a16:creationId xmlns:a16="http://schemas.microsoft.com/office/drawing/2014/main" id="{90F0B239-9721-2B1D-D7A2-AD80998CE6A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19" y="1412"/>
              <a:ext cx="313" cy="95"/>
            </a:xfrm>
            <a:prstGeom prst="ellipse">
              <a:avLst/>
            </a:prstGeom>
            <a:solidFill>
              <a:schemeClr val="hlink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NZ"/>
            </a:p>
          </p:txBody>
        </p:sp>
        <p:sp>
          <p:nvSpPr>
            <p:cNvPr id="27" name="Rectangle 28">
              <a:extLst>
                <a:ext uri="{FF2B5EF4-FFF2-40B4-BE49-F238E27FC236}">
                  <a16:creationId xmlns:a16="http://schemas.microsoft.com/office/drawing/2014/main" id="{7C16A054-99D9-41DF-768E-800D2A02FCE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06" y="1425"/>
              <a:ext cx="142" cy="110"/>
            </a:xfrm>
            <a:prstGeom prst="rect">
              <a:avLst/>
            </a:prstGeom>
            <a:solidFill>
              <a:schemeClr val="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NZ"/>
            </a:p>
          </p:txBody>
        </p:sp>
        <p:sp>
          <p:nvSpPr>
            <p:cNvPr id="28" name="Text Box 29">
              <a:extLst>
                <a:ext uri="{FF2B5EF4-FFF2-40B4-BE49-F238E27FC236}">
                  <a16:creationId xmlns:a16="http://schemas.microsoft.com/office/drawing/2014/main" id="{C4F1BA7F-F3F9-8497-71F0-BFA30FF0BC8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32" y="1364"/>
              <a:ext cx="29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/>
              <a:r>
                <a:rPr lang="en-US" altLang="en-US" sz="2000"/>
                <a:t>3a</a:t>
              </a:r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29" name="Oval 30">
              <a:extLst>
                <a:ext uri="{FF2B5EF4-FFF2-40B4-BE49-F238E27FC236}">
                  <a16:creationId xmlns:a16="http://schemas.microsoft.com/office/drawing/2014/main" id="{AF7F81E8-7A94-8CF1-8077-48D83EA7182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43" y="1820"/>
              <a:ext cx="313" cy="81"/>
            </a:xfrm>
            <a:prstGeom prst="ellipse">
              <a:avLst/>
            </a:prstGeom>
            <a:solidFill>
              <a:schemeClr val="hlink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NZ"/>
            </a:p>
          </p:txBody>
        </p:sp>
        <p:sp>
          <p:nvSpPr>
            <p:cNvPr id="30" name="Line 31">
              <a:extLst>
                <a:ext uri="{FF2B5EF4-FFF2-40B4-BE49-F238E27FC236}">
                  <a16:creationId xmlns:a16="http://schemas.microsoft.com/office/drawing/2014/main" id="{62B2F2E6-9AA3-66A7-2127-263903D32CB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43" y="1813"/>
              <a:ext cx="0" cy="5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NZ"/>
            </a:p>
          </p:txBody>
        </p:sp>
        <p:sp>
          <p:nvSpPr>
            <p:cNvPr id="31" name="Line 32">
              <a:extLst>
                <a:ext uri="{FF2B5EF4-FFF2-40B4-BE49-F238E27FC236}">
                  <a16:creationId xmlns:a16="http://schemas.microsoft.com/office/drawing/2014/main" id="{6FB89B52-F8B9-3CB1-9FC5-E02FCE3D9E3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56" y="1813"/>
              <a:ext cx="0" cy="5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NZ"/>
            </a:p>
          </p:txBody>
        </p:sp>
        <p:sp>
          <p:nvSpPr>
            <p:cNvPr id="32" name="Rectangle 33">
              <a:extLst>
                <a:ext uri="{FF2B5EF4-FFF2-40B4-BE49-F238E27FC236}">
                  <a16:creationId xmlns:a16="http://schemas.microsoft.com/office/drawing/2014/main" id="{18C5A50A-FEF4-6482-9EF9-B6C5C73EAB4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43" y="1813"/>
              <a:ext cx="310" cy="49"/>
            </a:xfrm>
            <a:prstGeom prst="rect">
              <a:avLst/>
            </a:prstGeom>
            <a:solidFill>
              <a:schemeClr val="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33" name="Oval 34">
              <a:extLst>
                <a:ext uri="{FF2B5EF4-FFF2-40B4-BE49-F238E27FC236}">
                  <a16:creationId xmlns:a16="http://schemas.microsoft.com/office/drawing/2014/main" id="{1E206DDE-D47F-5BDB-3AFA-F1498B0B210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40" y="1754"/>
              <a:ext cx="313" cy="95"/>
            </a:xfrm>
            <a:prstGeom prst="ellipse">
              <a:avLst/>
            </a:prstGeom>
            <a:solidFill>
              <a:schemeClr val="hlink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NZ"/>
            </a:p>
          </p:txBody>
        </p:sp>
        <p:grpSp>
          <p:nvGrpSpPr>
            <p:cNvPr id="34" name="Group 35">
              <a:extLst>
                <a:ext uri="{FF2B5EF4-FFF2-40B4-BE49-F238E27FC236}">
                  <a16:creationId xmlns:a16="http://schemas.microsoft.com/office/drawing/2014/main" id="{674935C4-76D7-713A-2F47-47910CA4705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464" y="1700"/>
              <a:ext cx="270" cy="250"/>
              <a:chOff x="2919" y="2429"/>
              <a:chExt cx="277" cy="250"/>
            </a:xfrm>
          </p:grpSpPr>
          <p:sp>
            <p:nvSpPr>
              <p:cNvPr id="104" name="Rectangle 36">
                <a:extLst>
                  <a:ext uri="{FF2B5EF4-FFF2-40B4-BE49-F238E27FC236}">
                    <a16:creationId xmlns:a16="http://schemas.microsoft.com/office/drawing/2014/main" id="{343AF6FA-8EC5-D7E9-AF26-65637757329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82" y="2490"/>
                <a:ext cx="144" cy="132"/>
              </a:xfrm>
              <a:prstGeom prst="rect">
                <a:avLst/>
              </a:prstGeom>
              <a:solidFill>
                <a:schemeClr val="hlink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NZ"/>
              </a:p>
            </p:txBody>
          </p:sp>
          <p:sp>
            <p:nvSpPr>
              <p:cNvPr id="105" name="Text Box 37">
                <a:extLst>
                  <a:ext uri="{FF2B5EF4-FFF2-40B4-BE49-F238E27FC236}">
                    <a16:creationId xmlns:a16="http://schemas.microsoft.com/office/drawing/2014/main" id="{46C8AEFC-99BA-587C-7013-A53495935DE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919" y="2429"/>
                <a:ext cx="277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ctr"/>
                <a:r>
                  <a:rPr lang="en-US" altLang="en-US" sz="2000"/>
                  <a:t>1c</a:t>
                </a:r>
              </a:p>
            </p:txBody>
          </p:sp>
        </p:grpSp>
        <p:sp>
          <p:nvSpPr>
            <p:cNvPr id="35" name="Line 38">
              <a:extLst>
                <a:ext uri="{FF2B5EF4-FFF2-40B4-BE49-F238E27FC236}">
                  <a16:creationId xmlns:a16="http://schemas.microsoft.com/office/drawing/2014/main" id="{1D8642F9-1FA7-2559-7240-213901C5473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38" y="1632"/>
              <a:ext cx="308" cy="9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NZ"/>
            </a:p>
          </p:txBody>
        </p:sp>
        <p:sp>
          <p:nvSpPr>
            <p:cNvPr id="36" name="Freeform 39">
              <a:extLst>
                <a:ext uri="{FF2B5EF4-FFF2-40B4-BE49-F238E27FC236}">
                  <a16:creationId xmlns:a16="http://schemas.microsoft.com/office/drawing/2014/main" id="{1D34DB72-B5C6-4B24-1A33-459F785BC19D}"/>
                </a:ext>
              </a:extLst>
            </p:cNvPr>
            <p:cNvSpPr>
              <a:spLocks/>
            </p:cNvSpPr>
            <p:nvPr/>
          </p:nvSpPr>
          <p:spPr bwMode="auto">
            <a:xfrm>
              <a:off x="566" y="1502"/>
              <a:ext cx="252" cy="114"/>
            </a:xfrm>
            <a:custGeom>
              <a:avLst/>
              <a:gdLst>
                <a:gd name="T0" fmla="*/ 0 w 252"/>
                <a:gd name="T1" fmla="*/ 114 h 114"/>
                <a:gd name="T2" fmla="*/ 252 w 252"/>
                <a:gd name="T3" fmla="*/ 0 h 1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252" h="114">
                  <a:moveTo>
                    <a:pt x="0" y="114"/>
                  </a:moveTo>
                  <a:lnTo>
                    <a:pt x="252" y="0"/>
                  </a:lnTo>
                </a:path>
              </a:pathLst>
            </a:custGeom>
            <a:noFill/>
            <a:ln w="28575" cap="flat" cmpd="sng">
              <a:solidFill>
                <a:schemeClr val="tx1"/>
              </a:solidFill>
              <a:prstDash val="sysDot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NZ"/>
            </a:p>
          </p:txBody>
        </p:sp>
        <p:sp>
          <p:nvSpPr>
            <p:cNvPr id="37" name="Freeform 40">
              <a:extLst>
                <a:ext uri="{FF2B5EF4-FFF2-40B4-BE49-F238E27FC236}">
                  <a16:creationId xmlns:a16="http://schemas.microsoft.com/office/drawing/2014/main" id="{72BE9900-490F-4701-554D-0F3175348E71}"/>
                </a:ext>
              </a:extLst>
            </p:cNvPr>
            <p:cNvSpPr>
              <a:spLocks/>
            </p:cNvSpPr>
            <p:nvPr/>
          </p:nvSpPr>
          <p:spPr bwMode="auto">
            <a:xfrm>
              <a:off x="1002" y="1562"/>
              <a:ext cx="444" cy="258"/>
            </a:xfrm>
            <a:custGeom>
              <a:avLst/>
              <a:gdLst>
                <a:gd name="T0" fmla="*/ 0 w 444"/>
                <a:gd name="T1" fmla="*/ 0 h 258"/>
                <a:gd name="T2" fmla="*/ 444 w 444"/>
                <a:gd name="T3" fmla="*/ 258 h 2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444" h="258">
                  <a:moveTo>
                    <a:pt x="0" y="0"/>
                  </a:moveTo>
                  <a:lnTo>
                    <a:pt x="444" y="258"/>
                  </a:lnTo>
                </a:path>
              </a:pathLst>
            </a:custGeom>
            <a:noFill/>
            <a:ln w="28575" cap="flat" cmpd="sng">
              <a:solidFill>
                <a:schemeClr val="tx1"/>
              </a:solidFill>
              <a:prstDash val="dash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NZ"/>
            </a:p>
          </p:txBody>
        </p:sp>
        <p:sp>
          <p:nvSpPr>
            <p:cNvPr id="38" name="Freeform 41">
              <a:extLst>
                <a:ext uri="{FF2B5EF4-FFF2-40B4-BE49-F238E27FC236}">
                  <a16:creationId xmlns:a16="http://schemas.microsoft.com/office/drawing/2014/main" id="{C0039867-7957-25CB-EF7D-CC38909B5A8B}"/>
                </a:ext>
              </a:extLst>
            </p:cNvPr>
            <p:cNvSpPr>
              <a:spLocks/>
            </p:cNvSpPr>
            <p:nvPr/>
          </p:nvSpPr>
          <p:spPr bwMode="auto">
            <a:xfrm>
              <a:off x="2326" y="1680"/>
              <a:ext cx="654" cy="420"/>
            </a:xfrm>
            <a:custGeom>
              <a:avLst/>
              <a:gdLst>
                <a:gd name="T0" fmla="*/ 0 w 654"/>
                <a:gd name="T1" fmla="*/ 420 h 420"/>
                <a:gd name="T2" fmla="*/ 654 w 654"/>
                <a:gd name="T3" fmla="*/ 0 h 4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654" h="420">
                  <a:moveTo>
                    <a:pt x="0" y="420"/>
                  </a:moveTo>
                  <a:lnTo>
                    <a:pt x="654" y="0"/>
                  </a:lnTo>
                </a:path>
              </a:pathLst>
            </a:custGeom>
            <a:noFill/>
            <a:ln w="28575" cap="flat" cmpd="sng">
              <a:solidFill>
                <a:schemeClr val="tx1"/>
              </a:solidFill>
              <a:prstDash val="dash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NZ"/>
            </a:p>
          </p:txBody>
        </p:sp>
        <p:sp>
          <p:nvSpPr>
            <p:cNvPr id="39" name="Oval 42">
              <a:extLst>
                <a:ext uri="{FF2B5EF4-FFF2-40B4-BE49-F238E27FC236}">
                  <a16:creationId xmlns:a16="http://schemas.microsoft.com/office/drawing/2014/main" id="{BEAA625F-1BFA-3039-6592-384797EFB41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25" y="1616"/>
              <a:ext cx="313" cy="81"/>
            </a:xfrm>
            <a:prstGeom prst="ellipse">
              <a:avLst/>
            </a:prstGeom>
            <a:solidFill>
              <a:schemeClr val="hlink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NZ"/>
            </a:p>
          </p:txBody>
        </p:sp>
        <p:sp>
          <p:nvSpPr>
            <p:cNvPr id="40" name="Line 43">
              <a:extLst>
                <a:ext uri="{FF2B5EF4-FFF2-40B4-BE49-F238E27FC236}">
                  <a16:creationId xmlns:a16="http://schemas.microsoft.com/office/drawing/2014/main" id="{A0544885-94D2-F663-37AC-AD11161CD88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25" y="1609"/>
              <a:ext cx="0" cy="5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NZ"/>
            </a:p>
          </p:txBody>
        </p:sp>
        <p:sp>
          <p:nvSpPr>
            <p:cNvPr id="41" name="Line 44">
              <a:extLst>
                <a:ext uri="{FF2B5EF4-FFF2-40B4-BE49-F238E27FC236}">
                  <a16:creationId xmlns:a16="http://schemas.microsoft.com/office/drawing/2014/main" id="{49ED09C5-C6F3-36AA-F5F2-4EEC3E25EFA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38" y="1609"/>
              <a:ext cx="0" cy="5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NZ"/>
            </a:p>
          </p:txBody>
        </p:sp>
        <p:sp>
          <p:nvSpPr>
            <p:cNvPr id="42" name="Rectangle 45">
              <a:extLst>
                <a:ext uri="{FF2B5EF4-FFF2-40B4-BE49-F238E27FC236}">
                  <a16:creationId xmlns:a16="http://schemas.microsoft.com/office/drawing/2014/main" id="{CEF50425-6915-64DF-6E42-643ECAFAA18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25" y="1609"/>
              <a:ext cx="310" cy="49"/>
            </a:xfrm>
            <a:prstGeom prst="rect">
              <a:avLst/>
            </a:prstGeom>
            <a:solidFill>
              <a:schemeClr val="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43" name="Oval 46">
              <a:extLst>
                <a:ext uri="{FF2B5EF4-FFF2-40B4-BE49-F238E27FC236}">
                  <a16:creationId xmlns:a16="http://schemas.microsoft.com/office/drawing/2014/main" id="{692ACF1B-932E-C9E5-42E9-6820132DAD7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22" y="1550"/>
              <a:ext cx="313" cy="95"/>
            </a:xfrm>
            <a:prstGeom prst="ellipse">
              <a:avLst/>
            </a:prstGeom>
            <a:solidFill>
              <a:schemeClr val="hlink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NZ"/>
            </a:p>
          </p:txBody>
        </p:sp>
        <p:sp>
          <p:nvSpPr>
            <p:cNvPr id="44" name="Rectangle 47">
              <a:extLst>
                <a:ext uri="{FF2B5EF4-FFF2-40B4-BE49-F238E27FC236}">
                  <a16:creationId xmlns:a16="http://schemas.microsoft.com/office/drawing/2014/main" id="{CCA19A25-9CB1-1967-AEBA-F47982CB420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09" y="1563"/>
              <a:ext cx="141" cy="120"/>
            </a:xfrm>
            <a:prstGeom prst="rect">
              <a:avLst/>
            </a:prstGeom>
            <a:solidFill>
              <a:schemeClr val="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NZ"/>
            </a:p>
          </p:txBody>
        </p:sp>
        <p:sp>
          <p:nvSpPr>
            <p:cNvPr id="45" name="Text Box 48">
              <a:extLst>
                <a:ext uri="{FF2B5EF4-FFF2-40B4-BE49-F238E27FC236}">
                  <a16:creationId xmlns:a16="http://schemas.microsoft.com/office/drawing/2014/main" id="{7291B4EC-2F20-0449-D944-5F713C93400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35" y="1502"/>
              <a:ext cx="29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/>
              <a:r>
                <a:rPr lang="en-US" altLang="en-US" sz="2000"/>
                <a:t>2a</a:t>
              </a:r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46" name="Text Box 49">
              <a:extLst>
                <a:ext uri="{FF2B5EF4-FFF2-40B4-BE49-F238E27FC236}">
                  <a16:creationId xmlns:a16="http://schemas.microsoft.com/office/drawing/2014/main" id="{11DA0352-2F4F-5326-5C85-71841385CAA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97" y="1590"/>
              <a:ext cx="442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en-US" sz="2000"/>
                <a:t>AS3</a:t>
              </a:r>
              <a:endParaRPr lang="en-US" altLang="en-US"/>
            </a:p>
          </p:txBody>
        </p:sp>
        <p:sp>
          <p:nvSpPr>
            <p:cNvPr id="47" name="Text Box 50">
              <a:extLst>
                <a:ext uri="{FF2B5EF4-FFF2-40B4-BE49-F238E27FC236}">
                  <a16:creationId xmlns:a16="http://schemas.microsoft.com/office/drawing/2014/main" id="{8DDCDB70-F1C8-2140-9207-19961AC5475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57" y="2131"/>
              <a:ext cx="41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en-US" sz="2000"/>
                <a:t>AS1</a:t>
              </a:r>
              <a:endParaRPr lang="en-US" altLang="en-US"/>
            </a:p>
          </p:txBody>
        </p:sp>
        <p:sp>
          <p:nvSpPr>
            <p:cNvPr id="48" name="Text Box 51">
              <a:extLst>
                <a:ext uri="{FF2B5EF4-FFF2-40B4-BE49-F238E27FC236}">
                  <a16:creationId xmlns:a16="http://schemas.microsoft.com/office/drawing/2014/main" id="{AAD37C0D-8FDA-1E1E-AABD-E56F51E22BC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07" y="1790"/>
              <a:ext cx="409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en-US"/>
                <a:t>AS2</a:t>
              </a:r>
            </a:p>
          </p:txBody>
        </p:sp>
        <p:sp>
          <p:nvSpPr>
            <p:cNvPr id="49" name="Oval 52">
              <a:extLst>
                <a:ext uri="{FF2B5EF4-FFF2-40B4-BE49-F238E27FC236}">
                  <a16:creationId xmlns:a16="http://schemas.microsoft.com/office/drawing/2014/main" id="{E9300520-3F61-B0CA-AF8F-00F2673FC49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7" y="2030"/>
              <a:ext cx="313" cy="81"/>
            </a:xfrm>
            <a:prstGeom prst="ellipse">
              <a:avLst/>
            </a:prstGeom>
            <a:solidFill>
              <a:schemeClr val="hlink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NZ"/>
            </a:p>
          </p:txBody>
        </p:sp>
        <p:sp>
          <p:nvSpPr>
            <p:cNvPr id="50" name="Line 53">
              <a:extLst>
                <a:ext uri="{FF2B5EF4-FFF2-40B4-BE49-F238E27FC236}">
                  <a16:creationId xmlns:a16="http://schemas.microsoft.com/office/drawing/2014/main" id="{85D62BE6-4C26-BEB4-E172-7FCC0C80CEB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37" y="2023"/>
              <a:ext cx="0" cy="5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NZ"/>
            </a:p>
          </p:txBody>
        </p:sp>
        <p:sp>
          <p:nvSpPr>
            <p:cNvPr id="51" name="Line 54">
              <a:extLst>
                <a:ext uri="{FF2B5EF4-FFF2-40B4-BE49-F238E27FC236}">
                  <a16:creationId xmlns:a16="http://schemas.microsoft.com/office/drawing/2014/main" id="{C420DEBF-7125-DEB1-4C0C-D3D1ACEFC86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50" y="2023"/>
              <a:ext cx="0" cy="5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NZ"/>
            </a:p>
          </p:txBody>
        </p:sp>
        <p:sp>
          <p:nvSpPr>
            <p:cNvPr id="52" name="Rectangle 55">
              <a:extLst>
                <a:ext uri="{FF2B5EF4-FFF2-40B4-BE49-F238E27FC236}">
                  <a16:creationId xmlns:a16="http://schemas.microsoft.com/office/drawing/2014/main" id="{98E196E2-D13A-DD57-25F2-D85A4FD1CC1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7" y="2023"/>
              <a:ext cx="310" cy="49"/>
            </a:xfrm>
            <a:prstGeom prst="rect">
              <a:avLst/>
            </a:prstGeom>
            <a:solidFill>
              <a:schemeClr val="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53" name="Oval 56">
              <a:extLst>
                <a:ext uri="{FF2B5EF4-FFF2-40B4-BE49-F238E27FC236}">
                  <a16:creationId xmlns:a16="http://schemas.microsoft.com/office/drawing/2014/main" id="{396AA80B-6630-8305-3F32-08BC9046566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4" y="1968"/>
              <a:ext cx="313" cy="95"/>
            </a:xfrm>
            <a:prstGeom prst="ellipse">
              <a:avLst/>
            </a:prstGeom>
            <a:solidFill>
              <a:schemeClr val="hlink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NZ"/>
            </a:p>
          </p:txBody>
        </p:sp>
        <p:sp>
          <p:nvSpPr>
            <p:cNvPr id="54" name="Rectangle 57">
              <a:extLst>
                <a:ext uri="{FF2B5EF4-FFF2-40B4-BE49-F238E27FC236}">
                  <a16:creationId xmlns:a16="http://schemas.microsoft.com/office/drawing/2014/main" id="{3A3D0356-D6B0-7ECD-DD2F-8ADAA5FBC1E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19" y="1995"/>
              <a:ext cx="142" cy="96"/>
            </a:xfrm>
            <a:prstGeom prst="rect">
              <a:avLst/>
            </a:prstGeom>
            <a:solidFill>
              <a:schemeClr val="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NZ"/>
            </a:p>
          </p:txBody>
        </p:sp>
        <p:sp>
          <p:nvSpPr>
            <p:cNvPr id="55" name="Text Box 58">
              <a:extLst>
                <a:ext uri="{FF2B5EF4-FFF2-40B4-BE49-F238E27FC236}">
                  <a16:creationId xmlns:a16="http://schemas.microsoft.com/office/drawing/2014/main" id="{3FE07413-6A3C-BACB-E740-34AF79A9698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62" y="1914"/>
              <a:ext cx="270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/>
              <a:r>
                <a:rPr lang="en-US" altLang="en-US" sz="2000"/>
                <a:t>1a</a:t>
              </a:r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grpSp>
          <p:nvGrpSpPr>
            <p:cNvPr id="56" name="Group 59">
              <a:extLst>
                <a:ext uri="{FF2B5EF4-FFF2-40B4-BE49-F238E27FC236}">
                  <a16:creationId xmlns:a16="http://schemas.microsoft.com/office/drawing/2014/main" id="{B22E428C-1EEB-AF69-F859-AD79D6D5C89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380" y="1320"/>
              <a:ext cx="316" cy="250"/>
              <a:chOff x="4320" y="1940"/>
              <a:chExt cx="316" cy="250"/>
            </a:xfrm>
          </p:grpSpPr>
          <p:sp>
            <p:nvSpPr>
              <p:cNvPr id="97" name="Oval 60">
                <a:extLst>
                  <a:ext uri="{FF2B5EF4-FFF2-40B4-BE49-F238E27FC236}">
                    <a16:creationId xmlns:a16="http://schemas.microsoft.com/office/drawing/2014/main" id="{6C6D3024-0978-412E-60EA-964C903C726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23" y="2054"/>
                <a:ext cx="313" cy="81"/>
              </a:xfrm>
              <a:prstGeom prst="ellipse">
                <a:avLst/>
              </a:prstGeom>
              <a:solidFill>
                <a:schemeClr val="hlink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NZ"/>
              </a:p>
            </p:txBody>
          </p:sp>
          <p:sp>
            <p:nvSpPr>
              <p:cNvPr id="98" name="Line 61">
                <a:extLst>
                  <a:ext uri="{FF2B5EF4-FFF2-40B4-BE49-F238E27FC236}">
                    <a16:creationId xmlns:a16="http://schemas.microsoft.com/office/drawing/2014/main" id="{B4F20BA2-2B39-08E8-955D-258C80F5FE6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323" y="2047"/>
                <a:ext cx="0" cy="5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NZ"/>
              </a:p>
            </p:txBody>
          </p:sp>
          <p:sp>
            <p:nvSpPr>
              <p:cNvPr id="99" name="Line 62">
                <a:extLst>
                  <a:ext uri="{FF2B5EF4-FFF2-40B4-BE49-F238E27FC236}">
                    <a16:creationId xmlns:a16="http://schemas.microsoft.com/office/drawing/2014/main" id="{18D2F194-4250-B4E5-F172-514249F7804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636" y="2047"/>
                <a:ext cx="0" cy="5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NZ"/>
              </a:p>
            </p:txBody>
          </p:sp>
          <p:sp>
            <p:nvSpPr>
              <p:cNvPr id="100" name="Rectangle 63">
                <a:extLst>
                  <a:ext uri="{FF2B5EF4-FFF2-40B4-BE49-F238E27FC236}">
                    <a16:creationId xmlns:a16="http://schemas.microsoft.com/office/drawing/2014/main" id="{B471ED03-EE0B-2A60-D68F-1D6315C1989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23" y="2047"/>
                <a:ext cx="310" cy="49"/>
              </a:xfrm>
              <a:prstGeom prst="rect">
                <a:avLst/>
              </a:prstGeom>
              <a:solidFill>
                <a:schemeClr val="hlink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endParaRPr lang="en-US" altLang="en-US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01" name="Oval 64">
                <a:extLst>
                  <a:ext uri="{FF2B5EF4-FFF2-40B4-BE49-F238E27FC236}">
                    <a16:creationId xmlns:a16="http://schemas.microsoft.com/office/drawing/2014/main" id="{91C31ED3-64D4-67AC-E2B9-5BA540F0B6A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20" y="1988"/>
                <a:ext cx="313" cy="95"/>
              </a:xfrm>
              <a:prstGeom prst="ellipse">
                <a:avLst/>
              </a:prstGeom>
              <a:solidFill>
                <a:schemeClr val="hlink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NZ"/>
              </a:p>
            </p:txBody>
          </p:sp>
          <p:sp>
            <p:nvSpPr>
              <p:cNvPr id="102" name="Rectangle 65">
                <a:extLst>
                  <a:ext uri="{FF2B5EF4-FFF2-40B4-BE49-F238E27FC236}">
                    <a16:creationId xmlns:a16="http://schemas.microsoft.com/office/drawing/2014/main" id="{9E031633-EF2A-A1A6-3B99-53B0CCE7F89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07" y="2001"/>
                <a:ext cx="141" cy="118"/>
              </a:xfrm>
              <a:prstGeom prst="rect">
                <a:avLst/>
              </a:prstGeom>
              <a:solidFill>
                <a:schemeClr val="hlink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NZ"/>
              </a:p>
            </p:txBody>
          </p:sp>
          <p:sp>
            <p:nvSpPr>
              <p:cNvPr id="103" name="Text Box 66">
                <a:extLst>
                  <a:ext uri="{FF2B5EF4-FFF2-40B4-BE49-F238E27FC236}">
                    <a16:creationId xmlns:a16="http://schemas.microsoft.com/office/drawing/2014/main" id="{57B3F625-891C-73A0-0285-D2F82F099F7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333" y="1940"/>
                <a:ext cx="296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ctr"/>
                <a:r>
                  <a:rPr lang="en-US" altLang="en-US" sz="2000"/>
                  <a:t>2c</a:t>
                </a:r>
                <a:endParaRPr lang="en-US" altLang="en-US" sz="2400"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57" name="Group 67">
              <a:extLst>
                <a:ext uri="{FF2B5EF4-FFF2-40B4-BE49-F238E27FC236}">
                  <a16:creationId xmlns:a16="http://schemas.microsoft.com/office/drawing/2014/main" id="{B9E1456D-C119-BC38-0007-28B71E2BF19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546" y="1610"/>
              <a:ext cx="316" cy="250"/>
              <a:chOff x="4596" y="2162"/>
              <a:chExt cx="316" cy="250"/>
            </a:xfrm>
          </p:grpSpPr>
          <p:sp>
            <p:nvSpPr>
              <p:cNvPr id="90" name="Oval 68">
                <a:extLst>
                  <a:ext uri="{FF2B5EF4-FFF2-40B4-BE49-F238E27FC236}">
                    <a16:creationId xmlns:a16="http://schemas.microsoft.com/office/drawing/2014/main" id="{EC777AB9-EC74-ED39-A503-70CF043C47A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599" y="2276"/>
                <a:ext cx="313" cy="81"/>
              </a:xfrm>
              <a:prstGeom prst="ellipse">
                <a:avLst/>
              </a:prstGeom>
              <a:solidFill>
                <a:schemeClr val="hlink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NZ"/>
              </a:p>
            </p:txBody>
          </p:sp>
          <p:sp>
            <p:nvSpPr>
              <p:cNvPr id="91" name="Line 69">
                <a:extLst>
                  <a:ext uri="{FF2B5EF4-FFF2-40B4-BE49-F238E27FC236}">
                    <a16:creationId xmlns:a16="http://schemas.microsoft.com/office/drawing/2014/main" id="{F2FAF8E6-D280-C9BD-41AD-EAD3C81B356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599" y="2269"/>
                <a:ext cx="0" cy="5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NZ"/>
              </a:p>
            </p:txBody>
          </p:sp>
          <p:sp>
            <p:nvSpPr>
              <p:cNvPr id="92" name="Line 70">
                <a:extLst>
                  <a:ext uri="{FF2B5EF4-FFF2-40B4-BE49-F238E27FC236}">
                    <a16:creationId xmlns:a16="http://schemas.microsoft.com/office/drawing/2014/main" id="{44556DEA-9006-050E-AD8D-E09F4D4E98A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912" y="2269"/>
                <a:ext cx="0" cy="5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NZ"/>
              </a:p>
            </p:txBody>
          </p:sp>
          <p:sp>
            <p:nvSpPr>
              <p:cNvPr id="93" name="Rectangle 71">
                <a:extLst>
                  <a:ext uri="{FF2B5EF4-FFF2-40B4-BE49-F238E27FC236}">
                    <a16:creationId xmlns:a16="http://schemas.microsoft.com/office/drawing/2014/main" id="{19D919B8-6E0C-B184-094D-DC68084C69A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599" y="2269"/>
                <a:ext cx="310" cy="49"/>
              </a:xfrm>
              <a:prstGeom prst="rect">
                <a:avLst/>
              </a:prstGeom>
              <a:solidFill>
                <a:schemeClr val="hlink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endParaRPr lang="en-US" altLang="en-US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94" name="Oval 72">
                <a:extLst>
                  <a:ext uri="{FF2B5EF4-FFF2-40B4-BE49-F238E27FC236}">
                    <a16:creationId xmlns:a16="http://schemas.microsoft.com/office/drawing/2014/main" id="{E11C2FFB-ADC9-AD10-1C98-46714CD80AC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596" y="2210"/>
                <a:ext cx="313" cy="95"/>
              </a:xfrm>
              <a:prstGeom prst="ellipse">
                <a:avLst/>
              </a:prstGeom>
              <a:solidFill>
                <a:schemeClr val="hlink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NZ"/>
              </a:p>
            </p:txBody>
          </p:sp>
          <p:sp>
            <p:nvSpPr>
              <p:cNvPr id="95" name="Rectangle 73">
                <a:extLst>
                  <a:ext uri="{FF2B5EF4-FFF2-40B4-BE49-F238E27FC236}">
                    <a16:creationId xmlns:a16="http://schemas.microsoft.com/office/drawing/2014/main" id="{82B1C648-52EF-5D52-EC9B-487977B366C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83" y="2223"/>
                <a:ext cx="142" cy="110"/>
              </a:xfrm>
              <a:prstGeom prst="rect">
                <a:avLst/>
              </a:prstGeom>
              <a:solidFill>
                <a:schemeClr val="hlink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NZ"/>
              </a:p>
            </p:txBody>
          </p:sp>
          <p:sp>
            <p:nvSpPr>
              <p:cNvPr id="96" name="Text Box 74">
                <a:extLst>
                  <a:ext uri="{FF2B5EF4-FFF2-40B4-BE49-F238E27FC236}">
                    <a16:creationId xmlns:a16="http://schemas.microsoft.com/office/drawing/2014/main" id="{1E56202B-8B83-D879-2C92-A32F9ADCBA4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603" y="2162"/>
                <a:ext cx="309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ctr"/>
                <a:r>
                  <a:rPr lang="en-US" altLang="en-US" sz="2000"/>
                  <a:t>2b</a:t>
                </a:r>
                <a:endParaRPr lang="en-US" altLang="en-US" sz="2400"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58" name="Group 75">
              <a:extLst>
                <a:ext uri="{FF2B5EF4-FFF2-40B4-BE49-F238E27FC236}">
                  <a16:creationId xmlns:a16="http://schemas.microsoft.com/office/drawing/2014/main" id="{CFC2E514-5085-13DB-CC32-2C6CF37278A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016" y="1980"/>
              <a:ext cx="316" cy="250"/>
              <a:chOff x="2016" y="1980"/>
              <a:chExt cx="316" cy="250"/>
            </a:xfrm>
          </p:grpSpPr>
          <p:sp>
            <p:nvSpPr>
              <p:cNvPr id="82" name="Oval 76">
                <a:extLst>
                  <a:ext uri="{FF2B5EF4-FFF2-40B4-BE49-F238E27FC236}">
                    <a16:creationId xmlns:a16="http://schemas.microsoft.com/office/drawing/2014/main" id="{32C4FE10-9636-9840-C6B4-DB986B665B2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019" y="2102"/>
                <a:ext cx="313" cy="81"/>
              </a:xfrm>
              <a:prstGeom prst="ellipse">
                <a:avLst/>
              </a:prstGeom>
              <a:solidFill>
                <a:schemeClr val="hlink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NZ"/>
              </a:p>
            </p:txBody>
          </p:sp>
          <p:sp>
            <p:nvSpPr>
              <p:cNvPr id="83" name="Line 77">
                <a:extLst>
                  <a:ext uri="{FF2B5EF4-FFF2-40B4-BE49-F238E27FC236}">
                    <a16:creationId xmlns:a16="http://schemas.microsoft.com/office/drawing/2014/main" id="{0AE167F5-BCF9-7861-A04F-C7D08EA1A53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19" y="2095"/>
                <a:ext cx="0" cy="5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NZ"/>
              </a:p>
            </p:txBody>
          </p:sp>
          <p:sp>
            <p:nvSpPr>
              <p:cNvPr id="84" name="Line 78">
                <a:extLst>
                  <a:ext uri="{FF2B5EF4-FFF2-40B4-BE49-F238E27FC236}">
                    <a16:creationId xmlns:a16="http://schemas.microsoft.com/office/drawing/2014/main" id="{EE5A6A81-2C6F-409B-95EE-6514C59D6F9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332" y="2095"/>
                <a:ext cx="0" cy="5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NZ"/>
              </a:p>
            </p:txBody>
          </p:sp>
          <p:sp>
            <p:nvSpPr>
              <p:cNvPr id="85" name="Rectangle 79">
                <a:extLst>
                  <a:ext uri="{FF2B5EF4-FFF2-40B4-BE49-F238E27FC236}">
                    <a16:creationId xmlns:a16="http://schemas.microsoft.com/office/drawing/2014/main" id="{38161FA3-C21F-A1A8-DA03-7A6554F75D8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019" y="2095"/>
                <a:ext cx="310" cy="49"/>
              </a:xfrm>
              <a:prstGeom prst="rect">
                <a:avLst/>
              </a:prstGeom>
              <a:solidFill>
                <a:schemeClr val="hlink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endParaRPr lang="en-US" altLang="en-US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86" name="Oval 80">
                <a:extLst>
                  <a:ext uri="{FF2B5EF4-FFF2-40B4-BE49-F238E27FC236}">
                    <a16:creationId xmlns:a16="http://schemas.microsoft.com/office/drawing/2014/main" id="{31A22D7A-FEBD-0116-BDA9-A9066F7C8BD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016" y="2036"/>
                <a:ext cx="313" cy="95"/>
              </a:xfrm>
              <a:prstGeom prst="ellipse">
                <a:avLst/>
              </a:prstGeom>
              <a:solidFill>
                <a:schemeClr val="hlink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NZ"/>
              </a:p>
            </p:txBody>
          </p:sp>
          <p:grpSp>
            <p:nvGrpSpPr>
              <p:cNvPr id="87" name="Group 81">
                <a:extLst>
                  <a:ext uri="{FF2B5EF4-FFF2-40B4-BE49-F238E27FC236}">
                    <a16:creationId xmlns:a16="http://schemas.microsoft.com/office/drawing/2014/main" id="{517A8F23-2595-A216-1A14-541A3D9D2665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034" y="1980"/>
                <a:ext cx="283" cy="250"/>
                <a:chOff x="2914" y="2429"/>
                <a:chExt cx="288" cy="250"/>
              </a:xfrm>
            </p:grpSpPr>
            <p:sp>
              <p:nvSpPr>
                <p:cNvPr id="88" name="Rectangle 82">
                  <a:extLst>
                    <a:ext uri="{FF2B5EF4-FFF2-40B4-BE49-F238E27FC236}">
                      <a16:creationId xmlns:a16="http://schemas.microsoft.com/office/drawing/2014/main" id="{49D9F07C-5D97-E44F-DB8B-0269710F180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chemeClr val="hlink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NZ"/>
                </a:p>
              </p:txBody>
            </p:sp>
            <p:sp>
              <p:nvSpPr>
                <p:cNvPr id="89" name="Text Box 83">
                  <a:extLst>
                    <a:ext uri="{FF2B5EF4-FFF2-40B4-BE49-F238E27FC236}">
                      <a16:creationId xmlns:a16="http://schemas.microsoft.com/office/drawing/2014/main" id="{97B0CE6D-6FF7-38CE-0C0E-FDBD52838AE2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914" y="2429"/>
                  <a:ext cx="288" cy="25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/>
                <a:p>
                  <a:pPr algn="ctr"/>
                  <a:r>
                    <a:rPr lang="en-US" altLang="en-US" sz="2000"/>
                    <a:t>1b</a:t>
                  </a:r>
                  <a:endParaRPr lang="en-US" altLang="en-US" sz="2400">
                    <a:latin typeface="Times New Roman" panose="02020603050405020304" pitchFamily="18" charset="0"/>
                  </a:endParaRPr>
                </a:p>
              </p:txBody>
            </p:sp>
          </p:grpSp>
        </p:grpSp>
        <p:grpSp>
          <p:nvGrpSpPr>
            <p:cNvPr id="59" name="Group 84">
              <a:extLst>
                <a:ext uri="{FF2B5EF4-FFF2-40B4-BE49-F238E27FC236}">
                  <a16:creationId xmlns:a16="http://schemas.microsoft.com/office/drawing/2014/main" id="{91AD807E-4FEE-4F11-7487-D3558661199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28" y="1133"/>
              <a:ext cx="316" cy="250"/>
              <a:chOff x="2016" y="1980"/>
              <a:chExt cx="316" cy="250"/>
            </a:xfrm>
          </p:grpSpPr>
          <p:sp>
            <p:nvSpPr>
              <p:cNvPr id="74" name="Oval 85">
                <a:extLst>
                  <a:ext uri="{FF2B5EF4-FFF2-40B4-BE49-F238E27FC236}">
                    <a16:creationId xmlns:a16="http://schemas.microsoft.com/office/drawing/2014/main" id="{155F29F2-04FE-FB14-EC3C-D46EA7C0F75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019" y="2102"/>
                <a:ext cx="313" cy="81"/>
              </a:xfrm>
              <a:prstGeom prst="ellipse">
                <a:avLst/>
              </a:prstGeom>
              <a:solidFill>
                <a:schemeClr val="hlink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NZ"/>
              </a:p>
            </p:txBody>
          </p:sp>
          <p:sp>
            <p:nvSpPr>
              <p:cNvPr id="75" name="Line 86">
                <a:extLst>
                  <a:ext uri="{FF2B5EF4-FFF2-40B4-BE49-F238E27FC236}">
                    <a16:creationId xmlns:a16="http://schemas.microsoft.com/office/drawing/2014/main" id="{12BFF896-D190-4548-E533-917E5EE00E6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19" y="2095"/>
                <a:ext cx="0" cy="5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NZ"/>
              </a:p>
            </p:txBody>
          </p:sp>
          <p:sp>
            <p:nvSpPr>
              <p:cNvPr id="76" name="Line 87">
                <a:extLst>
                  <a:ext uri="{FF2B5EF4-FFF2-40B4-BE49-F238E27FC236}">
                    <a16:creationId xmlns:a16="http://schemas.microsoft.com/office/drawing/2014/main" id="{C398B6ED-3E57-2777-FB98-97365C99BCD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332" y="2095"/>
                <a:ext cx="0" cy="5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NZ"/>
              </a:p>
            </p:txBody>
          </p:sp>
          <p:sp>
            <p:nvSpPr>
              <p:cNvPr id="77" name="Rectangle 88">
                <a:extLst>
                  <a:ext uri="{FF2B5EF4-FFF2-40B4-BE49-F238E27FC236}">
                    <a16:creationId xmlns:a16="http://schemas.microsoft.com/office/drawing/2014/main" id="{225749D3-FC56-8CDD-41A4-1FF75B47D3C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019" y="2095"/>
                <a:ext cx="310" cy="49"/>
              </a:xfrm>
              <a:prstGeom prst="rect">
                <a:avLst/>
              </a:prstGeom>
              <a:solidFill>
                <a:schemeClr val="hlink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endParaRPr lang="en-US" altLang="en-US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78" name="Oval 89">
                <a:extLst>
                  <a:ext uri="{FF2B5EF4-FFF2-40B4-BE49-F238E27FC236}">
                    <a16:creationId xmlns:a16="http://schemas.microsoft.com/office/drawing/2014/main" id="{B133C13B-55E3-C3E9-BC1E-AE692B6A541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016" y="2036"/>
                <a:ext cx="313" cy="95"/>
              </a:xfrm>
              <a:prstGeom prst="ellipse">
                <a:avLst/>
              </a:prstGeom>
              <a:solidFill>
                <a:schemeClr val="hlink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NZ"/>
              </a:p>
            </p:txBody>
          </p:sp>
          <p:grpSp>
            <p:nvGrpSpPr>
              <p:cNvPr id="79" name="Group 90">
                <a:extLst>
                  <a:ext uri="{FF2B5EF4-FFF2-40B4-BE49-F238E27FC236}">
                    <a16:creationId xmlns:a16="http://schemas.microsoft.com/office/drawing/2014/main" id="{98DD9532-2D20-0A15-5313-1532363C848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027" y="1980"/>
                <a:ext cx="296" cy="250"/>
                <a:chOff x="2907" y="2429"/>
                <a:chExt cx="301" cy="250"/>
              </a:xfrm>
            </p:grpSpPr>
            <p:sp>
              <p:nvSpPr>
                <p:cNvPr id="80" name="Rectangle 91">
                  <a:extLst>
                    <a:ext uri="{FF2B5EF4-FFF2-40B4-BE49-F238E27FC236}">
                      <a16:creationId xmlns:a16="http://schemas.microsoft.com/office/drawing/2014/main" id="{B7EBB6F0-72E5-1F03-C992-D92817612C2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chemeClr val="hlink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NZ"/>
                </a:p>
              </p:txBody>
            </p:sp>
            <p:sp>
              <p:nvSpPr>
                <p:cNvPr id="81" name="Text Box 92">
                  <a:extLst>
                    <a:ext uri="{FF2B5EF4-FFF2-40B4-BE49-F238E27FC236}">
                      <a16:creationId xmlns:a16="http://schemas.microsoft.com/office/drawing/2014/main" id="{E07C98C7-4486-13CB-B038-532BA0CCCA98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907" y="2429"/>
                  <a:ext cx="301" cy="25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/>
                <a:p>
                  <a:pPr algn="ctr"/>
                  <a:r>
                    <a:rPr lang="en-US" altLang="en-US" sz="2000" dirty="0"/>
                    <a:t>3c</a:t>
                  </a:r>
                  <a:endParaRPr lang="en-US" altLang="en-US" sz="2400" dirty="0">
                    <a:latin typeface="Times New Roman" panose="02020603050405020304" pitchFamily="18" charset="0"/>
                  </a:endParaRPr>
                </a:p>
              </p:txBody>
            </p:sp>
          </p:grpSp>
        </p:grpSp>
        <p:sp>
          <p:nvSpPr>
            <p:cNvPr id="60" name="Line 93">
              <a:extLst>
                <a:ext uri="{FF2B5EF4-FFF2-40B4-BE49-F238E27FC236}">
                  <a16:creationId xmlns:a16="http://schemas.microsoft.com/office/drawing/2014/main" id="{ACD5007F-8B6E-F6F6-616E-0F7E0651FCE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372" y="1872"/>
              <a:ext cx="93" cy="10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NZ"/>
            </a:p>
          </p:txBody>
        </p:sp>
        <p:sp>
          <p:nvSpPr>
            <p:cNvPr id="61" name="Line 94">
              <a:extLst>
                <a:ext uri="{FF2B5EF4-FFF2-40B4-BE49-F238E27FC236}">
                  <a16:creationId xmlns:a16="http://schemas.microsoft.com/office/drawing/2014/main" id="{DD50CE94-D161-6C39-CFE5-7FF3905A82C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26" y="1897"/>
              <a:ext cx="0" cy="24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NZ"/>
            </a:p>
          </p:txBody>
        </p:sp>
        <p:sp>
          <p:nvSpPr>
            <p:cNvPr id="62" name="Line 95">
              <a:extLst>
                <a:ext uri="{FF2B5EF4-FFF2-40B4-BE49-F238E27FC236}">
                  <a16:creationId xmlns:a16="http://schemas.microsoft.com/office/drawing/2014/main" id="{F887EDD3-AB60-4319-3DB7-C712D904498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28" y="1864"/>
              <a:ext cx="313" cy="211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NZ"/>
            </a:p>
          </p:txBody>
        </p:sp>
        <p:sp>
          <p:nvSpPr>
            <p:cNvPr id="63" name="Line 96">
              <a:extLst>
                <a:ext uri="{FF2B5EF4-FFF2-40B4-BE49-F238E27FC236}">
                  <a16:creationId xmlns:a16="http://schemas.microsoft.com/office/drawing/2014/main" id="{EA83B37A-6C5A-07E7-FBFF-8A0F687D9B6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804" y="2152"/>
              <a:ext cx="237" cy="7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NZ"/>
            </a:p>
          </p:txBody>
        </p:sp>
        <p:sp>
          <p:nvSpPr>
            <p:cNvPr id="64" name="Line 97">
              <a:extLst>
                <a:ext uri="{FF2B5EF4-FFF2-40B4-BE49-F238E27FC236}">
                  <a16:creationId xmlns:a16="http://schemas.microsoft.com/office/drawing/2014/main" id="{9F19E944-37B5-197A-DC1E-CA0352020A9F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1440" y="2041"/>
              <a:ext cx="568" cy="51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NZ"/>
            </a:p>
          </p:txBody>
        </p:sp>
        <p:sp>
          <p:nvSpPr>
            <p:cNvPr id="65" name="Line 98">
              <a:extLst>
                <a:ext uri="{FF2B5EF4-FFF2-40B4-BE49-F238E27FC236}">
                  <a16:creationId xmlns:a16="http://schemas.microsoft.com/office/drawing/2014/main" id="{61E9B53B-02A8-6728-E597-CC62E0C464A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185" y="1465"/>
              <a:ext cx="220" cy="85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NZ"/>
            </a:p>
          </p:txBody>
        </p:sp>
        <p:sp>
          <p:nvSpPr>
            <p:cNvPr id="66" name="Line 99">
              <a:extLst>
                <a:ext uri="{FF2B5EF4-FFF2-40B4-BE49-F238E27FC236}">
                  <a16:creationId xmlns:a16="http://schemas.microsoft.com/office/drawing/2014/main" id="{1288EAF8-1BC5-2D8E-9367-95334C7A838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48" y="2499"/>
              <a:ext cx="483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NZ"/>
            </a:p>
          </p:txBody>
        </p:sp>
        <p:sp>
          <p:nvSpPr>
            <p:cNvPr id="67" name="Line 100">
              <a:extLst>
                <a:ext uri="{FF2B5EF4-FFF2-40B4-BE49-F238E27FC236}">
                  <a16:creationId xmlns:a16="http://schemas.microsoft.com/office/drawing/2014/main" id="{B4452195-4D83-0715-B6AD-66B72514856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60" y="2697"/>
              <a:ext cx="483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NZ"/>
            </a:p>
          </p:txBody>
        </p:sp>
        <p:sp>
          <p:nvSpPr>
            <p:cNvPr id="68" name="Text Box 101">
              <a:extLst>
                <a:ext uri="{FF2B5EF4-FFF2-40B4-BE49-F238E27FC236}">
                  <a16:creationId xmlns:a16="http://schemas.microsoft.com/office/drawing/2014/main" id="{7FE3BC47-6B97-087B-1F40-DC0179DD9E6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83" y="2408"/>
              <a:ext cx="830" cy="19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1" hangingPunct="1"/>
              <a:r>
                <a:rPr lang="en-US" altLang="en-US" sz="1400" dirty="0"/>
                <a:t>eBGP session</a:t>
              </a:r>
            </a:p>
          </p:txBody>
        </p:sp>
        <p:sp>
          <p:nvSpPr>
            <p:cNvPr id="69" name="Text Box 102">
              <a:extLst>
                <a:ext uri="{FF2B5EF4-FFF2-40B4-BE49-F238E27FC236}">
                  <a16:creationId xmlns:a16="http://schemas.microsoft.com/office/drawing/2014/main" id="{8C6BECC0-E8D8-CA2E-95C5-6D26DBBF0B1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83" y="2597"/>
              <a:ext cx="793" cy="19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1" hangingPunct="1"/>
              <a:r>
                <a:rPr lang="en-US" altLang="en-US" sz="1400" dirty="0"/>
                <a:t>iBGP session</a:t>
              </a:r>
            </a:p>
          </p:txBody>
        </p:sp>
        <p:sp>
          <p:nvSpPr>
            <p:cNvPr id="70" name="Line 103">
              <a:extLst>
                <a:ext uri="{FF2B5EF4-FFF2-40B4-BE49-F238E27FC236}">
                  <a16:creationId xmlns:a16="http://schemas.microsoft.com/office/drawing/2014/main" id="{D07A7871-94CB-68F1-5356-9E918BD7980B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695" y="1313"/>
              <a:ext cx="152" cy="11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NZ"/>
            </a:p>
          </p:txBody>
        </p:sp>
        <p:sp>
          <p:nvSpPr>
            <p:cNvPr id="71" name="Line 104">
              <a:extLst>
                <a:ext uri="{FF2B5EF4-FFF2-40B4-BE49-F238E27FC236}">
                  <a16:creationId xmlns:a16="http://schemas.microsoft.com/office/drawing/2014/main" id="{C98A5453-FCC1-89A4-A0CD-0A21B8C0150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24" y="1330"/>
              <a:ext cx="93" cy="237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NZ"/>
            </a:p>
          </p:txBody>
        </p:sp>
        <p:sp>
          <p:nvSpPr>
            <p:cNvPr id="72" name="Line 105">
              <a:extLst>
                <a:ext uri="{FF2B5EF4-FFF2-40B4-BE49-F238E27FC236}">
                  <a16:creationId xmlns:a16="http://schemas.microsoft.com/office/drawing/2014/main" id="{2C356832-2265-DD71-ADF0-33B635F00AA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25" y="1508"/>
              <a:ext cx="43" cy="144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NZ"/>
            </a:p>
          </p:txBody>
        </p:sp>
        <p:sp>
          <p:nvSpPr>
            <p:cNvPr id="73" name="Line 106">
              <a:extLst>
                <a:ext uri="{FF2B5EF4-FFF2-40B4-BE49-F238E27FC236}">
                  <a16:creationId xmlns:a16="http://schemas.microsoft.com/office/drawing/2014/main" id="{BC90D6EE-9914-3306-22EE-3CA795BE9BB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81" y="2092"/>
              <a:ext cx="127" cy="85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NZ"/>
            </a:p>
          </p:txBody>
        </p:sp>
      </p:grpSp>
      <p:sp>
        <p:nvSpPr>
          <p:cNvPr id="108" name="Oval 107">
            <a:extLst>
              <a:ext uri="{FF2B5EF4-FFF2-40B4-BE49-F238E27FC236}">
                <a16:creationId xmlns:a16="http://schemas.microsoft.com/office/drawing/2014/main" id="{1E0744C2-CAFB-23BD-137B-A9DB2A96BDB2}"/>
              </a:ext>
            </a:extLst>
          </p:cNvPr>
          <p:cNvSpPr/>
          <p:nvPr/>
        </p:nvSpPr>
        <p:spPr>
          <a:xfrm rot="1640756">
            <a:off x="2282037" y="4573344"/>
            <a:ext cx="1838901" cy="761864"/>
          </a:xfrm>
          <a:prstGeom prst="ellipse">
            <a:avLst/>
          </a:prstGeom>
          <a:solidFill>
            <a:schemeClr val="accent5">
              <a:alpha val="3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AU"/>
          </a:p>
        </p:txBody>
      </p:sp>
      <p:sp>
        <p:nvSpPr>
          <p:cNvPr id="109" name="Oval 108">
            <a:extLst>
              <a:ext uri="{FF2B5EF4-FFF2-40B4-BE49-F238E27FC236}">
                <a16:creationId xmlns:a16="http://schemas.microsoft.com/office/drawing/2014/main" id="{85CFB089-0CCE-2616-58F3-D250404919EE}"/>
              </a:ext>
            </a:extLst>
          </p:cNvPr>
          <p:cNvSpPr/>
          <p:nvPr/>
        </p:nvSpPr>
        <p:spPr>
          <a:xfrm rot="9240317">
            <a:off x="4190328" y="4856025"/>
            <a:ext cx="2256414" cy="865473"/>
          </a:xfrm>
          <a:prstGeom prst="ellipse">
            <a:avLst/>
          </a:prstGeom>
          <a:solidFill>
            <a:schemeClr val="accent5">
              <a:alpha val="3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AU"/>
          </a:p>
        </p:txBody>
      </p:sp>
      <p:sp>
        <p:nvSpPr>
          <p:cNvPr id="111" name="TextBox 110">
            <a:extLst>
              <a:ext uri="{FF2B5EF4-FFF2-40B4-BE49-F238E27FC236}">
                <a16:creationId xmlns:a16="http://schemas.microsoft.com/office/drawing/2014/main" id="{9146EC1F-2976-11EC-08F4-E2B54EDEEAE6}"/>
              </a:ext>
            </a:extLst>
          </p:cNvPr>
          <p:cNvSpPr txBox="1"/>
          <p:nvPr/>
        </p:nvSpPr>
        <p:spPr>
          <a:xfrm>
            <a:off x="3166533" y="3153195"/>
            <a:ext cx="3948113" cy="646331"/>
          </a:xfrm>
          <a:prstGeom prst="rect">
            <a:avLst/>
          </a:prstGeom>
          <a:solidFill>
            <a:srgbClr val="FFC000"/>
          </a:solidFill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GB" b="1" dirty="0"/>
              <a:t>Keepalive messages: </a:t>
            </a:r>
            <a:r>
              <a:rPr lang="en-GB" dirty="0"/>
              <a:t>periodically confirm the neighbour relationship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088976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8" grpId="0" animBg="1"/>
      <p:bldP spid="109" grpId="0" animBg="1"/>
      <p:bldP spid="111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719259-4297-5F2E-8A5A-D15F6361F0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Functional Procedures (cont.)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8C7C1C-E3AF-4925-D592-D29BF20936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990600"/>
            <a:ext cx="8229600" cy="2057400"/>
          </a:xfrm>
        </p:spPr>
        <p:txBody>
          <a:bodyPr/>
          <a:lstStyle/>
          <a:p>
            <a:r>
              <a:rPr lang="en-GB" dirty="0"/>
              <a:t>Network reachability</a:t>
            </a:r>
          </a:p>
          <a:p>
            <a:pPr lvl="1"/>
            <a:r>
              <a:rPr lang="en-GB" dirty="0"/>
              <a:t>Each router maintains a database of the networks that it can reach and the preferred route for reaching each network. </a:t>
            </a:r>
            <a:endParaRPr lang="en-A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F930426-2C97-8D3F-1110-41B60CFB48D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DACE9E11-39C8-4E20-894F-A4A883CCF6EF}" type="slidenum">
              <a:rPr lang="en-US" smtClean="0"/>
              <a:pPr>
                <a:defRPr/>
              </a:pPr>
              <a:t>18</a:t>
            </a:fld>
            <a:endParaRPr lang="en-US" dirty="0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477496CC-8542-4C7B-A7D8-8BD414BB50E1}"/>
              </a:ext>
            </a:extLst>
          </p:cNvPr>
          <p:cNvGrpSpPr>
            <a:grpSpLocks/>
          </p:cNvGrpSpPr>
          <p:nvPr/>
        </p:nvGrpSpPr>
        <p:grpSpPr bwMode="auto">
          <a:xfrm>
            <a:off x="1192212" y="3833743"/>
            <a:ext cx="6811963" cy="2943225"/>
            <a:chOff x="22" y="937"/>
            <a:chExt cx="4291" cy="1854"/>
          </a:xfrm>
        </p:grpSpPr>
        <p:sp>
          <p:nvSpPr>
            <p:cNvPr id="6" name="Freeform 5">
              <a:extLst>
                <a:ext uri="{FF2B5EF4-FFF2-40B4-BE49-F238E27FC236}">
                  <a16:creationId xmlns:a16="http://schemas.microsoft.com/office/drawing/2014/main" id="{FC655180-E93A-6C92-16CF-C7237C3D26BC}"/>
                </a:ext>
              </a:extLst>
            </p:cNvPr>
            <p:cNvSpPr>
              <a:spLocks/>
            </p:cNvSpPr>
            <p:nvPr/>
          </p:nvSpPr>
          <p:spPr bwMode="auto">
            <a:xfrm>
              <a:off x="2691" y="1091"/>
              <a:ext cx="1611" cy="1025"/>
            </a:xfrm>
            <a:custGeom>
              <a:avLst/>
              <a:gdLst>
                <a:gd name="T0" fmla="*/ 56 w 1162"/>
                <a:gd name="T1" fmla="*/ 162 h 543"/>
                <a:gd name="T2" fmla="*/ 368 w 1162"/>
                <a:gd name="T3" fmla="*/ 14 h 543"/>
                <a:gd name="T4" fmla="*/ 940 w 1162"/>
                <a:gd name="T5" fmla="*/ 79 h 543"/>
                <a:gd name="T6" fmla="*/ 1144 w 1162"/>
                <a:gd name="T7" fmla="*/ 239 h 543"/>
                <a:gd name="T8" fmla="*/ 1048 w 1162"/>
                <a:gd name="T9" fmla="*/ 451 h 543"/>
                <a:gd name="T10" fmla="*/ 586 w 1162"/>
                <a:gd name="T11" fmla="*/ 541 h 543"/>
                <a:gd name="T12" fmla="*/ 88 w 1162"/>
                <a:gd name="T13" fmla="*/ 439 h 543"/>
                <a:gd name="T14" fmla="*/ 56 w 1162"/>
                <a:gd name="T15" fmla="*/ 162 h 5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162" h="543">
                  <a:moveTo>
                    <a:pt x="56" y="162"/>
                  </a:moveTo>
                  <a:cubicBezTo>
                    <a:pt x="115" y="100"/>
                    <a:pt x="221" y="28"/>
                    <a:pt x="368" y="14"/>
                  </a:cubicBezTo>
                  <a:cubicBezTo>
                    <a:pt x="515" y="0"/>
                    <a:pt x="811" y="42"/>
                    <a:pt x="940" y="79"/>
                  </a:cubicBezTo>
                  <a:cubicBezTo>
                    <a:pt x="1069" y="116"/>
                    <a:pt x="1126" y="177"/>
                    <a:pt x="1144" y="239"/>
                  </a:cubicBezTo>
                  <a:cubicBezTo>
                    <a:pt x="1162" y="301"/>
                    <a:pt x="1141" y="401"/>
                    <a:pt x="1048" y="451"/>
                  </a:cubicBezTo>
                  <a:cubicBezTo>
                    <a:pt x="955" y="501"/>
                    <a:pt x="746" y="543"/>
                    <a:pt x="586" y="541"/>
                  </a:cubicBezTo>
                  <a:cubicBezTo>
                    <a:pt x="426" y="539"/>
                    <a:pt x="176" y="502"/>
                    <a:pt x="88" y="439"/>
                  </a:cubicBezTo>
                  <a:cubicBezTo>
                    <a:pt x="0" y="376"/>
                    <a:pt x="63" y="220"/>
                    <a:pt x="56" y="162"/>
                  </a:cubicBezTo>
                  <a:close/>
                </a:path>
              </a:pathLst>
            </a:custGeom>
            <a:solidFill>
              <a:srgbClr val="66CC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NZ"/>
            </a:p>
          </p:txBody>
        </p:sp>
        <p:sp>
          <p:nvSpPr>
            <p:cNvPr id="7" name="Freeform 6">
              <a:extLst>
                <a:ext uri="{FF2B5EF4-FFF2-40B4-BE49-F238E27FC236}">
                  <a16:creationId xmlns:a16="http://schemas.microsoft.com/office/drawing/2014/main" id="{A9735DF4-B941-AFD9-E10E-0B40391A1947}"/>
                </a:ext>
              </a:extLst>
            </p:cNvPr>
            <p:cNvSpPr>
              <a:spLocks/>
            </p:cNvSpPr>
            <p:nvPr/>
          </p:nvSpPr>
          <p:spPr bwMode="auto">
            <a:xfrm>
              <a:off x="22" y="937"/>
              <a:ext cx="1255" cy="1016"/>
            </a:xfrm>
            <a:custGeom>
              <a:avLst/>
              <a:gdLst>
                <a:gd name="T0" fmla="*/ 88 w 1198"/>
                <a:gd name="T1" fmla="*/ 181 h 451"/>
                <a:gd name="T2" fmla="*/ 180 w 1198"/>
                <a:gd name="T3" fmla="*/ 89 h 451"/>
                <a:gd name="T4" fmla="*/ 448 w 1198"/>
                <a:gd name="T5" fmla="*/ 49 h 451"/>
                <a:gd name="T6" fmla="*/ 988 w 1198"/>
                <a:gd name="T7" fmla="*/ 25 h 451"/>
                <a:gd name="T8" fmla="*/ 1181 w 1198"/>
                <a:gd name="T9" fmla="*/ 197 h 451"/>
                <a:gd name="T10" fmla="*/ 889 w 1198"/>
                <a:gd name="T11" fmla="*/ 413 h 451"/>
                <a:gd name="T12" fmla="*/ 307 w 1198"/>
                <a:gd name="T13" fmla="*/ 425 h 451"/>
                <a:gd name="T14" fmla="*/ 36 w 1198"/>
                <a:gd name="T15" fmla="*/ 337 h 451"/>
                <a:gd name="T16" fmla="*/ 88 w 1198"/>
                <a:gd name="T17" fmla="*/ 181 h 4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198" h="451">
                  <a:moveTo>
                    <a:pt x="88" y="181"/>
                  </a:moveTo>
                  <a:cubicBezTo>
                    <a:pt x="159" y="143"/>
                    <a:pt x="120" y="111"/>
                    <a:pt x="180" y="89"/>
                  </a:cubicBezTo>
                  <a:cubicBezTo>
                    <a:pt x="240" y="67"/>
                    <a:pt x="313" y="60"/>
                    <a:pt x="448" y="49"/>
                  </a:cubicBezTo>
                  <a:cubicBezTo>
                    <a:pt x="583" y="38"/>
                    <a:pt x="866" y="0"/>
                    <a:pt x="988" y="25"/>
                  </a:cubicBezTo>
                  <a:cubicBezTo>
                    <a:pt x="1110" y="50"/>
                    <a:pt x="1198" y="132"/>
                    <a:pt x="1181" y="197"/>
                  </a:cubicBezTo>
                  <a:cubicBezTo>
                    <a:pt x="1164" y="262"/>
                    <a:pt x="1034" y="375"/>
                    <a:pt x="889" y="413"/>
                  </a:cubicBezTo>
                  <a:cubicBezTo>
                    <a:pt x="744" y="451"/>
                    <a:pt x="449" y="438"/>
                    <a:pt x="307" y="425"/>
                  </a:cubicBezTo>
                  <a:cubicBezTo>
                    <a:pt x="165" y="412"/>
                    <a:pt x="72" y="378"/>
                    <a:pt x="36" y="337"/>
                  </a:cubicBezTo>
                  <a:cubicBezTo>
                    <a:pt x="0" y="296"/>
                    <a:pt x="77" y="213"/>
                    <a:pt x="88" y="181"/>
                  </a:cubicBezTo>
                  <a:close/>
                </a:path>
              </a:pathLst>
            </a:custGeom>
            <a:solidFill>
              <a:srgbClr val="66CC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NZ" dirty="0"/>
            </a:p>
          </p:txBody>
        </p:sp>
        <p:sp>
          <p:nvSpPr>
            <p:cNvPr id="8" name="Freeform 7">
              <a:extLst>
                <a:ext uri="{FF2B5EF4-FFF2-40B4-BE49-F238E27FC236}">
                  <a16:creationId xmlns:a16="http://schemas.microsoft.com/office/drawing/2014/main" id="{8EC85A26-3905-4105-D4E2-A27401230575}"/>
                </a:ext>
              </a:extLst>
            </p:cNvPr>
            <p:cNvSpPr>
              <a:spLocks/>
            </p:cNvSpPr>
            <p:nvPr/>
          </p:nvSpPr>
          <p:spPr bwMode="auto">
            <a:xfrm>
              <a:off x="810" y="1696"/>
              <a:ext cx="1676" cy="707"/>
            </a:xfrm>
            <a:custGeom>
              <a:avLst/>
              <a:gdLst>
                <a:gd name="T0" fmla="*/ 155 w 1583"/>
                <a:gd name="T1" fmla="*/ 224 h 682"/>
                <a:gd name="T2" fmla="*/ 407 w 1583"/>
                <a:gd name="T3" fmla="*/ 74 h 682"/>
                <a:gd name="T4" fmla="*/ 785 w 1583"/>
                <a:gd name="T5" fmla="*/ 20 h 682"/>
                <a:gd name="T6" fmla="*/ 1157 w 1583"/>
                <a:gd name="T7" fmla="*/ 194 h 682"/>
                <a:gd name="T8" fmla="*/ 1564 w 1583"/>
                <a:gd name="T9" fmla="*/ 428 h 682"/>
                <a:gd name="T10" fmla="*/ 1272 w 1583"/>
                <a:gd name="T11" fmla="*/ 644 h 682"/>
                <a:gd name="T12" fmla="*/ 690 w 1583"/>
                <a:gd name="T13" fmla="*/ 656 h 682"/>
                <a:gd name="T14" fmla="*/ 89 w 1583"/>
                <a:gd name="T15" fmla="*/ 596 h 682"/>
                <a:gd name="T16" fmla="*/ 155 w 1583"/>
                <a:gd name="T17" fmla="*/ 224 h 6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583" h="682">
                  <a:moveTo>
                    <a:pt x="155" y="224"/>
                  </a:moveTo>
                  <a:cubicBezTo>
                    <a:pt x="208" y="137"/>
                    <a:pt x="302" y="108"/>
                    <a:pt x="407" y="74"/>
                  </a:cubicBezTo>
                  <a:cubicBezTo>
                    <a:pt x="512" y="40"/>
                    <a:pt x="660" y="0"/>
                    <a:pt x="785" y="20"/>
                  </a:cubicBezTo>
                  <a:cubicBezTo>
                    <a:pt x="910" y="40"/>
                    <a:pt x="1027" y="126"/>
                    <a:pt x="1157" y="194"/>
                  </a:cubicBezTo>
                  <a:cubicBezTo>
                    <a:pt x="1287" y="262"/>
                    <a:pt x="1545" y="353"/>
                    <a:pt x="1564" y="428"/>
                  </a:cubicBezTo>
                  <a:cubicBezTo>
                    <a:pt x="1583" y="503"/>
                    <a:pt x="1417" y="606"/>
                    <a:pt x="1272" y="644"/>
                  </a:cubicBezTo>
                  <a:cubicBezTo>
                    <a:pt x="1127" y="682"/>
                    <a:pt x="887" y="664"/>
                    <a:pt x="690" y="656"/>
                  </a:cubicBezTo>
                  <a:cubicBezTo>
                    <a:pt x="493" y="648"/>
                    <a:pt x="178" y="668"/>
                    <a:pt x="89" y="596"/>
                  </a:cubicBezTo>
                  <a:cubicBezTo>
                    <a:pt x="0" y="524"/>
                    <a:pt x="102" y="311"/>
                    <a:pt x="155" y="224"/>
                  </a:cubicBezTo>
                  <a:close/>
                </a:path>
              </a:pathLst>
            </a:custGeom>
            <a:solidFill>
              <a:srgbClr val="66CC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NZ"/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35A7B438-EBCE-EB3C-D52F-783530C352C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1" y="1610"/>
              <a:ext cx="313" cy="81"/>
            </a:xfrm>
            <a:prstGeom prst="ellipse">
              <a:avLst/>
            </a:prstGeom>
            <a:solidFill>
              <a:schemeClr val="hlink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NZ"/>
            </a:p>
          </p:txBody>
        </p:sp>
        <p:sp>
          <p:nvSpPr>
            <p:cNvPr id="10" name="Line 9">
              <a:extLst>
                <a:ext uri="{FF2B5EF4-FFF2-40B4-BE49-F238E27FC236}">
                  <a16:creationId xmlns:a16="http://schemas.microsoft.com/office/drawing/2014/main" id="{167C25C6-6EE7-2367-3620-C8A12CC655F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1" y="1603"/>
              <a:ext cx="0" cy="5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NZ"/>
            </a:p>
          </p:txBody>
        </p:sp>
        <p:sp>
          <p:nvSpPr>
            <p:cNvPr id="11" name="Line 10">
              <a:extLst>
                <a:ext uri="{FF2B5EF4-FFF2-40B4-BE49-F238E27FC236}">
                  <a16:creationId xmlns:a16="http://schemas.microsoft.com/office/drawing/2014/main" id="{BA9F7872-A33A-8AA3-00D5-5A549D4D506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74" y="1603"/>
              <a:ext cx="0" cy="5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NZ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F738F948-9281-2522-7FC9-B494ACC082A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1" y="1603"/>
              <a:ext cx="310" cy="49"/>
            </a:xfrm>
            <a:prstGeom prst="rect">
              <a:avLst/>
            </a:prstGeom>
            <a:solidFill>
              <a:schemeClr val="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3E0977D6-8365-F211-8566-CFFB08CF43F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8" y="1544"/>
              <a:ext cx="313" cy="95"/>
            </a:xfrm>
            <a:prstGeom prst="ellipse">
              <a:avLst/>
            </a:prstGeom>
            <a:solidFill>
              <a:schemeClr val="hlink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NZ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3DDD725C-4D20-E656-467C-7525BB7255B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5" y="1557"/>
              <a:ext cx="141" cy="124"/>
            </a:xfrm>
            <a:prstGeom prst="rect">
              <a:avLst/>
            </a:prstGeom>
            <a:solidFill>
              <a:schemeClr val="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NZ"/>
            </a:p>
          </p:txBody>
        </p:sp>
        <p:sp>
          <p:nvSpPr>
            <p:cNvPr id="15" name="Text Box 14">
              <a:extLst>
                <a:ext uri="{FF2B5EF4-FFF2-40B4-BE49-F238E27FC236}">
                  <a16:creationId xmlns:a16="http://schemas.microsoft.com/office/drawing/2014/main" id="{872F780A-BFE0-3BE2-2A71-BDCE0772248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5" y="1496"/>
              <a:ext cx="309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/>
              <a:r>
                <a:rPr lang="en-US" altLang="en-US" sz="2000"/>
                <a:t>3b</a:t>
              </a:r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A10FA305-742B-D78C-7D83-1289B0C38BF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79" y="2216"/>
              <a:ext cx="313" cy="81"/>
            </a:xfrm>
            <a:prstGeom prst="ellipse">
              <a:avLst/>
            </a:prstGeom>
            <a:solidFill>
              <a:schemeClr val="hlink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NZ"/>
            </a:p>
          </p:txBody>
        </p:sp>
        <p:sp>
          <p:nvSpPr>
            <p:cNvPr id="17" name="Line 16">
              <a:extLst>
                <a:ext uri="{FF2B5EF4-FFF2-40B4-BE49-F238E27FC236}">
                  <a16:creationId xmlns:a16="http://schemas.microsoft.com/office/drawing/2014/main" id="{04C08DAE-FDB7-35A2-4F59-D25213B8CC9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79" y="2209"/>
              <a:ext cx="0" cy="5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NZ"/>
            </a:p>
          </p:txBody>
        </p:sp>
        <p:sp>
          <p:nvSpPr>
            <p:cNvPr id="18" name="Line 17">
              <a:extLst>
                <a:ext uri="{FF2B5EF4-FFF2-40B4-BE49-F238E27FC236}">
                  <a16:creationId xmlns:a16="http://schemas.microsoft.com/office/drawing/2014/main" id="{E4E0E1B5-C9D0-EC6D-FEF5-407992765FF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92" y="2209"/>
              <a:ext cx="0" cy="5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NZ"/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9FEFDEB2-A883-6F69-E1B3-B229A704A69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79" y="2209"/>
              <a:ext cx="310" cy="49"/>
            </a:xfrm>
            <a:prstGeom prst="rect">
              <a:avLst/>
            </a:prstGeom>
            <a:solidFill>
              <a:schemeClr val="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109E085D-5E08-30F0-F31D-08DE5420D46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76" y="2150"/>
              <a:ext cx="313" cy="95"/>
            </a:xfrm>
            <a:prstGeom prst="ellipse">
              <a:avLst/>
            </a:prstGeom>
            <a:solidFill>
              <a:schemeClr val="hlink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NZ"/>
            </a:p>
          </p:txBody>
        </p:sp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4DD43105-C4D2-083D-E1E3-A127014475B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497" y="2096"/>
              <a:ext cx="282" cy="250"/>
              <a:chOff x="2916" y="2429"/>
              <a:chExt cx="284" cy="250"/>
            </a:xfrm>
          </p:grpSpPr>
          <p:sp>
            <p:nvSpPr>
              <p:cNvPr id="106" name="Rectangle 21">
                <a:extLst>
                  <a:ext uri="{FF2B5EF4-FFF2-40B4-BE49-F238E27FC236}">
                    <a16:creationId xmlns:a16="http://schemas.microsoft.com/office/drawing/2014/main" id="{0218C7EA-DE2F-C231-4DEA-8BBFFE58D17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82" y="2490"/>
                <a:ext cx="144" cy="132"/>
              </a:xfrm>
              <a:prstGeom prst="rect">
                <a:avLst/>
              </a:prstGeom>
              <a:solidFill>
                <a:schemeClr val="hlink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NZ"/>
              </a:p>
            </p:txBody>
          </p:sp>
          <p:sp>
            <p:nvSpPr>
              <p:cNvPr id="107" name="Text Box 22">
                <a:extLst>
                  <a:ext uri="{FF2B5EF4-FFF2-40B4-BE49-F238E27FC236}">
                    <a16:creationId xmlns:a16="http://schemas.microsoft.com/office/drawing/2014/main" id="{E1557D1F-691B-EEE2-891A-0C55D76E3C6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916" y="2429"/>
                <a:ext cx="284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ctr"/>
                <a:r>
                  <a:rPr lang="en-US" altLang="en-US" sz="2000"/>
                  <a:t>1d</a:t>
                </a:r>
              </a:p>
            </p:txBody>
          </p:sp>
        </p:grpSp>
        <p:sp>
          <p:nvSpPr>
            <p:cNvPr id="22" name="Oval 23">
              <a:extLst>
                <a:ext uri="{FF2B5EF4-FFF2-40B4-BE49-F238E27FC236}">
                  <a16:creationId xmlns:a16="http://schemas.microsoft.com/office/drawing/2014/main" id="{B69C51D8-6F15-99D8-DF1E-1C4E2F43A65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22" y="1478"/>
              <a:ext cx="313" cy="81"/>
            </a:xfrm>
            <a:prstGeom prst="ellipse">
              <a:avLst/>
            </a:prstGeom>
            <a:solidFill>
              <a:schemeClr val="hlink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NZ"/>
            </a:p>
          </p:txBody>
        </p:sp>
        <p:sp>
          <p:nvSpPr>
            <p:cNvPr id="23" name="Line 24">
              <a:extLst>
                <a:ext uri="{FF2B5EF4-FFF2-40B4-BE49-F238E27FC236}">
                  <a16:creationId xmlns:a16="http://schemas.microsoft.com/office/drawing/2014/main" id="{7A29F533-5804-836C-423F-AE1B6D53130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22" y="1471"/>
              <a:ext cx="0" cy="5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NZ"/>
            </a:p>
          </p:txBody>
        </p:sp>
        <p:sp>
          <p:nvSpPr>
            <p:cNvPr id="24" name="Line 25">
              <a:extLst>
                <a:ext uri="{FF2B5EF4-FFF2-40B4-BE49-F238E27FC236}">
                  <a16:creationId xmlns:a16="http://schemas.microsoft.com/office/drawing/2014/main" id="{635B5636-E5A6-F935-63D6-C2F67E440E4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35" y="1471"/>
              <a:ext cx="0" cy="5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NZ"/>
            </a:p>
          </p:txBody>
        </p:sp>
        <p:sp>
          <p:nvSpPr>
            <p:cNvPr id="25" name="Rectangle 26">
              <a:extLst>
                <a:ext uri="{FF2B5EF4-FFF2-40B4-BE49-F238E27FC236}">
                  <a16:creationId xmlns:a16="http://schemas.microsoft.com/office/drawing/2014/main" id="{FE7ED876-D507-A0EE-B05F-DE85D036D14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22" y="1471"/>
              <a:ext cx="310" cy="49"/>
            </a:xfrm>
            <a:prstGeom prst="rect">
              <a:avLst/>
            </a:prstGeom>
            <a:solidFill>
              <a:schemeClr val="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26" name="Oval 27">
              <a:extLst>
                <a:ext uri="{FF2B5EF4-FFF2-40B4-BE49-F238E27FC236}">
                  <a16:creationId xmlns:a16="http://schemas.microsoft.com/office/drawing/2014/main" id="{8B3BFB9B-9B32-B336-FAC9-910061B4654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19" y="1412"/>
              <a:ext cx="313" cy="95"/>
            </a:xfrm>
            <a:prstGeom prst="ellipse">
              <a:avLst/>
            </a:prstGeom>
            <a:solidFill>
              <a:schemeClr val="hlink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NZ"/>
            </a:p>
          </p:txBody>
        </p:sp>
        <p:sp>
          <p:nvSpPr>
            <p:cNvPr id="27" name="Rectangle 28">
              <a:extLst>
                <a:ext uri="{FF2B5EF4-FFF2-40B4-BE49-F238E27FC236}">
                  <a16:creationId xmlns:a16="http://schemas.microsoft.com/office/drawing/2014/main" id="{8BD0670D-1FDF-3F84-4306-7B5CF8491B9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06" y="1425"/>
              <a:ext cx="142" cy="110"/>
            </a:xfrm>
            <a:prstGeom prst="rect">
              <a:avLst/>
            </a:prstGeom>
            <a:solidFill>
              <a:schemeClr val="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NZ"/>
            </a:p>
          </p:txBody>
        </p:sp>
        <p:sp>
          <p:nvSpPr>
            <p:cNvPr id="28" name="Text Box 29">
              <a:extLst>
                <a:ext uri="{FF2B5EF4-FFF2-40B4-BE49-F238E27FC236}">
                  <a16:creationId xmlns:a16="http://schemas.microsoft.com/office/drawing/2014/main" id="{9EAFEAB1-EBEA-4095-9A1D-E9CD4379FC5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32" y="1364"/>
              <a:ext cx="29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/>
              <a:r>
                <a:rPr lang="en-US" altLang="en-US" sz="2000"/>
                <a:t>3a</a:t>
              </a:r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29" name="Oval 30">
              <a:extLst>
                <a:ext uri="{FF2B5EF4-FFF2-40B4-BE49-F238E27FC236}">
                  <a16:creationId xmlns:a16="http://schemas.microsoft.com/office/drawing/2014/main" id="{A69B3614-30DB-BB84-46FD-32AA9D96188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43" y="1820"/>
              <a:ext cx="313" cy="81"/>
            </a:xfrm>
            <a:prstGeom prst="ellipse">
              <a:avLst/>
            </a:prstGeom>
            <a:solidFill>
              <a:schemeClr val="hlink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NZ"/>
            </a:p>
          </p:txBody>
        </p:sp>
        <p:sp>
          <p:nvSpPr>
            <p:cNvPr id="30" name="Line 31">
              <a:extLst>
                <a:ext uri="{FF2B5EF4-FFF2-40B4-BE49-F238E27FC236}">
                  <a16:creationId xmlns:a16="http://schemas.microsoft.com/office/drawing/2014/main" id="{AE4D8E68-1B15-96AA-DC26-E55BDF1E3C4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43" y="1813"/>
              <a:ext cx="0" cy="5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NZ"/>
            </a:p>
          </p:txBody>
        </p:sp>
        <p:sp>
          <p:nvSpPr>
            <p:cNvPr id="31" name="Line 32">
              <a:extLst>
                <a:ext uri="{FF2B5EF4-FFF2-40B4-BE49-F238E27FC236}">
                  <a16:creationId xmlns:a16="http://schemas.microsoft.com/office/drawing/2014/main" id="{334E1950-5367-5F47-DB67-82F0FE6BB31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56" y="1813"/>
              <a:ext cx="0" cy="5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NZ"/>
            </a:p>
          </p:txBody>
        </p:sp>
        <p:sp>
          <p:nvSpPr>
            <p:cNvPr id="32" name="Rectangle 33">
              <a:extLst>
                <a:ext uri="{FF2B5EF4-FFF2-40B4-BE49-F238E27FC236}">
                  <a16:creationId xmlns:a16="http://schemas.microsoft.com/office/drawing/2014/main" id="{BDD5EECE-6D14-0BE6-514A-6B1CD4E3C04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43" y="1813"/>
              <a:ext cx="310" cy="49"/>
            </a:xfrm>
            <a:prstGeom prst="rect">
              <a:avLst/>
            </a:prstGeom>
            <a:solidFill>
              <a:schemeClr val="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33" name="Oval 34">
              <a:extLst>
                <a:ext uri="{FF2B5EF4-FFF2-40B4-BE49-F238E27FC236}">
                  <a16:creationId xmlns:a16="http://schemas.microsoft.com/office/drawing/2014/main" id="{3E8CA575-4041-7CA5-BFC5-9E7798BF780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40" y="1754"/>
              <a:ext cx="313" cy="95"/>
            </a:xfrm>
            <a:prstGeom prst="ellipse">
              <a:avLst/>
            </a:prstGeom>
            <a:solidFill>
              <a:schemeClr val="hlink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NZ"/>
            </a:p>
          </p:txBody>
        </p:sp>
        <p:grpSp>
          <p:nvGrpSpPr>
            <p:cNvPr id="34" name="Group 35">
              <a:extLst>
                <a:ext uri="{FF2B5EF4-FFF2-40B4-BE49-F238E27FC236}">
                  <a16:creationId xmlns:a16="http://schemas.microsoft.com/office/drawing/2014/main" id="{A5497B90-9E94-3A53-3CA2-56CFE768403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464" y="1700"/>
              <a:ext cx="270" cy="250"/>
              <a:chOff x="2919" y="2429"/>
              <a:chExt cx="277" cy="250"/>
            </a:xfrm>
          </p:grpSpPr>
          <p:sp>
            <p:nvSpPr>
              <p:cNvPr id="104" name="Rectangle 36">
                <a:extLst>
                  <a:ext uri="{FF2B5EF4-FFF2-40B4-BE49-F238E27FC236}">
                    <a16:creationId xmlns:a16="http://schemas.microsoft.com/office/drawing/2014/main" id="{59FE3665-4E2E-EDA1-D7BA-7C77B30CDA2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82" y="2490"/>
                <a:ext cx="144" cy="132"/>
              </a:xfrm>
              <a:prstGeom prst="rect">
                <a:avLst/>
              </a:prstGeom>
              <a:solidFill>
                <a:schemeClr val="hlink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NZ"/>
              </a:p>
            </p:txBody>
          </p:sp>
          <p:sp>
            <p:nvSpPr>
              <p:cNvPr id="105" name="Text Box 37">
                <a:extLst>
                  <a:ext uri="{FF2B5EF4-FFF2-40B4-BE49-F238E27FC236}">
                    <a16:creationId xmlns:a16="http://schemas.microsoft.com/office/drawing/2014/main" id="{36301854-C06B-BC6A-8C2F-6300B3022BC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919" y="2429"/>
                <a:ext cx="277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ctr"/>
                <a:r>
                  <a:rPr lang="en-US" altLang="en-US" sz="2000"/>
                  <a:t>1c</a:t>
                </a:r>
              </a:p>
            </p:txBody>
          </p:sp>
        </p:grpSp>
        <p:sp>
          <p:nvSpPr>
            <p:cNvPr id="35" name="Line 38">
              <a:extLst>
                <a:ext uri="{FF2B5EF4-FFF2-40B4-BE49-F238E27FC236}">
                  <a16:creationId xmlns:a16="http://schemas.microsoft.com/office/drawing/2014/main" id="{E753C9E5-9BC5-8FD9-70FC-F9862B34D90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38" y="1632"/>
              <a:ext cx="308" cy="9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NZ"/>
            </a:p>
          </p:txBody>
        </p:sp>
        <p:sp>
          <p:nvSpPr>
            <p:cNvPr id="36" name="Freeform 39">
              <a:extLst>
                <a:ext uri="{FF2B5EF4-FFF2-40B4-BE49-F238E27FC236}">
                  <a16:creationId xmlns:a16="http://schemas.microsoft.com/office/drawing/2014/main" id="{67FD3139-5BEA-5DD8-8651-EC4BC492AD15}"/>
                </a:ext>
              </a:extLst>
            </p:cNvPr>
            <p:cNvSpPr>
              <a:spLocks/>
            </p:cNvSpPr>
            <p:nvPr/>
          </p:nvSpPr>
          <p:spPr bwMode="auto">
            <a:xfrm>
              <a:off x="566" y="1502"/>
              <a:ext cx="252" cy="114"/>
            </a:xfrm>
            <a:custGeom>
              <a:avLst/>
              <a:gdLst>
                <a:gd name="T0" fmla="*/ 0 w 252"/>
                <a:gd name="T1" fmla="*/ 114 h 114"/>
                <a:gd name="T2" fmla="*/ 252 w 252"/>
                <a:gd name="T3" fmla="*/ 0 h 1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252" h="114">
                  <a:moveTo>
                    <a:pt x="0" y="114"/>
                  </a:moveTo>
                  <a:lnTo>
                    <a:pt x="252" y="0"/>
                  </a:lnTo>
                </a:path>
              </a:pathLst>
            </a:custGeom>
            <a:noFill/>
            <a:ln w="28575" cap="flat" cmpd="sng">
              <a:solidFill>
                <a:schemeClr val="tx1"/>
              </a:solidFill>
              <a:prstDash val="sysDot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NZ"/>
            </a:p>
          </p:txBody>
        </p:sp>
        <p:sp>
          <p:nvSpPr>
            <p:cNvPr id="37" name="Freeform 40">
              <a:extLst>
                <a:ext uri="{FF2B5EF4-FFF2-40B4-BE49-F238E27FC236}">
                  <a16:creationId xmlns:a16="http://schemas.microsoft.com/office/drawing/2014/main" id="{42CBCB25-03B8-A899-9FBA-89A1A5F0618B}"/>
                </a:ext>
              </a:extLst>
            </p:cNvPr>
            <p:cNvSpPr>
              <a:spLocks/>
            </p:cNvSpPr>
            <p:nvPr/>
          </p:nvSpPr>
          <p:spPr bwMode="auto">
            <a:xfrm>
              <a:off x="1002" y="1562"/>
              <a:ext cx="444" cy="258"/>
            </a:xfrm>
            <a:custGeom>
              <a:avLst/>
              <a:gdLst>
                <a:gd name="T0" fmla="*/ 0 w 444"/>
                <a:gd name="T1" fmla="*/ 0 h 258"/>
                <a:gd name="T2" fmla="*/ 444 w 444"/>
                <a:gd name="T3" fmla="*/ 258 h 2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444" h="258">
                  <a:moveTo>
                    <a:pt x="0" y="0"/>
                  </a:moveTo>
                  <a:lnTo>
                    <a:pt x="444" y="258"/>
                  </a:lnTo>
                </a:path>
              </a:pathLst>
            </a:custGeom>
            <a:noFill/>
            <a:ln w="28575" cap="flat" cmpd="sng">
              <a:solidFill>
                <a:schemeClr val="tx1"/>
              </a:solidFill>
              <a:prstDash val="dash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NZ"/>
            </a:p>
          </p:txBody>
        </p:sp>
        <p:sp>
          <p:nvSpPr>
            <p:cNvPr id="38" name="Freeform 41">
              <a:extLst>
                <a:ext uri="{FF2B5EF4-FFF2-40B4-BE49-F238E27FC236}">
                  <a16:creationId xmlns:a16="http://schemas.microsoft.com/office/drawing/2014/main" id="{0B6F2E39-E420-D0F2-E0E4-370998AD569B}"/>
                </a:ext>
              </a:extLst>
            </p:cNvPr>
            <p:cNvSpPr>
              <a:spLocks/>
            </p:cNvSpPr>
            <p:nvPr/>
          </p:nvSpPr>
          <p:spPr bwMode="auto">
            <a:xfrm>
              <a:off x="2326" y="1680"/>
              <a:ext cx="654" cy="420"/>
            </a:xfrm>
            <a:custGeom>
              <a:avLst/>
              <a:gdLst>
                <a:gd name="T0" fmla="*/ 0 w 654"/>
                <a:gd name="T1" fmla="*/ 420 h 420"/>
                <a:gd name="T2" fmla="*/ 654 w 654"/>
                <a:gd name="T3" fmla="*/ 0 h 4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654" h="420">
                  <a:moveTo>
                    <a:pt x="0" y="420"/>
                  </a:moveTo>
                  <a:lnTo>
                    <a:pt x="654" y="0"/>
                  </a:lnTo>
                </a:path>
              </a:pathLst>
            </a:custGeom>
            <a:noFill/>
            <a:ln w="28575" cap="flat" cmpd="sng">
              <a:solidFill>
                <a:schemeClr val="tx1"/>
              </a:solidFill>
              <a:prstDash val="dash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NZ"/>
            </a:p>
          </p:txBody>
        </p:sp>
        <p:sp>
          <p:nvSpPr>
            <p:cNvPr id="39" name="Oval 42">
              <a:extLst>
                <a:ext uri="{FF2B5EF4-FFF2-40B4-BE49-F238E27FC236}">
                  <a16:creationId xmlns:a16="http://schemas.microsoft.com/office/drawing/2014/main" id="{B6D5B091-EAA3-CBD5-4A9C-ABEECE30839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25" y="1616"/>
              <a:ext cx="313" cy="81"/>
            </a:xfrm>
            <a:prstGeom prst="ellipse">
              <a:avLst/>
            </a:prstGeom>
            <a:solidFill>
              <a:schemeClr val="hlink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NZ"/>
            </a:p>
          </p:txBody>
        </p:sp>
        <p:sp>
          <p:nvSpPr>
            <p:cNvPr id="40" name="Line 43">
              <a:extLst>
                <a:ext uri="{FF2B5EF4-FFF2-40B4-BE49-F238E27FC236}">
                  <a16:creationId xmlns:a16="http://schemas.microsoft.com/office/drawing/2014/main" id="{55679BDD-9ED7-25EF-90C9-CFC4F167764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25" y="1609"/>
              <a:ext cx="0" cy="5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NZ"/>
            </a:p>
          </p:txBody>
        </p:sp>
        <p:sp>
          <p:nvSpPr>
            <p:cNvPr id="41" name="Line 44">
              <a:extLst>
                <a:ext uri="{FF2B5EF4-FFF2-40B4-BE49-F238E27FC236}">
                  <a16:creationId xmlns:a16="http://schemas.microsoft.com/office/drawing/2014/main" id="{33E054DA-29D5-D392-E504-C987883BB89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38" y="1609"/>
              <a:ext cx="0" cy="5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NZ"/>
            </a:p>
          </p:txBody>
        </p:sp>
        <p:sp>
          <p:nvSpPr>
            <p:cNvPr id="42" name="Rectangle 45">
              <a:extLst>
                <a:ext uri="{FF2B5EF4-FFF2-40B4-BE49-F238E27FC236}">
                  <a16:creationId xmlns:a16="http://schemas.microsoft.com/office/drawing/2014/main" id="{F678660C-32C3-F6F6-14CE-401D36E8CBD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25" y="1609"/>
              <a:ext cx="310" cy="49"/>
            </a:xfrm>
            <a:prstGeom prst="rect">
              <a:avLst/>
            </a:prstGeom>
            <a:solidFill>
              <a:schemeClr val="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43" name="Oval 46">
              <a:extLst>
                <a:ext uri="{FF2B5EF4-FFF2-40B4-BE49-F238E27FC236}">
                  <a16:creationId xmlns:a16="http://schemas.microsoft.com/office/drawing/2014/main" id="{1D69A754-CB18-96FD-E8A5-8C8744E6581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22" y="1550"/>
              <a:ext cx="313" cy="95"/>
            </a:xfrm>
            <a:prstGeom prst="ellipse">
              <a:avLst/>
            </a:prstGeom>
            <a:solidFill>
              <a:schemeClr val="hlink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NZ"/>
            </a:p>
          </p:txBody>
        </p:sp>
        <p:sp>
          <p:nvSpPr>
            <p:cNvPr id="44" name="Rectangle 47">
              <a:extLst>
                <a:ext uri="{FF2B5EF4-FFF2-40B4-BE49-F238E27FC236}">
                  <a16:creationId xmlns:a16="http://schemas.microsoft.com/office/drawing/2014/main" id="{369F1C4B-46A2-4A0C-C700-DB1B8F9EB4F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09" y="1563"/>
              <a:ext cx="141" cy="120"/>
            </a:xfrm>
            <a:prstGeom prst="rect">
              <a:avLst/>
            </a:prstGeom>
            <a:solidFill>
              <a:schemeClr val="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NZ"/>
            </a:p>
          </p:txBody>
        </p:sp>
        <p:sp>
          <p:nvSpPr>
            <p:cNvPr id="45" name="Text Box 48">
              <a:extLst>
                <a:ext uri="{FF2B5EF4-FFF2-40B4-BE49-F238E27FC236}">
                  <a16:creationId xmlns:a16="http://schemas.microsoft.com/office/drawing/2014/main" id="{043A7384-5C37-2A5E-D7CB-27F91ECE248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35" y="1502"/>
              <a:ext cx="29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/>
              <a:r>
                <a:rPr lang="en-US" altLang="en-US" sz="2000"/>
                <a:t>2a</a:t>
              </a:r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46" name="Text Box 49">
              <a:extLst>
                <a:ext uri="{FF2B5EF4-FFF2-40B4-BE49-F238E27FC236}">
                  <a16:creationId xmlns:a16="http://schemas.microsoft.com/office/drawing/2014/main" id="{0882DB40-56EA-8F56-E4D1-A59162618A9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97" y="1590"/>
              <a:ext cx="442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en-US" sz="2000"/>
                <a:t>AS3</a:t>
              </a:r>
              <a:endParaRPr lang="en-US" altLang="en-US"/>
            </a:p>
          </p:txBody>
        </p:sp>
        <p:sp>
          <p:nvSpPr>
            <p:cNvPr id="47" name="Text Box 50">
              <a:extLst>
                <a:ext uri="{FF2B5EF4-FFF2-40B4-BE49-F238E27FC236}">
                  <a16:creationId xmlns:a16="http://schemas.microsoft.com/office/drawing/2014/main" id="{33932394-DECF-9471-391E-922D23D2129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57" y="2131"/>
              <a:ext cx="41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en-US" sz="2000"/>
                <a:t>AS1</a:t>
              </a:r>
              <a:endParaRPr lang="en-US" altLang="en-US"/>
            </a:p>
          </p:txBody>
        </p:sp>
        <p:sp>
          <p:nvSpPr>
            <p:cNvPr id="48" name="Text Box 51">
              <a:extLst>
                <a:ext uri="{FF2B5EF4-FFF2-40B4-BE49-F238E27FC236}">
                  <a16:creationId xmlns:a16="http://schemas.microsoft.com/office/drawing/2014/main" id="{BD9E506E-6BE3-A6FC-B82D-51A69569196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07" y="1790"/>
              <a:ext cx="409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en-US"/>
                <a:t>AS2</a:t>
              </a:r>
            </a:p>
          </p:txBody>
        </p:sp>
        <p:sp>
          <p:nvSpPr>
            <p:cNvPr id="49" name="Oval 52">
              <a:extLst>
                <a:ext uri="{FF2B5EF4-FFF2-40B4-BE49-F238E27FC236}">
                  <a16:creationId xmlns:a16="http://schemas.microsoft.com/office/drawing/2014/main" id="{78D11FAA-2100-CEF9-185A-6DD5867AE18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7" y="2030"/>
              <a:ext cx="313" cy="81"/>
            </a:xfrm>
            <a:prstGeom prst="ellipse">
              <a:avLst/>
            </a:prstGeom>
            <a:solidFill>
              <a:schemeClr val="hlink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NZ"/>
            </a:p>
          </p:txBody>
        </p:sp>
        <p:sp>
          <p:nvSpPr>
            <p:cNvPr id="50" name="Line 53">
              <a:extLst>
                <a:ext uri="{FF2B5EF4-FFF2-40B4-BE49-F238E27FC236}">
                  <a16:creationId xmlns:a16="http://schemas.microsoft.com/office/drawing/2014/main" id="{602D3B23-BF60-983E-6BDF-CDE042A190B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37" y="2023"/>
              <a:ext cx="0" cy="5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NZ"/>
            </a:p>
          </p:txBody>
        </p:sp>
        <p:sp>
          <p:nvSpPr>
            <p:cNvPr id="51" name="Line 54">
              <a:extLst>
                <a:ext uri="{FF2B5EF4-FFF2-40B4-BE49-F238E27FC236}">
                  <a16:creationId xmlns:a16="http://schemas.microsoft.com/office/drawing/2014/main" id="{8C6347FE-4FBD-D272-F15E-EDDD2A8533D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50" y="2023"/>
              <a:ext cx="0" cy="5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NZ"/>
            </a:p>
          </p:txBody>
        </p:sp>
        <p:sp>
          <p:nvSpPr>
            <p:cNvPr id="52" name="Rectangle 55">
              <a:extLst>
                <a:ext uri="{FF2B5EF4-FFF2-40B4-BE49-F238E27FC236}">
                  <a16:creationId xmlns:a16="http://schemas.microsoft.com/office/drawing/2014/main" id="{89F2254B-B6D3-07A7-5EFE-C4D88A11C3D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7" y="2023"/>
              <a:ext cx="310" cy="49"/>
            </a:xfrm>
            <a:prstGeom prst="rect">
              <a:avLst/>
            </a:prstGeom>
            <a:solidFill>
              <a:schemeClr val="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53" name="Oval 56">
              <a:extLst>
                <a:ext uri="{FF2B5EF4-FFF2-40B4-BE49-F238E27FC236}">
                  <a16:creationId xmlns:a16="http://schemas.microsoft.com/office/drawing/2014/main" id="{01B8D05F-3358-0F70-40F8-DAE475DDE85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4" y="1968"/>
              <a:ext cx="313" cy="95"/>
            </a:xfrm>
            <a:prstGeom prst="ellipse">
              <a:avLst/>
            </a:prstGeom>
            <a:solidFill>
              <a:schemeClr val="hlink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NZ"/>
            </a:p>
          </p:txBody>
        </p:sp>
        <p:sp>
          <p:nvSpPr>
            <p:cNvPr id="54" name="Rectangle 57">
              <a:extLst>
                <a:ext uri="{FF2B5EF4-FFF2-40B4-BE49-F238E27FC236}">
                  <a16:creationId xmlns:a16="http://schemas.microsoft.com/office/drawing/2014/main" id="{46EB3C99-398B-7908-A259-27C69FC84FF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19" y="1995"/>
              <a:ext cx="142" cy="96"/>
            </a:xfrm>
            <a:prstGeom prst="rect">
              <a:avLst/>
            </a:prstGeom>
            <a:solidFill>
              <a:schemeClr val="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NZ"/>
            </a:p>
          </p:txBody>
        </p:sp>
        <p:sp>
          <p:nvSpPr>
            <p:cNvPr id="55" name="Text Box 58">
              <a:extLst>
                <a:ext uri="{FF2B5EF4-FFF2-40B4-BE49-F238E27FC236}">
                  <a16:creationId xmlns:a16="http://schemas.microsoft.com/office/drawing/2014/main" id="{BAC3DF52-7D2F-44FC-454A-C6E3F4F653F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62" y="1914"/>
              <a:ext cx="270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/>
              <a:r>
                <a:rPr lang="en-US" altLang="en-US" sz="2000"/>
                <a:t>1a</a:t>
              </a:r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grpSp>
          <p:nvGrpSpPr>
            <p:cNvPr id="56" name="Group 59">
              <a:extLst>
                <a:ext uri="{FF2B5EF4-FFF2-40B4-BE49-F238E27FC236}">
                  <a16:creationId xmlns:a16="http://schemas.microsoft.com/office/drawing/2014/main" id="{B65E2153-4A13-F5A6-8EC8-6065B3E5274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380" y="1320"/>
              <a:ext cx="316" cy="250"/>
              <a:chOff x="4320" y="1940"/>
              <a:chExt cx="316" cy="250"/>
            </a:xfrm>
          </p:grpSpPr>
          <p:sp>
            <p:nvSpPr>
              <p:cNvPr id="97" name="Oval 60">
                <a:extLst>
                  <a:ext uri="{FF2B5EF4-FFF2-40B4-BE49-F238E27FC236}">
                    <a16:creationId xmlns:a16="http://schemas.microsoft.com/office/drawing/2014/main" id="{4F5F97F1-C4E2-D172-4C53-0E81CFEB53F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23" y="2054"/>
                <a:ext cx="313" cy="81"/>
              </a:xfrm>
              <a:prstGeom prst="ellipse">
                <a:avLst/>
              </a:prstGeom>
              <a:solidFill>
                <a:schemeClr val="hlink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NZ"/>
              </a:p>
            </p:txBody>
          </p:sp>
          <p:sp>
            <p:nvSpPr>
              <p:cNvPr id="98" name="Line 61">
                <a:extLst>
                  <a:ext uri="{FF2B5EF4-FFF2-40B4-BE49-F238E27FC236}">
                    <a16:creationId xmlns:a16="http://schemas.microsoft.com/office/drawing/2014/main" id="{86A8ADD7-8EAD-BF41-13C8-3A1D2DC8077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323" y="2047"/>
                <a:ext cx="0" cy="5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NZ"/>
              </a:p>
            </p:txBody>
          </p:sp>
          <p:sp>
            <p:nvSpPr>
              <p:cNvPr id="99" name="Line 62">
                <a:extLst>
                  <a:ext uri="{FF2B5EF4-FFF2-40B4-BE49-F238E27FC236}">
                    <a16:creationId xmlns:a16="http://schemas.microsoft.com/office/drawing/2014/main" id="{5FC2F46A-25E4-B524-1D73-1EB297CFFBA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636" y="2047"/>
                <a:ext cx="0" cy="5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NZ"/>
              </a:p>
            </p:txBody>
          </p:sp>
          <p:sp>
            <p:nvSpPr>
              <p:cNvPr id="100" name="Rectangle 63">
                <a:extLst>
                  <a:ext uri="{FF2B5EF4-FFF2-40B4-BE49-F238E27FC236}">
                    <a16:creationId xmlns:a16="http://schemas.microsoft.com/office/drawing/2014/main" id="{54AE34A8-15D6-59F5-E599-717CAEE7827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23" y="2047"/>
                <a:ext cx="310" cy="49"/>
              </a:xfrm>
              <a:prstGeom prst="rect">
                <a:avLst/>
              </a:prstGeom>
              <a:solidFill>
                <a:schemeClr val="hlink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endParaRPr lang="en-US" altLang="en-US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01" name="Oval 64">
                <a:extLst>
                  <a:ext uri="{FF2B5EF4-FFF2-40B4-BE49-F238E27FC236}">
                    <a16:creationId xmlns:a16="http://schemas.microsoft.com/office/drawing/2014/main" id="{9235BE12-5B29-AAD1-3D3F-E1D8C39A961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20" y="1988"/>
                <a:ext cx="313" cy="95"/>
              </a:xfrm>
              <a:prstGeom prst="ellipse">
                <a:avLst/>
              </a:prstGeom>
              <a:solidFill>
                <a:schemeClr val="hlink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NZ"/>
              </a:p>
            </p:txBody>
          </p:sp>
          <p:sp>
            <p:nvSpPr>
              <p:cNvPr id="102" name="Rectangle 65">
                <a:extLst>
                  <a:ext uri="{FF2B5EF4-FFF2-40B4-BE49-F238E27FC236}">
                    <a16:creationId xmlns:a16="http://schemas.microsoft.com/office/drawing/2014/main" id="{31FD9868-43E9-42C9-88A9-6F5201BBFA1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07" y="2001"/>
                <a:ext cx="141" cy="118"/>
              </a:xfrm>
              <a:prstGeom prst="rect">
                <a:avLst/>
              </a:prstGeom>
              <a:solidFill>
                <a:schemeClr val="hlink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NZ"/>
              </a:p>
            </p:txBody>
          </p:sp>
          <p:sp>
            <p:nvSpPr>
              <p:cNvPr id="103" name="Text Box 66">
                <a:extLst>
                  <a:ext uri="{FF2B5EF4-FFF2-40B4-BE49-F238E27FC236}">
                    <a16:creationId xmlns:a16="http://schemas.microsoft.com/office/drawing/2014/main" id="{4E8B726E-9F33-D38F-5424-303C3B637A5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333" y="1940"/>
                <a:ext cx="296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ctr"/>
                <a:r>
                  <a:rPr lang="en-US" altLang="en-US" sz="2000"/>
                  <a:t>2c</a:t>
                </a:r>
                <a:endParaRPr lang="en-US" altLang="en-US" sz="2400"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57" name="Group 67">
              <a:extLst>
                <a:ext uri="{FF2B5EF4-FFF2-40B4-BE49-F238E27FC236}">
                  <a16:creationId xmlns:a16="http://schemas.microsoft.com/office/drawing/2014/main" id="{23C806D8-C3BB-27DF-E9B6-17B785C31A3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546" y="1610"/>
              <a:ext cx="316" cy="250"/>
              <a:chOff x="4596" y="2162"/>
              <a:chExt cx="316" cy="250"/>
            </a:xfrm>
          </p:grpSpPr>
          <p:sp>
            <p:nvSpPr>
              <p:cNvPr id="90" name="Oval 68">
                <a:extLst>
                  <a:ext uri="{FF2B5EF4-FFF2-40B4-BE49-F238E27FC236}">
                    <a16:creationId xmlns:a16="http://schemas.microsoft.com/office/drawing/2014/main" id="{B30951E9-1DDB-76CF-8F2E-2739EB3A51B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599" y="2276"/>
                <a:ext cx="313" cy="81"/>
              </a:xfrm>
              <a:prstGeom prst="ellipse">
                <a:avLst/>
              </a:prstGeom>
              <a:solidFill>
                <a:schemeClr val="hlink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NZ"/>
              </a:p>
            </p:txBody>
          </p:sp>
          <p:sp>
            <p:nvSpPr>
              <p:cNvPr id="91" name="Line 69">
                <a:extLst>
                  <a:ext uri="{FF2B5EF4-FFF2-40B4-BE49-F238E27FC236}">
                    <a16:creationId xmlns:a16="http://schemas.microsoft.com/office/drawing/2014/main" id="{B7423EF8-EA9D-443D-B54D-0CE5A124241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599" y="2269"/>
                <a:ext cx="0" cy="5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NZ"/>
              </a:p>
            </p:txBody>
          </p:sp>
          <p:sp>
            <p:nvSpPr>
              <p:cNvPr id="92" name="Line 70">
                <a:extLst>
                  <a:ext uri="{FF2B5EF4-FFF2-40B4-BE49-F238E27FC236}">
                    <a16:creationId xmlns:a16="http://schemas.microsoft.com/office/drawing/2014/main" id="{DE56F960-A12C-4B62-6475-0E45448534F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912" y="2269"/>
                <a:ext cx="0" cy="5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NZ"/>
              </a:p>
            </p:txBody>
          </p:sp>
          <p:sp>
            <p:nvSpPr>
              <p:cNvPr id="93" name="Rectangle 71">
                <a:extLst>
                  <a:ext uri="{FF2B5EF4-FFF2-40B4-BE49-F238E27FC236}">
                    <a16:creationId xmlns:a16="http://schemas.microsoft.com/office/drawing/2014/main" id="{31C8FBE3-63C2-30A5-DEE8-760DA86A6A7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599" y="2269"/>
                <a:ext cx="310" cy="49"/>
              </a:xfrm>
              <a:prstGeom prst="rect">
                <a:avLst/>
              </a:prstGeom>
              <a:solidFill>
                <a:schemeClr val="hlink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endParaRPr lang="en-US" altLang="en-US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94" name="Oval 72">
                <a:extLst>
                  <a:ext uri="{FF2B5EF4-FFF2-40B4-BE49-F238E27FC236}">
                    <a16:creationId xmlns:a16="http://schemas.microsoft.com/office/drawing/2014/main" id="{20E22A19-B1FF-424B-AD30-80750FDFCBC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596" y="2210"/>
                <a:ext cx="313" cy="95"/>
              </a:xfrm>
              <a:prstGeom prst="ellipse">
                <a:avLst/>
              </a:prstGeom>
              <a:solidFill>
                <a:schemeClr val="hlink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NZ"/>
              </a:p>
            </p:txBody>
          </p:sp>
          <p:sp>
            <p:nvSpPr>
              <p:cNvPr id="95" name="Rectangle 73">
                <a:extLst>
                  <a:ext uri="{FF2B5EF4-FFF2-40B4-BE49-F238E27FC236}">
                    <a16:creationId xmlns:a16="http://schemas.microsoft.com/office/drawing/2014/main" id="{37575998-D666-B000-24CD-783AC47ACCC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83" y="2223"/>
                <a:ext cx="142" cy="110"/>
              </a:xfrm>
              <a:prstGeom prst="rect">
                <a:avLst/>
              </a:prstGeom>
              <a:solidFill>
                <a:schemeClr val="hlink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NZ"/>
              </a:p>
            </p:txBody>
          </p:sp>
          <p:sp>
            <p:nvSpPr>
              <p:cNvPr id="96" name="Text Box 74">
                <a:extLst>
                  <a:ext uri="{FF2B5EF4-FFF2-40B4-BE49-F238E27FC236}">
                    <a16:creationId xmlns:a16="http://schemas.microsoft.com/office/drawing/2014/main" id="{7104906C-6371-20B2-40C3-12C2683C031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603" y="2162"/>
                <a:ext cx="309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ctr"/>
                <a:r>
                  <a:rPr lang="en-US" altLang="en-US" sz="2000"/>
                  <a:t>2b</a:t>
                </a:r>
                <a:endParaRPr lang="en-US" altLang="en-US" sz="2400"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58" name="Group 75">
              <a:extLst>
                <a:ext uri="{FF2B5EF4-FFF2-40B4-BE49-F238E27FC236}">
                  <a16:creationId xmlns:a16="http://schemas.microsoft.com/office/drawing/2014/main" id="{1F4C21EF-3FF0-8AC0-835D-1477FE1688C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016" y="1980"/>
              <a:ext cx="316" cy="250"/>
              <a:chOff x="2016" y="1980"/>
              <a:chExt cx="316" cy="250"/>
            </a:xfrm>
          </p:grpSpPr>
          <p:sp>
            <p:nvSpPr>
              <p:cNvPr id="82" name="Oval 76">
                <a:extLst>
                  <a:ext uri="{FF2B5EF4-FFF2-40B4-BE49-F238E27FC236}">
                    <a16:creationId xmlns:a16="http://schemas.microsoft.com/office/drawing/2014/main" id="{E7843739-16E9-2ABC-1C39-7C09A0CA2C8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019" y="2102"/>
                <a:ext cx="313" cy="81"/>
              </a:xfrm>
              <a:prstGeom prst="ellipse">
                <a:avLst/>
              </a:prstGeom>
              <a:solidFill>
                <a:schemeClr val="hlink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NZ"/>
              </a:p>
            </p:txBody>
          </p:sp>
          <p:sp>
            <p:nvSpPr>
              <p:cNvPr id="83" name="Line 77">
                <a:extLst>
                  <a:ext uri="{FF2B5EF4-FFF2-40B4-BE49-F238E27FC236}">
                    <a16:creationId xmlns:a16="http://schemas.microsoft.com/office/drawing/2014/main" id="{D1BC1C6E-5B2F-956C-F4BE-3BC2629170F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19" y="2095"/>
                <a:ext cx="0" cy="5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NZ"/>
              </a:p>
            </p:txBody>
          </p:sp>
          <p:sp>
            <p:nvSpPr>
              <p:cNvPr id="84" name="Line 78">
                <a:extLst>
                  <a:ext uri="{FF2B5EF4-FFF2-40B4-BE49-F238E27FC236}">
                    <a16:creationId xmlns:a16="http://schemas.microsoft.com/office/drawing/2014/main" id="{C67C5018-9D78-2949-D6FE-A0C72628259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332" y="2095"/>
                <a:ext cx="0" cy="5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NZ"/>
              </a:p>
            </p:txBody>
          </p:sp>
          <p:sp>
            <p:nvSpPr>
              <p:cNvPr id="85" name="Rectangle 79">
                <a:extLst>
                  <a:ext uri="{FF2B5EF4-FFF2-40B4-BE49-F238E27FC236}">
                    <a16:creationId xmlns:a16="http://schemas.microsoft.com/office/drawing/2014/main" id="{27C04BB0-AE05-E17C-28B1-CEE8FB6906F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019" y="2095"/>
                <a:ext cx="310" cy="49"/>
              </a:xfrm>
              <a:prstGeom prst="rect">
                <a:avLst/>
              </a:prstGeom>
              <a:solidFill>
                <a:schemeClr val="hlink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endParaRPr lang="en-US" altLang="en-US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86" name="Oval 80">
                <a:extLst>
                  <a:ext uri="{FF2B5EF4-FFF2-40B4-BE49-F238E27FC236}">
                    <a16:creationId xmlns:a16="http://schemas.microsoft.com/office/drawing/2014/main" id="{286D94BB-5AF5-0BF2-EEEA-EF189AFCFAB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016" y="2036"/>
                <a:ext cx="313" cy="95"/>
              </a:xfrm>
              <a:prstGeom prst="ellipse">
                <a:avLst/>
              </a:prstGeom>
              <a:solidFill>
                <a:schemeClr val="hlink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NZ"/>
              </a:p>
            </p:txBody>
          </p:sp>
          <p:grpSp>
            <p:nvGrpSpPr>
              <p:cNvPr id="87" name="Group 81">
                <a:extLst>
                  <a:ext uri="{FF2B5EF4-FFF2-40B4-BE49-F238E27FC236}">
                    <a16:creationId xmlns:a16="http://schemas.microsoft.com/office/drawing/2014/main" id="{D1C45EBE-0406-580C-0A6A-F4311C5AF6A7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034" y="1980"/>
                <a:ext cx="283" cy="250"/>
                <a:chOff x="2914" y="2429"/>
                <a:chExt cx="288" cy="250"/>
              </a:xfrm>
            </p:grpSpPr>
            <p:sp>
              <p:nvSpPr>
                <p:cNvPr id="88" name="Rectangle 82">
                  <a:extLst>
                    <a:ext uri="{FF2B5EF4-FFF2-40B4-BE49-F238E27FC236}">
                      <a16:creationId xmlns:a16="http://schemas.microsoft.com/office/drawing/2014/main" id="{E38BDD70-138E-BE6B-C384-05808680CC0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chemeClr val="hlink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NZ"/>
                </a:p>
              </p:txBody>
            </p:sp>
            <p:sp>
              <p:nvSpPr>
                <p:cNvPr id="89" name="Text Box 83">
                  <a:extLst>
                    <a:ext uri="{FF2B5EF4-FFF2-40B4-BE49-F238E27FC236}">
                      <a16:creationId xmlns:a16="http://schemas.microsoft.com/office/drawing/2014/main" id="{0690465A-B909-D626-30D5-EDC78201F045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914" y="2429"/>
                  <a:ext cx="288" cy="25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/>
                <a:p>
                  <a:pPr algn="ctr"/>
                  <a:r>
                    <a:rPr lang="en-US" altLang="en-US" sz="2000"/>
                    <a:t>1b</a:t>
                  </a:r>
                  <a:endParaRPr lang="en-US" altLang="en-US" sz="2400">
                    <a:latin typeface="Times New Roman" panose="02020603050405020304" pitchFamily="18" charset="0"/>
                  </a:endParaRPr>
                </a:p>
              </p:txBody>
            </p:sp>
          </p:grpSp>
        </p:grpSp>
        <p:grpSp>
          <p:nvGrpSpPr>
            <p:cNvPr id="59" name="Group 84">
              <a:extLst>
                <a:ext uri="{FF2B5EF4-FFF2-40B4-BE49-F238E27FC236}">
                  <a16:creationId xmlns:a16="http://schemas.microsoft.com/office/drawing/2014/main" id="{7F35B3D9-69A2-8504-2B71-AE846D922B6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28" y="1133"/>
              <a:ext cx="316" cy="250"/>
              <a:chOff x="2016" y="1980"/>
              <a:chExt cx="316" cy="250"/>
            </a:xfrm>
          </p:grpSpPr>
          <p:sp>
            <p:nvSpPr>
              <p:cNvPr id="74" name="Oval 85">
                <a:extLst>
                  <a:ext uri="{FF2B5EF4-FFF2-40B4-BE49-F238E27FC236}">
                    <a16:creationId xmlns:a16="http://schemas.microsoft.com/office/drawing/2014/main" id="{60067576-3A43-7B55-D683-2A1AC397849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019" y="2102"/>
                <a:ext cx="313" cy="81"/>
              </a:xfrm>
              <a:prstGeom prst="ellipse">
                <a:avLst/>
              </a:prstGeom>
              <a:solidFill>
                <a:schemeClr val="hlink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NZ"/>
              </a:p>
            </p:txBody>
          </p:sp>
          <p:sp>
            <p:nvSpPr>
              <p:cNvPr id="75" name="Line 86">
                <a:extLst>
                  <a:ext uri="{FF2B5EF4-FFF2-40B4-BE49-F238E27FC236}">
                    <a16:creationId xmlns:a16="http://schemas.microsoft.com/office/drawing/2014/main" id="{13BB6D5F-2F16-E2CB-B69E-8C197594C22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19" y="2095"/>
                <a:ext cx="0" cy="5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NZ"/>
              </a:p>
            </p:txBody>
          </p:sp>
          <p:sp>
            <p:nvSpPr>
              <p:cNvPr id="76" name="Line 87">
                <a:extLst>
                  <a:ext uri="{FF2B5EF4-FFF2-40B4-BE49-F238E27FC236}">
                    <a16:creationId xmlns:a16="http://schemas.microsoft.com/office/drawing/2014/main" id="{9C9A4D91-37F2-2CDF-B4D9-2007E128079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332" y="2095"/>
                <a:ext cx="0" cy="5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NZ"/>
              </a:p>
            </p:txBody>
          </p:sp>
          <p:sp>
            <p:nvSpPr>
              <p:cNvPr id="77" name="Rectangle 88">
                <a:extLst>
                  <a:ext uri="{FF2B5EF4-FFF2-40B4-BE49-F238E27FC236}">
                    <a16:creationId xmlns:a16="http://schemas.microsoft.com/office/drawing/2014/main" id="{3F18DD91-C87F-C053-7ED2-B7ECA8AC72C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019" y="2095"/>
                <a:ext cx="310" cy="49"/>
              </a:xfrm>
              <a:prstGeom prst="rect">
                <a:avLst/>
              </a:prstGeom>
              <a:solidFill>
                <a:schemeClr val="hlink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endParaRPr lang="en-US" altLang="en-US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78" name="Oval 89">
                <a:extLst>
                  <a:ext uri="{FF2B5EF4-FFF2-40B4-BE49-F238E27FC236}">
                    <a16:creationId xmlns:a16="http://schemas.microsoft.com/office/drawing/2014/main" id="{4176539E-95FF-FD6C-07D2-6F197538E5A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016" y="2036"/>
                <a:ext cx="313" cy="95"/>
              </a:xfrm>
              <a:prstGeom prst="ellipse">
                <a:avLst/>
              </a:prstGeom>
              <a:solidFill>
                <a:schemeClr val="hlink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NZ"/>
              </a:p>
            </p:txBody>
          </p:sp>
          <p:grpSp>
            <p:nvGrpSpPr>
              <p:cNvPr id="79" name="Group 90">
                <a:extLst>
                  <a:ext uri="{FF2B5EF4-FFF2-40B4-BE49-F238E27FC236}">
                    <a16:creationId xmlns:a16="http://schemas.microsoft.com/office/drawing/2014/main" id="{D1869A51-718A-6401-E740-C0A382837213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027" y="1980"/>
                <a:ext cx="296" cy="250"/>
                <a:chOff x="2907" y="2429"/>
                <a:chExt cx="301" cy="250"/>
              </a:xfrm>
            </p:grpSpPr>
            <p:sp>
              <p:nvSpPr>
                <p:cNvPr id="80" name="Rectangle 91">
                  <a:extLst>
                    <a:ext uri="{FF2B5EF4-FFF2-40B4-BE49-F238E27FC236}">
                      <a16:creationId xmlns:a16="http://schemas.microsoft.com/office/drawing/2014/main" id="{B72FFED4-2A1C-65F6-ECFD-C66E1D63906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chemeClr val="hlink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NZ"/>
                </a:p>
              </p:txBody>
            </p:sp>
            <p:sp>
              <p:nvSpPr>
                <p:cNvPr id="81" name="Text Box 92">
                  <a:extLst>
                    <a:ext uri="{FF2B5EF4-FFF2-40B4-BE49-F238E27FC236}">
                      <a16:creationId xmlns:a16="http://schemas.microsoft.com/office/drawing/2014/main" id="{16456EA6-DFB1-F43D-4EF9-C138481F0F33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907" y="2429"/>
                  <a:ext cx="301" cy="25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/>
                <a:p>
                  <a:pPr algn="ctr"/>
                  <a:r>
                    <a:rPr lang="en-US" altLang="en-US" sz="2000" dirty="0"/>
                    <a:t>3c</a:t>
                  </a:r>
                  <a:endParaRPr lang="en-US" altLang="en-US" sz="2400" dirty="0">
                    <a:latin typeface="Times New Roman" panose="02020603050405020304" pitchFamily="18" charset="0"/>
                  </a:endParaRPr>
                </a:p>
              </p:txBody>
            </p:sp>
          </p:grpSp>
        </p:grpSp>
        <p:sp>
          <p:nvSpPr>
            <p:cNvPr id="60" name="Line 93">
              <a:extLst>
                <a:ext uri="{FF2B5EF4-FFF2-40B4-BE49-F238E27FC236}">
                  <a16:creationId xmlns:a16="http://schemas.microsoft.com/office/drawing/2014/main" id="{903288C0-BBFF-7142-A3BF-24C30827BC0B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372" y="1872"/>
              <a:ext cx="93" cy="10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NZ"/>
            </a:p>
          </p:txBody>
        </p:sp>
        <p:sp>
          <p:nvSpPr>
            <p:cNvPr id="61" name="Line 94">
              <a:extLst>
                <a:ext uri="{FF2B5EF4-FFF2-40B4-BE49-F238E27FC236}">
                  <a16:creationId xmlns:a16="http://schemas.microsoft.com/office/drawing/2014/main" id="{D14E9478-CDA4-50B7-E948-A83B579D71B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26" y="1897"/>
              <a:ext cx="0" cy="24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NZ"/>
            </a:p>
          </p:txBody>
        </p:sp>
        <p:sp>
          <p:nvSpPr>
            <p:cNvPr id="62" name="Line 95">
              <a:extLst>
                <a:ext uri="{FF2B5EF4-FFF2-40B4-BE49-F238E27FC236}">
                  <a16:creationId xmlns:a16="http://schemas.microsoft.com/office/drawing/2014/main" id="{1A2F692A-579C-1022-D3AB-3B74987DE79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28" y="1864"/>
              <a:ext cx="313" cy="211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NZ"/>
            </a:p>
          </p:txBody>
        </p:sp>
        <p:sp>
          <p:nvSpPr>
            <p:cNvPr id="63" name="Line 96">
              <a:extLst>
                <a:ext uri="{FF2B5EF4-FFF2-40B4-BE49-F238E27FC236}">
                  <a16:creationId xmlns:a16="http://schemas.microsoft.com/office/drawing/2014/main" id="{38DC0E37-DE3E-763A-8CCC-18242FAFDD3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804" y="2152"/>
              <a:ext cx="237" cy="7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NZ"/>
            </a:p>
          </p:txBody>
        </p:sp>
        <p:sp>
          <p:nvSpPr>
            <p:cNvPr id="64" name="Line 97">
              <a:extLst>
                <a:ext uri="{FF2B5EF4-FFF2-40B4-BE49-F238E27FC236}">
                  <a16:creationId xmlns:a16="http://schemas.microsoft.com/office/drawing/2014/main" id="{C957BF8F-F6CC-016D-611B-08F14C81697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1440" y="2041"/>
              <a:ext cx="568" cy="51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NZ"/>
            </a:p>
          </p:txBody>
        </p:sp>
        <p:sp>
          <p:nvSpPr>
            <p:cNvPr id="65" name="Line 98">
              <a:extLst>
                <a:ext uri="{FF2B5EF4-FFF2-40B4-BE49-F238E27FC236}">
                  <a16:creationId xmlns:a16="http://schemas.microsoft.com/office/drawing/2014/main" id="{20F3394D-9604-16C2-1CF9-7976C6CD33C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185" y="1465"/>
              <a:ext cx="220" cy="85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NZ"/>
            </a:p>
          </p:txBody>
        </p:sp>
        <p:sp>
          <p:nvSpPr>
            <p:cNvPr id="66" name="Line 99">
              <a:extLst>
                <a:ext uri="{FF2B5EF4-FFF2-40B4-BE49-F238E27FC236}">
                  <a16:creationId xmlns:a16="http://schemas.microsoft.com/office/drawing/2014/main" id="{0CF0F0F6-8AD8-1020-40FE-9FA6C402BA4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48" y="2499"/>
              <a:ext cx="483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NZ"/>
            </a:p>
          </p:txBody>
        </p:sp>
        <p:sp>
          <p:nvSpPr>
            <p:cNvPr id="67" name="Line 100">
              <a:extLst>
                <a:ext uri="{FF2B5EF4-FFF2-40B4-BE49-F238E27FC236}">
                  <a16:creationId xmlns:a16="http://schemas.microsoft.com/office/drawing/2014/main" id="{60DD4334-BC7F-9F80-0AAC-DB9D8522F71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60" y="2697"/>
              <a:ext cx="483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NZ"/>
            </a:p>
          </p:txBody>
        </p:sp>
        <p:sp>
          <p:nvSpPr>
            <p:cNvPr id="68" name="Text Box 101">
              <a:extLst>
                <a:ext uri="{FF2B5EF4-FFF2-40B4-BE49-F238E27FC236}">
                  <a16:creationId xmlns:a16="http://schemas.microsoft.com/office/drawing/2014/main" id="{578EE81B-615B-6A0E-D266-36FA41F837B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83" y="2408"/>
              <a:ext cx="830" cy="19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1" hangingPunct="1"/>
              <a:r>
                <a:rPr lang="en-US" altLang="en-US" sz="1400" dirty="0"/>
                <a:t>eBGP session</a:t>
              </a:r>
            </a:p>
          </p:txBody>
        </p:sp>
        <p:sp>
          <p:nvSpPr>
            <p:cNvPr id="69" name="Text Box 102">
              <a:extLst>
                <a:ext uri="{FF2B5EF4-FFF2-40B4-BE49-F238E27FC236}">
                  <a16:creationId xmlns:a16="http://schemas.microsoft.com/office/drawing/2014/main" id="{D940C9F6-4AED-A167-D96A-289068FED88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83" y="2597"/>
              <a:ext cx="793" cy="19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1" hangingPunct="1"/>
              <a:r>
                <a:rPr lang="en-US" altLang="en-US" sz="1400" dirty="0"/>
                <a:t>iBGP session</a:t>
              </a:r>
            </a:p>
          </p:txBody>
        </p:sp>
        <p:sp>
          <p:nvSpPr>
            <p:cNvPr id="70" name="Line 103">
              <a:extLst>
                <a:ext uri="{FF2B5EF4-FFF2-40B4-BE49-F238E27FC236}">
                  <a16:creationId xmlns:a16="http://schemas.microsoft.com/office/drawing/2014/main" id="{6DD5B013-575B-CCE6-406D-3BA06FC74227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695" y="1313"/>
              <a:ext cx="152" cy="11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NZ"/>
            </a:p>
          </p:txBody>
        </p:sp>
        <p:sp>
          <p:nvSpPr>
            <p:cNvPr id="71" name="Line 104">
              <a:extLst>
                <a:ext uri="{FF2B5EF4-FFF2-40B4-BE49-F238E27FC236}">
                  <a16:creationId xmlns:a16="http://schemas.microsoft.com/office/drawing/2014/main" id="{FA927918-AA17-17D7-E6F4-330E42F8DA53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24" y="1330"/>
              <a:ext cx="93" cy="237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NZ"/>
            </a:p>
          </p:txBody>
        </p:sp>
        <p:sp>
          <p:nvSpPr>
            <p:cNvPr id="72" name="Line 105">
              <a:extLst>
                <a:ext uri="{FF2B5EF4-FFF2-40B4-BE49-F238E27FC236}">
                  <a16:creationId xmlns:a16="http://schemas.microsoft.com/office/drawing/2014/main" id="{DA43E237-EE18-C281-189F-B9C3C2D1C45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25" y="1508"/>
              <a:ext cx="43" cy="144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NZ"/>
            </a:p>
          </p:txBody>
        </p:sp>
        <p:sp>
          <p:nvSpPr>
            <p:cNvPr id="73" name="Line 106">
              <a:extLst>
                <a:ext uri="{FF2B5EF4-FFF2-40B4-BE49-F238E27FC236}">
                  <a16:creationId xmlns:a16="http://schemas.microsoft.com/office/drawing/2014/main" id="{667B692E-62AD-36F7-43A6-8779E06B78D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81" y="2092"/>
              <a:ext cx="127" cy="85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NZ"/>
            </a:p>
          </p:txBody>
        </p:sp>
      </p:grpSp>
      <p:sp>
        <p:nvSpPr>
          <p:cNvPr id="108" name="Oval 107">
            <a:extLst>
              <a:ext uri="{FF2B5EF4-FFF2-40B4-BE49-F238E27FC236}">
                <a16:creationId xmlns:a16="http://schemas.microsoft.com/office/drawing/2014/main" id="{B6ED65B6-9452-F25F-D60E-18C60160DC7A}"/>
              </a:ext>
            </a:extLst>
          </p:cNvPr>
          <p:cNvSpPr/>
          <p:nvPr/>
        </p:nvSpPr>
        <p:spPr>
          <a:xfrm rot="1640756">
            <a:off x="2282037" y="4573344"/>
            <a:ext cx="1838901" cy="761864"/>
          </a:xfrm>
          <a:prstGeom prst="ellipse">
            <a:avLst/>
          </a:prstGeom>
          <a:solidFill>
            <a:schemeClr val="accent5">
              <a:alpha val="3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AU"/>
          </a:p>
        </p:txBody>
      </p:sp>
      <p:sp>
        <p:nvSpPr>
          <p:cNvPr id="109" name="Oval 108">
            <a:extLst>
              <a:ext uri="{FF2B5EF4-FFF2-40B4-BE49-F238E27FC236}">
                <a16:creationId xmlns:a16="http://schemas.microsoft.com/office/drawing/2014/main" id="{ADCDADA7-F1CF-9CF2-9DCE-31B275EABB79}"/>
              </a:ext>
            </a:extLst>
          </p:cNvPr>
          <p:cNvSpPr/>
          <p:nvPr/>
        </p:nvSpPr>
        <p:spPr>
          <a:xfrm rot="9240317">
            <a:off x="4190328" y="4856025"/>
            <a:ext cx="2256414" cy="865473"/>
          </a:xfrm>
          <a:prstGeom prst="ellipse">
            <a:avLst/>
          </a:prstGeom>
          <a:solidFill>
            <a:schemeClr val="accent5">
              <a:alpha val="3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AU"/>
          </a:p>
        </p:txBody>
      </p:sp>
      <p:sp>
        <p:nvSpPr>
          <p:cNvPr id="110" name="TextBox 109">
            <a:extLst>
              <a:ext uri="{FF2B5EF4-FFF2-40B4-BE49-F238E27FC236}">
                <a16:creationId xmlns:a16="http://schemas.microsoft.com/office/drawing/2014/main" id="{7DB3331C-8773-C711-292B-5C959A90BFCC}"/>
              </a:ext>
            </a:extLst>
          </p:cNvPr>
          <p:cNvSpPr txBox="1"/>
          <p:nvPr/>
        </p:nvSpPr>
        <p:spPr>
          <a:xfrm>
            <a:off x="3166533" y="3153195"/>
            <a:ext cx="4116916" cy="923330"/>
          </a:xfrm>
          <a:prstGeom prst="rect">
            <a:avLst/>
          </a:prstGeom>
          <a:solidFill>
            <a:srgbClr val="FFC000"/>
          </a:solidFill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GB" b="1" dirty="0"/>
              <a:t>Update messages: </a:t>
            </a:r>
            <a:r>
              <a:rPr lang="en-GB" dirty="0"/>
              <a:t>transmit information about a single route and/or list multiple routes to be withdrawn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6029306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8" grpId="0" animBg="1"/>
      <p:bldP spid="109" grpId="0" animBg="1"/>
      <p:bldP spid="110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9DCCEA-3F63-7B46-44E3-12A8424960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NZ" dirty="0"/>
              <a:t>Path Attributes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223B52-A761-7E5A-515E-C6C8D71B0B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Bef>
                <a:spcPts val="1200"/>
              </a:spcBef>
              <a:spcAft>
                <a:spcPts val="1200"/>
              </a:spcAft>
            </a:pPr>
            <a:r>
              <a:rPr lang="en-US" altLang="en-US" sz="2400" dirty="0"/>
              <a:t>When a router advertises a prefix, it includes with the prefix a number of BGP attributes. 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lang="en-US" altLang="en-US" sz="2400" dirty="0"/>
              <a:t>Two important attributes:</a:t>
            </a:r>
          </a:p>
          <a:p>
            <a:pPr lvl="1">
              <a:spcBef>
                <a:spcPts val="1200"/>
              </a:spcBef>
              <a:spcAft>
                <a:spcPts val="600"/>
              </a:spcAft>
            </a:pPr>
            <a:r>
              <a:rPr lang="en-US" altLang="en-US" sz="2000" dirty="0" err="1">
                <a:solidFill>
                  <a:srgbClr val="FF0000"/>
                </a:solidFill>
              </a:rPr>
              <a:t>AS_Path</a:t>
            </a:r>
            <a:r>
              <a:rPr lang="en-US" altLang="en-US" sz="2000" dirty="0">
                <a:solidFill>
                  <a:srgbClr val="FF0000"/>
                </a:solidFill>
              </a:rPr>
              <a:t>:</a:t>
            </a:r>
            <a:r>
              <a:rPr lang="en-US" altLang="en-US" sz="2000" dirty="0"/>
              <a:t> contains the ASs through which the advertisement for the prefix passed; if a router sees its AS is contained in the path list, it rejects the advertisement (to avoid loop). </a:t>
            </a:r>
          </a:p>
          <a:p>
            <a:pPr lvl="1">
              <a:spcBef>
                <a:spcPts val="1200"/>
              </a:spcBef>
              <a:spcAft>
                <a:spcPts val="600"/>
              </a:spcAft>
            </a:pPr>
            <a:r>
              <a:rPr lang="en-US" altLang="en-US" sz="2000" dirty="0" err="1">
                <a:solidFill>
                  <a:srgbClr val="FF0000"/>
                </a:solidFill>
              </a:rPr>
              <a:t>Next_Hop</a:t>
            </a:r>
            <a:r>
              <a:rPr lang="en-US" altLang="en-US" sz="2000" dirty="0">
                <a:solidFill>
                  <a:srgbClr val="FF0000"/>
                </a:solidFill>
              </a:rPr>
              <a:t>:</a:t>
            </a:r>
            <a:r>
              <a:rPr lang="en-US" altLang="en-US" sz="2000" dirty="0"/>
              <a:t> indicates the specific gateway router of the AS (which sends the advertisement). </a:t>
            </a:r>
          </a:p>
          <a:p>
            <a:pPr>
              <a:spcBef>
                <a:spcPts val="1800"/>
              </a:spcBef>
              <a:spcAft>
                <a:spcPts val="600"/>
              </a:spcAft>
            </a:pPr>
            <a:r>
              <a:rPr lang="en-US" altLang="en-US" sz="2400" dirty="0"/>
              <a:t>When a gateway router receives a router advertisement, it uses its </a:t>
            </a:r>
            <a:r>
              <a:rPr lang="en-US" altLang="en-US" sz="2400" dirty="0">
                <a:solidFill>
                  <a:srgbClr val="FF0000"/>
                </a:solidFill>
              </a:rPr>
              <a:t>import policy</a:t>
            </a:r>
            <a:r>
              <a:rPr lang="en-US" altLang="en-US" sz="2400" dirty="0"/>
              <a:t> to decide whether to accept or filter the route.</a:t>
            </a:r>
          </a:p>
          <a:p>
            <a:pPr lvl="1">
              <a:spcBef>
                <a:spcPts val="1200"/>
              </a:spcBef>
              <a:spcAft>
                <a:spcPts val="600"/>
              </a:spcAft>
            </a:pPr>
            <a:endParaRPr lang="en-US" altLang="en-US" sz="2000" dirty="0"/>
          </a:p>
          <a:p>
            <a:pPr>
              <a:spcBef>
                <a:spcPts val="1200"/>
              </a:spcBef>
              <a:spcAft>
                <a:spcPts val="600"/>
              </a:spcAft>
            </a:pPr>
            <a:endParaRPr lang="en-NZ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6C8BEF3-516E-CFE0-CDA7-2DC2947319F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DACE9E11-39C8-4E20-894F-A4A883CCF6EF}" type="slidenum">
              <a:rPr lang="en-US" smtClean="0"/>
              <a:pPr>
                <a:defRPr/>
              </a:pPr>
              <a:t>19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622483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2114" name="Rectangle 2"/>
          <p:cNvSpPr>
            <a:spLocks noGrp="1" noChangeArrowheads="1"/>
          </p:cNvSpPr>
          <p:nvPr>
            <p:ph type="title"/>
          </p:nvPr>
        </p:nvSpPr>
        <p:spPr>
          <a:xfrm>
            <a:off x="76199" y="70056"/>
            <a:ext cx="8907463" cy="723900"/>
          </a:xfrm>
        </p:spPr>
        <p:txBody>
          <a:bodyPr/>
          <a:lstStyle/>
          <a:p>
            <a:r>
              <a:rPr lang="en-US" altLang="en-US" sz="3200" dirty="0"/>
              <a:t>BGP Routing Information Exchange - Example</a:t>
            </a:r>
          </a:p>
        </p:txBody>
      </p:sp>
      <p:sp>
        <p:nvSpPr>
          <p:cNvPr id="602115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990600"/>
            <a:ext cx="8229600" cy="1319282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sz="2200" dirty="0"/>
              <a:t>Router 3a in AS3 can issue an Update message to router 1c in AS1.</a:t>
            </a:r>
          </a:p>
        </p:txBody>
      </p:sp>
      <p:sp>
        <p:nvSpPr>
          <p:cNvPr id="108" name="Slide Number Placeholder 107"/>
          <p:cNvSpPr>
            <a:spLocks noGrp="1"/>
          </p:cNvSpPr>
          <p:nvPr>
            <p:ph type="sldNum" sz="quarter" idx="4"/>
          </p:nvPr>
        </p:nvSpPr>
        <p:spPr>
          <a:prstGeom prst="rect">
            <a:avLst/>
          </a:prstGeom>
        </p:spPr>
        <p:txBody>
          <a:bodyPr/>
          <a:lstStyle/>
          <a:p>
            <a:fld id="{B3F083CC-9690-4D41-A63E-FA6CD11BC8CD}" type="slidenum">
              <a:rPr lang="en-US" altLang="en-US"/>
              <a:pPr/>
              <a:t>20</a:t>
            </a:fld>
            <a:endParaRPr lang="en-US" altLang="en-US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7EC9CCD7-3A20-79FB-3097-BCCF53EB51B1}"/>
              </a:ext>
            </a:extLst>
          </p:cNvPr>
          <p:cNvGrpSpPr>
            <a:grpSpLocks/>
          </p:cNvGrpSpPr>
          <p:nvPr/>
        </p:nvGrpSpPr>
        <p:grpSpPr bwMode="auto">
          <a:xfrm>
            <a:off x="1192212" y="3429000"/>
            <a:ext cx="6811963" cy="2943225"/>
            <a:chOff x="22" y="937"/>
            <a:chExt cx="4291" cy="1854"/>
          </a:xfrm>
        </p:grpSpPr>
        <p:sp>
          <p:nvSpPr>
            <p:cNvPr id="3" name="Freeform 5">
              <a:extLst>
                <a:ext uri="{FF2B5EF4-FFF2-40B4-BE49-F238E27FC236}">
                  <a16:creationId xmlns:a16="http://schemas.microsoft.com/office/drawing/2014/main" id="{8EF69D64-0BA4-A033-B22A-E1C958ECE5A7}"/>
                </a:ext>
              </a:extLst>
            </p:cNvPr>
            <p:cNvSpPr>
              <a:spLocks/>
            </p:cNvSpPr>
            <p:nvPr/>
          </p:nvSpPr>
          <p:spPr bwMode="auto">
            <a:xfrm>
              <a:off x="2691" y="1091"/>
              <a:ext cx="1611" cy="1025"/>
            </a:xfrm>
            <a:custGeom>
              <a:avLst/>
              <a:gdLst>
                <a:gd name="T0" fmla="*/ 56 w 1162"/>
                <a:gd name="T1" fmla="*/ 162 h 543"/>
                <a:gd name="T2" fmla="*/ 368 w 1162"/>
                <a:gd name="T3" fmla="*/ 14 h 543"/>
                <a:gd name="T4" fmla="*/ 940 w 1162"/>
                <a:gd name="T5" fmla="*/ 79 h 543"/>
                <a:gd name="T6" fmla="*/ 1144 w 1162"/>
                <a:gd name="T7" fmla="*/ 239 h 543"/>
                <a:gd name="T8" fmla="*/ 1048 w 1162"/>
                <a:gd name="T9" fmla="*/ 451 h 543"/>
                <a:gd name="T10" fmla="*/ 586 w 1162"/>
                <a:gd name="T11" fmla="*/ 541 h 543"/>
                <a:gd name="T12" fmla="*/ 88 w 1162"/>
                <a:gd name="T13" fmla="*/ 439 h 543"/>
                <a:gd name="T14" fmla="*/ 56 w 1162"/>
                <a:gd name="T15" fmla="*/ 162 h 5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162" h="543">
                  <a:moveTo>
                    <a:pt x="56" y="162"/>
                  </a:moveTo>
                  <a:cubicBezTo>
                    <a:pt x="115" y="100"/>
                    <a:pt x="221" y="28"/>
                    <a:pt x="368" y="14"/>
                  </a:cubicBezTo>
                  <a:cubicBezTo>
                    <a:pt x="515" y="0"/>
                    <a:pt x="811" y="42"/>
                    <a:pt x="940" y="79"/>
                  </a:cubicBezTo>
                  <a:cubicBezTo>
                    <a:pt x="1069" y="116"/>
                    <a:pt x="1126" y="177"/>
                    <a:pt x="1144" y="239"/>
                  </a:cubicBezTo>
                  <a:cubicBezTo>
                    <a:pt x="1162" y="301"/>
                    <a:pt x="1141" y="401"/>
                    <a:pt x="1048" y="451"/>
                  </a:cubicBezTo>
                  <a:cubicBezTo>
                    <a:pt x="955" y="501"/>
                    <a:pt x="746" y="543"/>
                    <a:pt x="586" y="541"/>
                  </a:cubicBezTo>
                  <a:cubicBezTo>
                    <a:pt x="426" y="539"/>
                    <a:pt x="176" y="502"/>
                    <a:pt x="88" y="439"/>
                  </a:cubicBezTo>
                  <a:cubicBezTo>
                    <a:pt x="0" y="376"/>
                    <a:pt x="63" y="220"/>
                    <a:pt x="56" y="162"/>
                  </a:cubicBezTo>
                  <a:close/>
                </a:path>
              </a:pathLst>
            </a:custGeom>
            <a:solidFill>
              <a:srgbClr val="66CC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NZ"/>
            </a:p>
          </p:txBody>
        </p:sp>
        <p:sp>
          <p:nvSpPr>
            <p:cNvPr id="4" name="Freeform 6">
              <a:extLst>
                <a:ext uri="{FF2B5EF4-FFF2-40B4-BE49-F238E27FC236}">
                  <a16:creationId xmlns:a16="http://schemas.microsoft.com/office/drawing/2014/main" id="{F4E0D35D-2BC2-5D63-5A2E-1EE7FA8F5982}"/>
                </a:ext>
              </a:extLst>
            </p:cNvPr>
            <p:cNvSpPr>
              <a:spLocks/>
            </p:cNvSpPr>
            <p:nvPr/>
          </p:nvSpPr>
          <p:spPr bwMode="auto">
            <a:xfrm>
              <a:off x="22" y="937"/>
              <a:ext cx="1255" cy="1016"/>
            </a:xfrm>
            <a:custGeom>
              <a:avLst/>
              <a:gdLst>
                <a:gd name="T0" fmla="*/ 88 w 1198"/>
                <a:gd name="T1" fmla="*/ 181 h 451"/>
                <a:gd name="T2" fmla="*/ 180 w 1198"/>
                <a:gd name="T3" fmla="*/ 89 h 451"/>
                <a:gd name="T4" fmla="*/ 448 w 1198"/>
                <a:gd name="T5" fmla="*/ 49 h 451"/>
                <a:gd name="T6" fmla="*/ 988 w 1198"/>
                <a:gd name="T7" fmla="*/ 25 h 451"/>
                <a:gd name="T8" fmla="*/ 1181 w 1198"/>
                <a:gd name="T9" fmla="*/ 197 h 451"/>
                <a:gd name="T10" fmla="*/ 889 w 1198"/>
                <a:gd name="T11" fmla="*/ 413 h 451"/>
                <a:gd name="T12" fmla="*/ 307 w 1198"/>
                <a:gd name="T13" fmla="*/ 425 h 451"/>
                <a:gd name="T14" fmla="*/ 36 w 1198"/>
                <a:gd name="T15" fmla="*/ 337 h 451"/>
                <a:gd name="T16" fmla="*/ 88 w 1198"/>
                <a:gd name="T17" fmla="*/ 181 h 4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198" h="451">
                  <a:moveTo>
                    <a:pt x="88" y="181"/>
                  </a:moveTo>
                  <a:cubicBezTo>
                    <a:pt x="159" y="143"/>
                    <a:pt x="120" y="111"/>
                    <a:pt x="180" y="89"/>
                  </a:cubicBezTo>
                  <a:cubicBezTo>
                    <a:pt x="240" y="67"/>
                    <a:pt x="313" y="60"/>
                    <a:pt x="448" y="49"/>
                  </a:cubicBezTo>
                  <a:cubicBezTo>
                    <a:pt x="583" y="38"/>
                    <a:pt x="866" y="0"/>
                    <a:pt x="988" y="25"/>
                  </a:cubicBezTo>
                  <a:cubicBezTo>
                    <a:pt x="1110" y="50"/>
                    <a:pt x="1198" y="132"/>
                    <a:pt x="1181" y="197"/>
                  </a:cubicBezTo>
                  <a:cubicBezTo>
                    <a:pt x="1164" y="262"/>
                    <a:pt x="1034" y="375"/>
                    <a:pt x="889" y="413"/>
                  </a:cubicBezTo>
                  <a:cubicBezTo>
                    <a:pt x="744" y="451"/>
                    <a:pt x="449" y="438"/>
                    <a:pt x="307" y="425"/>
                  </a:cubicBezTo>
                  <a:cubicBezTo>
                    <a:pt x="165" y="412"/>
                    <a:pt x="72" y="378"/>
                    <a:pt x="36" y="337"/>
                  </a:cubicBezTo>
                  <a:cubicBezTo>
                    <a:pt x="0" y="296"/>
                    <a:pt x="77" y="213"/>
                    <a:pt x="88" y="181"/>
                  </a:cubicBezTo>
                  <a:close/>
                </a:path>
              </a:pathLst>
            </a:custGeom>
            <a:solidFill>
              <a:srgbClr val="66CC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NZ" dirty="0"/>
            </a:p>
          </p:txBody>
        </p:sp>
        <p:sp>
          <p:nvSpPr>
            <p:cNvPr id="5" name="Freeform 7">
              <a:extLst>
                <a:ext uri="{FF2B5EF4-FFF2-40B4-BE49-F238E27FC236}">
                  <a16:creationId xmlns:a16="http://schemas.microsoft.com/office/drawing/2014/main" id="{7A06CD51-EE2D-33F0-2096-D61D9D0119D7}"/>
                </a:ext>
              </a:extLst>
            </p:cNvPr>
            <p:cNvSpPr>
              <a:spLocks/>
            </p:cNvSpPr>
            <p:nvPr/>
          </p:nvSpPr>
          <p:spPr bwMode="auto">
            <a:xfrm>
              <a:off x="810" y="1696"/>
              <a:ext cx="1676" cy="707"/>
            </a:xfrm>
            <a:custGeom>
              <a:avLst/>
              <a:gdLst>
                <a:gd name="T0" fmla="*/ 155 w 1583"/>
                <a:gd name="T1" fmla="*/ 224 h 682"/>
                <a:gd name="T2" fmla="*/ 407 w 1583"/>
                <a:gd name="T3" fmla="*/ 74 h 682"/>
                <a:gd name="T4" fmla="*/ 785 w 1583"/>
                <a:gd name="T5" fmla="*/ 20 h 682"/>
                <a:gd name="T6" fmla="*/ 1157 w 1583"/>
                <a:gd name="T7" fmla="*/ 194 h 682"/>
                <a:gd name="T8" fmla="*/ 1564 w 1583"/>
                <a:gd name="T9" fmla="*/ 428 h 682"/>
                <a:gd name="T10" fmla="*/ 1272 w 1583"/>
                <a:gd name="T11" fmla="*/ 644 h 682"/>
                <a:gd name="T12" fmla="*/ 690 w 1583"/>
                <a:gd name="T13" fmla="*/ 656 h 682"/>
                <a:gd name="T14" fmla="*/ 89 w 1583"/>
                <a:gd name="T15" fmla="*/ 596 h 682"/>
                <a:gd name="T16" fmla="*/ 155 w 1583"/>
                <a:gd name="T17" fmla="*/ 224 h 6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583" h="682">
                  <a:moveTo>
                    <a:pt x="155" y="224"/>
                  </a:moveTo>
                  <a:cubicBezTo>
                    <a:pt x="208" y="137"/>
                    <a:pt x="302" y="108"/>
                    <a:pt x="407" y="74"/>
                  </a:cubicBezTo>
                  <a:cubicBezTo>
                    <a:pt x="512" y="40"/>
                    <a:pt x="660" y="0"/>
                    <a:pt x="785" y="20"/>
                  </a:cubicBezTo>
                  <a:cubicBezTo>
                    <a:pt x="910" y="40"/>
                    <a:pt x="1027" y="126"/>
                    <a:pt x="1157" y="194"/>
                  </a:cubicBezTo>
                  <a:cubicBezTo>
                    <a:pt x="1287" y="262"/>
                    <a:pt x="1545" y="353"/>
                    <a:pt x="1564" y="428"/>
                  </a:cubicBezTo>
                  <a:cubicBezTo>
                    <a:pt x="1583" y="503"/>
                    <a:pt x="1417" y="606"/>
                    <a:pt x="1272" y="644"/>
                  </a:cubicBezTo>
                  <a:cubicBezTo>
                    <a:pt x="1127" y="682"/>
                    <a:pt x="887" y="664"/>
                    <a:pt x="690" y="656"/>
                  </a:cubicBezTo>
                  <a:cubicBezTo>
                    <a:pt x="493" y="648"/>
                    <a:pt x="178" y="668"/>
                    <a:pt x="89" y="596"/>
                  </a:cubicBezTo>
                  <a:cubicBezTo>
                    <a:pt x="0" y="524"/>
                    <a:pt x="102" y="311"/>
                    <a:pt x="155" y="224"/>
                  </a:cubicBezTo>
                  <a:close/>
                </a:path>
              </a:pathLst>
            </a:custGeom>
            <a:solidFill>
              <a:srgbClr val="66CC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NZ"/>
            </a:p>
          </p:txBody>
        </p: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686C9FAC-59F9-5864-7B34-0EECA5A511C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1" y="1610"/>
              <a:ext cx="313" cy="81"/>
            </a:xfrm>
            <a:prstGeom prst="ellipse">
              <a:avLst/>
            </a:prstGeom>
            <a:solidFill>
              <a:schemeClr val="hlink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NZ"/>
            </a:p>
          </p:txBody>
        </p:sp>
        <p:sp>
          <p:nvSpPr>
            <p:cNvPr id="7" name="Line 9">
              <a:extLst>
                <a:ext uri="{FF2B5EF4-FFF2-40B4-BE49-F238E27FC236}">
                  <a16:creationId xmlns:a16="http://schemas.microsoft.com/office/drawing/2014/main" id="{CE4EC259-71B5-7F7C-7C54-90579B60E8E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1" y="1603"/>
              <a:ext cx="0" cy="5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NZ"/>
            </a:p>
          </p:txBody>
        </p:sp>
        <p:sp>
          <p:nvSpPr>
            <p:cNvPr id="8" name="Line 10">
              <a:extLst>
                <a:ext uri="{FF2B5EF4-FFF2-40B4-BE49-F238E27FC236}">
                  <a16:creationId xmlns:a16="http://schemas.microsoft.com/office/drawing/2014/main" id="{A53C1D11-C1EE-C7FD-C677-97D049F1AC8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74" y="1603"/>
              <a:ext cx="0" cy="5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NZ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D95031F3-6590-0DD0-BD77-707FCA5061B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1" y="1603"/>
              <a:ext cx="310" cy="49"/>
            </a:xfrm>
            <a:prstGeom prst="rect">
              <a:avLst/>
            </a:prstGeom>
            <a:solidFill>
              <a:schemeClr val="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40384CCC-6642-5C7A-9329-B87590813FC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8" y="1544"/>
              <a:ext cx="313" cy="95"/>
            </a:xfrm>
            <a:prstGeom prst="ellipse">
              <a:avLst/>
            </a:prstGeom>
            <a:solidFill>
              <a:schemeClr val="hlink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NZ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60CF747E-35AB-C930-3E8F-F72221A3AB1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5" y="1557"/>
              <a:ext cx="141" cy="124"/>
            </a:xfrm>
            <a:prstGeom prst="rect">
              <a:avLst/>
            </a:prstGeom>
            <a:solidFill>
              <a:schemeClr val="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NZ"/>
            </a:p>
          </p:txBody>
        </p:sp>
        <p:sp>
          <p:nvSpPr>
            <p:cNvPr id="12" name="Text Box 14">
              <a:extLst>
                <a:ext uri="{FF2B5EF4-FFF2-40B4-BE49-F238E27FC236}">
                  <a16:creationId xmlns:a16="http://schemas.microsoft.com/office/drawing/2014/main" id="{B79529EB-9A5E-D984-9F91-D025CAA8F9E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5" y="1496"/>
              <a:ext cx="309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/>
              <a:r>
                <a:rPr lang="en-US" altLang="en-US" sz="2000"/>
                <a:t>3b</a:t>
              </a:r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502484BE-5A8C-3799-BD99-D59F8980AAA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79" y="2216"/>
              <a:ext cx="313" cy="81"/>
            </a:xfrm>
            <a:prstGeom prst="ellipse">
              <a:avLst/>
            </a:prstGeom>
            <a:solidFill>
              <a:schemeClr val="hlink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NZ"/>
            </a:p>
          </p:txBody>
        </p:sp>
        <p:sp>
          <p:nvSpPr>
            <p:cNvPr id="14" name="Line 16">
              <a:extLst>
                <a:ext uri="{FF2B5EF4-FFF2-40B4-BE49-F238E27FC236}">
                  <a16:creationId xmlns:a16="http://schemas.microsoft.com/office/drawing/2014/main" id="{28D0658A-6731-C50B-7737-3E13748D4EA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79" y="2209"/>
              <a:ext cx="0" cy="5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NZ"/>
            </a:p>
          </p:txBody>
        </p:sp>
        <p:sp>
          <p:nvSpPr>
            <p:cNvPr id="15" name="Line 17">
              <a:extLst>
                <a:ext uri="{FF2B5EF4-FFF2-40B4-BE49-F238E27FC236}">
                  <a16:creationId xmlns:a16="http://schemas.microsoft.com/office/drawing/2014/main" id="{68C728C9-D6A9-8AAD-C6AB-C19AA6C97BA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92" y="2209"/>
              <a:ext cx="0" cy="5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NZ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291EE381-51AA-F2BE-0B79-0EF544CF1A6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79" y="2209"/>
              <a:ext cx="310" cy="49"/>
            </a:xfrm>
            <a:prstGeom prst="rect">
              <a:avLst/>
            </a:prstGeom>
            <a:solidFill>
              <a:schemeClr val="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EFDBAE81-9A48-E991-EE23-2B1AE9A5E7D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76" y="2150"/>
              <a:ext cx="313" cy="95"/>
            </a:xfrm>
            <a:prstGeom prst="ellipse">
              <a:avLst/>
            </a:prstGeom>
            <a:solidFill>
              <a:schemeClr val="hlink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NZ"/>
            </a:p>
          </p:txBody>
        </p:sp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80DA8FEB-4A04-FF2F-129F-4734758D222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497" y="2096"/>
              <a:ext cx="282" cy="250"/>
              <a:chOff x="2916" y="2429"/>
              <a:chExt cx="284" cy="250"/>
            </a:xfrm>
          </p:grpSpPr>
          <p:sp>
            <p:nvSpPr>
              <p:cNvPr id="101" name="Rectangle 21">
                <a:extLst>
                  <a:ext uri="{FF2B5EF4-FFF2-40B4-BE49-F238E27FC236}">
                    <a16:creationId xmlns:a16="http://schemas.microsoft.com/office/drawing/2014/main" id="{FF87061C-4274-D9A9-1B5B-82904EFCB44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82" y="2490"/>
                <a:ext cx="144" cy="132"/>
              </a:xfrm>
              <a:prstGeom prst="rect">
                <a:avLst/>
              </a:prstGeom>
              <a:solidFill>
                <a:schemeClr val="hlink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NZ"/>
              </a:p>
            </p:txBody>
          </p:sp>
          <p:sp>
            <p:nvSpPr>
              <p:cNvPr id="102" name="Text Box 22">
                <a:extLst>
                  <a:ext uri="{FF2B5EF4-FFF2-40B4-BE49-F238E27FC236}">
                    <a16:creationId xmlns:a16="http://schemas.microsoft.com/office/drawing/2014/main" id="{0909C727-E3CA-DFEA-9BB3-C263916D669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916" y="2429"/>
                <a:ext cx="284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ctr"/>
                <a:r>
                  <a:rPr lang="en-US" altLang="en-US" sz="2000"/>
                  <a:t>1d</a:t>
                </a:r>
              </a:p>
            </p:txBody>
          </p:sp>
        </p:grpSp>
        <p:sp>
          <p:nvSpPr>
            <p:cNvPr id="19" name="Oval 23">
              <a:extLst>
                <a:ext uri="{FF2B5EF4-FFF2-40B4-BE49-F238E27FC236}">
                  <a16:creationId xmlns:a16="http://schemas.microsoft.com/office/drawing/2014/main" id="{9B56A0A9-2305-225E-3B45-05D1B1F3536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22" y="1478"/>
              <a:ext cx="313" cy="81"/>
            </a:xfrm>
            <a:prstGeom prst="ellipse">
              <a:avLst/>
            </a:prstGeom>
            <a:solidFill>
              <a:schemeClr val="hlink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NZ"/>
            </a:p>
          </p:txBody>
        </p:sp>
        <p:sp>
          <p:nvSpPr>
            <p:cNvPr id="20" name="Line 24">
              <a:extLst>
                <a:ext uri="{FF2B5EF4-FFF2-40B4-BE49-F238E27FC236}">
                  <a16:creationId xmlns:a16="http://schemas.microsoft.com/office/drawing/2014/main" id="{84FE68E0-00F9-E5E9-3CE1-725D8F24E8A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22" y="1471"/>
              <a:ext cx="0" cy="5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NZ"/>
            </a:p>
          </p:txBody>
        </p:sp>
        <p:sp>
          <p:nvSpPr>
            <p:cNvPr id="21" name="Line 25">
              <a:extLst>
                <a:ext uri="{FF2B5EF4-FFF2-40B4-BE49-F238E27FC236}">
                  <a16:creationId xmlns:a16="http://schemas.microsoft.com/office/drawing/2014/main" id="{A4BAC363-BE92-593A-24AC-EF69ED1E5AB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35" y="1471"/>
              <a:ext cx="0" cy="5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NZ"/>
            </a:p>
          </p:txBody>
        </p:sp>
        <p:sp>
          <p:nvSpPr>
            <p:cNvPr id="22" name="Rectangle 26">
              <a:extLst>
                <a:ext uri="{FF2B5EF4-FFF2-40B4-BE49-F238E27FC236}">
                  <a16:creationId xmlns:a16="http://schemas.microsoft.com/office/drawing/2014/main" id="{AAF53687-DA53-5AA1-17CC-4F49EE313E5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22" y="1471"/>
              <a:ext cx="310" cy="49"/>
            </a:xfrm>
            <a:prstGeom prst="rect">
              <a:avLst/>
            </a:prstGeom>
            <a:solidFill>
              <a:schemeClr val="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23" name="Oval 27">
              <a:extLst>
                <a:ext uri="{FF2B5EF4-FFF2-40B4-BE49-F238E27FC236}">
                  <a16:creationId xmlns:a16="http://schemas.microsoft.com/office/drawing/2014/main" id="{B8E4E541-F86E-36D5-87DA-7D0E27E34A8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19" y="1412"/>
              <a:ext cx="313" cy="95"/>
            </a:xfrm>
            <a:prstGeom prst="ellipse">
              <a:avLst/>
            </a:prstGeom>
            <a:solidFill>
              <a:schemeClr val="hlink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NZ"/>
            </a:p>
          </p:txBody>
        </p:sp>
        <p:sp>
          <p:nvSpPr>
            <p:cNvPr id="24" name="Rectangle 28">
              <a:extLst>
                <a:ext uri="{FF2B5EF4-FFF2-40B4-BE49-F238E27FC236}">
                  <a16:creationId xmlns:a16="http://schemas.microsoft.com/office/drawing/2014/main" id="{1F1243B2-3F28-6D87-54FC-1EBEE862C0F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06" y="1425"/>
              <a:ext cx="142" cy="110"/>
            </a:xfrm>
            <a:prstGeom prst="rect">
              <a:avLst/>
            </a:prstGeom>
            <a:solidFill>
              <a:schemeClr val="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NZ"/>
            </a:p>
          </p:txBody>
        </p:sp>
        <p:sp>
          <p:nvSpPr>
            <p:cNvPr id="25" name="Text Box 29">
              <a:extLst>
                <a:ext uri="{FF2B5EF4-FFF2-40B4-BE49-F238E27FC236}">
                  <a16:creationId xmlns:a16="http://schemas.microsoft.com/office/drawing/2014/main" id="{DEACC526-40BB-7F34-6F5B-965CF1FB62C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32" y="1364"/>
              <a:ext cx="29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/>
              <a:r>
                <a:rPr lang="en-US" altLang="en-US" sz="2000"/>
                <a:t>3a</a:t>
              </a:r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26" name="Oval 30">
              <a:extLst>
                <a:ext uri="{FF2B5EF4-FFF2-40B4-BE49-F238E27FC236}">
                  <a16:creationId xmlns:a16="http://schemas.microsoft.com/office/drawing/2014/main" id="{02A197BC-8BF8-6F32-F17F-CCF7D192439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43" y="1820"/>
              <a:ext cx="313" cy="81"/>
            </a:xfrm>
            <a:prstGeom prst="ellipse">
              <a:avLst/>
            </a:prstGeom>
            <a:solidFill>
              <a:schemeClr val="hlink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NZ"/>
            </a:p>
          </p:txBody>
        </p:sp>
        <p:sp>
          <p:nvSpPr>
            <p:cNvPr id="27" name="Line 31">
              <a:extLst>
                <a:ext uri="{FF2B5EF4-FFF2-40B4-BE49-F238E27FC236}">
                  <a16:creationId xmlns:a16="http://schemas.microsoft.com/office/drawing/2014/main" id="{543D7B8E-2651-6953-ED7F-A57C98A4CE0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43" y="1813"/>
              <a:ext cx="0" cy="5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NZ"/>
            </a:p>
          </p:txBody>
        </p:sp>
        <p:sp>
          <p:nvSpPr>
            <p:cNvPr id="28" name="Line 32">
              <a:extLst>
                <a:ext uri="{FF2B5EF4-FFF2-40B4-BE49-F238E27FC236}">
                  <a16:creationId xmlns:a16="http://schemas.microsoft.com/office/drawing/2014/main" id="{64D03918-1D7D-235A-DF63-1B2C835C8F5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56" y="1813"/>
              <a:ext cx="0" cy="5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NZ"/>
            </a:p>
          </p:txBody>
        </p:sp>
        <p:sp>
          <p:nvSpPr>
            <p:cNvPr id="29" name="Rectangle 33">
              <a:extLst>
                <a:ext uri="{FF2B5EF4-FFF2-40B4-BE49-F238E27FC236}">
                  <a16:creationId xmlns:a16="http://schemas.microsoft.com/office/drawing/2014/main" id="{9D176FCA-87EC-381F-4C24-CA4D5CEE828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43" y="1813"/>
              <a:ext cx="310" cy="49"/>
            </a:xfrm>
            <a:prstGeom prst="rect">
              <a:avLst/>
            </a:prstGeom>
            <a:solidFill>
              <a:schemeClr val="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30" name="Oval 34">
              <a:extLst>
                <a:ext uri="{FF2B5EF4-FFF2-40B4-BE49-F238E27FC236}">
                  <a16:creationId xmlns:a16="http://schemas.microsoft.com/office/drawing/2014/main" id="{AE3945BC-617D-9AE7-4F88-27FFCC5AEDC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40" y="1754"/>
              <a:ext cx="313" cy="95"/>
            </a:xfrm>
            <a:prstGeom prst="ellipse">
              <a:avLst/>
            </a:prstGeom>
            <a:solidFill>
              <a:schemeClr val="hlink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NZ"/>
            </a:p>
          </p:txBody>
        </p:sp>
        <p:grpSp>
          <p:nvGrpSpPr>
            <p:cNvPr id="31" name="Group 35">
              <a:extLst>
                <a:ext uri="{FF2B5EF4-FFF2-40B4-BE49-F238E27FC236}">
                  <a16:creationId xmlns:a16="http://schemas.microsoft.com/office/drawing/2014/main" id="{F88EFF02-6EDE-1A79-7B22-DFA9FC860E0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464" y="1700"/>
              <a:ext cx="270" cy="250"/>
              <a:chOff x="2919" y="2429"/>
              <a:chExt cx="277" cy="250"/>
            </a:xfrm>
          </p:grpSpPr>
          <p:sp>
            <p:nvSpPr>
              <p:cNvPr id="99" name="Rectangle 36">
                <a:extLst>
                  <a:ext uri="{FF2B5EF4-FFF2-40B4-BE49-F238E27FC236}">
                    <a16:creationId xmlns:a16="http://schemas.microsoft.com/office/drawing/2014/main" id="{C39150F9-BD72-7C4E-809D-E6303C74AE3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82" y="2490"/>
                <a:ext cx="144" cy="132"/>
              </a:xfrm>
              <a:prstGeom prst="rect">
                <a:avLst/>
              </a:prstGeom>
              <a:solidFill>
                <a:schemeClr val="hlink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NZ"/>
              </a:p>
            </p:txBody>
          </p:sp>
          <p:sp>
            <p:nvSpPr>
              <p:cNvPr id="100" name="Text Box 37">
                <a:extLst>
                  <a:ext uri="{FF2B5EF4-FFF2-40B4-BE49-F238E27FC236}">
                    <a16:creationId xmlns:a16="http://schemas.microsoft.com/office/drawing/2014/main" id="{388F1619-D27B-1D7E-2FE0-30319FD4833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919" y="2429"/>
                <a:ext cx="277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ctr"/>
                <a:r>
                  <a:rPr lang="en-US" altLang="en-US" sz="2000"/>
                  <a:t>1c</a:t>
                </a:r>
              </a:p>
            </p:txBody>
          </p:sp>
        </p:grpSp>
        <p:sp>
          <p:nvSpPr>
            <p:cNvPr id="32" name="Line 38">
              <a:extLst>
                <a:ext uri="{FF2B5EF4-FFF2-40B4-BE49-F238E27FC236}">
                  <a16:creationId xmlns:a16="http://schemas.microsoft.com/office/drawing/2014/main" id="{3595C587-ED5B-0B75-220C-F8371A69244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38" y="1632"/>
              <a:ext cx="308" cy="9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NZ"/>
            </a:p>
          </p:txBody>
        </p:sp>
        <p:sp>
          <p:nvSpPr>
            <p:cNvPr id="33" name="Freeform 39">
              <a:extLst>
                <a:ext uri="{FF2B5EF4-FFF2-40B4-BE49-F238E27FC236}">
                  <a16:creationId xmlns:a16="http://schemas.microsoft.com/office/drawing/2014/main" id="{515EA44C-0005-2675-162E-054A1B83A36D}"/>
                </a:ext>
              </a:extLst>
            </p:cNvPr>
            <p:cNvSpPr>
              <a:spLocks/>
            </p:cNvSpPr>
            <p:nvPr/>
          </p:nvSpPr>
          <p:spPr bwMode="auto">
            <a:xfrm>
              <a:off x="566" y="1502"/>
              <a:ext cx="252" cy="114"/>
            </a:xfrm>
            <a:custGeom>
              <a:avLst/>
              <a:gdLst>
                <a:gd name="T0" fmla="*/ 0 w 252"/>
                <a:gd name="T1" fmla="*/ 114 h 114"/>
                <a:gd name="T2" fmla="*/ 252 w 252"/>
                <a:gd name="T3" fmla="*/ 0 h 1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252" h="114">
                  <a:moveTo>
                    <a:pt x="0" y="114"/>
                  </a:moveTo>
                  <a:lnTo>
                    <a:pt x="252" y="0"/>
                  </a:lnTo>
                </a:path>
              </a:pathLst>
            </a:custGeom>
            <a:noFill/>
            <a:ln w="28575" cap="flat" cmpd="sng">
              <a:solidFill>
                <a:schemeClr val="tx1"/>
              </a:solidFill>
              <a:prstDash val="sysDot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NZ"/>
            </a:p>
          </p:txBody>
        </p:sp>
        <p:sp>
          <p:nvSpPr>
            <p:cNvPr id="34" name="Freeform 40">
              <a:extLst>
                <a:ext uri="{FF2B5EF4-FFF2-40B4-BE49-F238E27FC236}">
                  <a16:creationId xmlns:a16="http://schemas.microsoft.com/office/drawing/2014/main" id="{249F767F-E48D-F8EC-AE55-D97498F08F95}"/>
                </a:ext>
              </a:extLst>
            </p:cNvPr>
            <p:cNvSpPr>
              <a:spLocks/>
            </p:cNvSpPr>
            <p:nvPr/>
          </p:nvSpPr>
          <p:spPr bwMode="auto">
            <a:xfrm>
              <a:off x="1002" y="1562"/>
              <a:ext cx="444" cy="258"/>
            </a:xfrm>
            <a:custGeom>
              <a:avLst/>
              <a:gdLst>
                <a:gd name="T0" fmla="*/ 0 w 444"/>
                <a:gd name="T1" fmla="*/ 0 h 258"/>
                <a:gd name="T2" fmla="*/ 444 w 444"/>
                <a:gd name="T3" fmla="*/ 258 h 2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444" h="258">
                  <a:moveTo>
                    <a:pt x="0" y="0"/>
                  </a:moveTo>
                  <a:lnTo>
                    <a:pt x="444" y="258"/>
                  </a:lnTo>
                </a:path>
              </a:pathLst>
            </a:custGeom>
            <a:noFill/>
            <a:ln w="28575" cap="flat" cmpd="sng">
              <a:solidFill>
                <a:schemeClr val="tx1"/>
              </a:solidFill>
              <a:prstDash val="dash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NZ"/>
            </a:p>
          </p:txBody>
        </p:sp>
        <p:sp>
          <p:nvSpPr>
            <p:cNvPr id="35" name="Freeform 41">
              <a:extLst>
                <a:ext uri="{FF2B5EF4-FFF2-40B4-BE49-F238E27FC236}">
                  <a16:creationId xmlns:a16="http://schemas.microsoft.com/office/drawing/2014/main" id="{8EF6EE17-5810-20AB-A6F3-017535CF221C}"/>
                </a:ext>
              </a:extLst>
            </p:cNvPr>
            <p:cNvSpPr>
              <a:spLocks/>
            </p:cNvSpPr>
            <p:nvPr/>
          </p:nvSpPr>
          <p:spPr bwMode="auto">
            <a:xfrm>
              <a:off x="2326" y="1680"/>
              <a:ext cx="654" cy="420"/>
            </a:xfrm>
            <a:custGeom>
              <a:avLst/>
              <a:gdLst>
                <a:gd name="T0" fmla="*/ 0 w 654"/>
                <a:gd name="T1" fmla="*/ 420 h 420"/>
                <a:gd name="T2" fmla="*/ 654 w 654"/>
                <a:gd name="T3" fmla="*/ 0 h 4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654" h="420">
                  <a:moveTo>
                    <a:pt x="0" y="420"/>
                  </a:moveTo>
                  <a:lnTo>
                    <a:pt x="654" y="0"/>
                  </a:lnTo>
                </a:path>
              </a:pathLst>
            </a:custGeom>
            <a:noFill/>
            <a:ln w="28575" cap="flat" cmpd="sng">
              <a:solidFill>
                <a:schemeClr val="tx1"/>
              </a:solidFill>
              <a:prstDash val="dash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NZ"/>
            </a:p>
          </p:txBody>
        </p:sp>
        <p:sp>
          <p:nvSpPr>
            <p:cNvPr id="36" name="Oval 42">
              <a:extLst>
                <a:ext uri="{FF2B5EF4-FFF2-40B4-BE49-F238E27FC236}">
                  <a16:creationId xmlns:a16="http://schemas.microsoft.com/office/drawing/2014/main" id="{9E3CF270-005E-504D-2775-122A833F439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25" y="1616"/>
              <a:ext cx="313" cy="81"/>
            </a:xfrm>
            <a:prstGeom prst="ellipse">
              <a:avLst/>
            </a:prstGeom>
            <a:solidFill>
              <a:schemeClr val="hlink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NZ"/>
            </a:p>
          </p:txBody>
        </p:sp>
        <p:sp>
          <p:nvSpPr>
            <p:cNvPr id="37" name="Line 43">
              <a:extLst>
                <a:ext uri="{FF2B5EF4-FFF2-40B4-BE49-F238E27FC236}">
                  <a16:creationId xmlns:a16="http://schemas.microsoft.com/office/drawing/2014/main" id="{2DFEB3D2-BA7D-0750-68A0-D9E388482FF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25" y="1609"/>
              <a:ext cx="0" cy="5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NZ"/>
            </a:p>
          </p:txBody>
        </p:sp>
        <p:sp>
          <p:nvSpPr>
            <p:cNvPr id="38" name="Line 44">
              <a:extLst>
                <a:ext uri="{FF2B5EF4-FFF2-40B4-BE49-F238E27FC236}">
                  <a16:creationId xmlns:a16="http://schemas.microsoft.com/office/drawing/2014/main" id="{B02B452B-6F57-28CB-CF26-5296E3ACFAF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38" y="1609"/>
              <a:ext cx="0" cy="5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NZ"/>
            </a:p>
          </p:txBody>
        </p:sp>
        <p:sp>
          <p:nvSpPr>
            <p:cNvPr id="39" name="Rectangle 45">
              <a:extLst>
                <a:ext uri="{FF2B5EF4-FFF2-40B4-BE49-F238E27FC236}">
                  <a16:creationId xmlns:a16="http://schemas.microsoft.com/office/drawing/2014/main" id="{701A60A0-56D9-94C0-1216-29D3BC42CA9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25" y="1609"/>
              <a:ext cx="310" cy="49"/>
            </a:xfrm>
            <a:prstGeom prst="rect">
              <a:avLst/>
            </a:prstGeom>
            <a:solidFill>
              <a:schemeClr val="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40" name="Oval 46">
              <a:extLst>
                <a:ext uri="{FF2B5EF4-FFF2-40B4-BE49-F238E27FC236}">
                  <a16:creationId xmlns:a16="http://schemas.microsoft.com/office/drawing/2014/main" id="{98E68C83-A982-F0E0-DACE-4BF23C5C5F4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22" y="1550"/>
              <a:ext cx="313" cy="95"/>
            </a:xfrm>
            <a:prstGeom prst="ellipse">
              <a:avLst/>
            </a:prstGeom>
            <a:solidFill>
              <a:schemeClr val="hlink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NZ"/>
            </a:p>
          </p:txBody>
        </p:sp>
        <p:sp>
          <p:nvSpPr>
            <p:cNvPr id="41" name="Rectangle 47">
              <a:extLst>
                <a:ext uri="{FF2B5EF4-FFF2-40B4-BE49-F238E27FC236}">
                  <a16:creationId xmlns:a16="http://schemas.microsoft.com/office/drawing/2014/main" id="{BC0A69B4-0E8D-9856-6CB8-780F99BCCD7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09" y="1563"/>
              <a:ext cx="141" cy="120"/>
            </a:xfrm>
            <a:prstGeom prst="rect">
              <a:avLst/>
            </a:prstGeom>
            <a:solidFill>
              <a:schemeClr val="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NZ"/>
            </a:p>
          </p:txBody>
        </p:sp>
        <p:sp>
          <p:nvSpPr>
            <p:cNvPr id="42" name="Text Box 48">
              <a:extLst>
                <a:ext uri="{FF2B5EF4-FFF2-40B4-BE49-F238E27FC236}">
                  <a16:creationId xmlns:a16="http://schemas.microsoft.com/office/drawing/2014/main" id="{DD2E02D0-3943-DFAB-C736-53C1E5875A2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35" y="1502"/>
              <a:ext cx="29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/>
              <a:r>
                <a:rPr lang="en-US" altLang="en-US" sz="2000"/>
                <a:t>2a</a:t>
              </a:r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43" name="Text Box 49">
              <a:extLst>
                <a:ext uri="{FF2B5EF4-FFF2-40B4-BE49-F238E27FC236}">
                  <a16:creationId xmlns:a16="http://schemas.microsoft.com/office/drawing/2014/main" id="{3F5F396F-4049-F876-F513-EE1EF67F4BA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97" y="1590"/>
              <a:ext cx="442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en-US" sz="2000"/>
                <a:t>AS3</a:t>
              </a:r>
              <a:endParaRPr lang="en-US" altLang="en-US"/>
            </a:p>
          </p:txBody>
        </p:sp>
        <p:sp>
          <p:nvSpPr>
            <p:cNvPr id="44" name="Text Box 50">
              <a:extLst>
                <a:ext uri="{FF2B5EF4-FFF2-40B4-BE49-F238E27FC236}">
                  <a16:creationId xmlns:a16="http://schemas.microsoft.com/office/drawing/2014/main" id="{50B32D7B-79B9-9A5A-E487-E5A90DC528B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57" y="2131"/>
              <a:ext cx="41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en-US" sz="2000"/>
                <a:t>AS1</a:t>
              </a:r>
              <a:endParaRPr lang="en-US" altLang="en-US"/>
            </a:p>
          </p:txBody>
        </p:sp>
        <p:sp>
          <p:nvSpPr>
            <p:cNvPr id="45" name="Text Box 51">
              <a:extLst>
                <a:ext uri="{FF2B5EF4-FFF2-40B4-BE49-F238E27FC236}">
                  <a16:creationId xmlns:a16="http://schemas.microsoft.com/office/drawing/2014/main" id="{99DF03E6-760B-253E-4CF7-48231EEDBFB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07" y="1790"/>
              <a:ext cx="409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en-US"/>
                <a:t>AS2</a:t>
              </a:r>
            </a:p>
          </p:txBody>
        </p:sp>
        <p:sp>
          <p:nvSpPr>
            <p:cNvPr id="46" name="Oval 52">
              <a:extLst>
                <a:ext uri="{FF2B5EF4-FFF2-40B4-BE49-F238E27FC236}">
                  <a16:creationId xmlns:a16="http://schemas.microsoft.com/office/drawing/2014/main" id="{58AA4825-B4F7-D762-9EF6-5767188B152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7" y="2030"/>
              <a:ext cx="313" cy="81"/>
            </a:xfrm>
            <a:prstGeom prst="ellipse">
              <a:avLst/>
            </a:prstGeom>
            <a:solidFill>
              <a:schemeClr val="hlink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NZ"/>
            </a:p>
          </p:txBody>
        </p:sp>
        <p:sp>
          <p:nvSpPr>
            <p:cNvPr id="47" name="Line 53">
              <a:extLst>
                <a:ext uri="{FF2B5EF4-FFF2-40B4-BE49-F238E27FC236}">
                  <a16:creationId xmlns:a16="http://schemas.microsoft.com/office/drawing/2014/main" id="{E8EEC110-4E73-5437-6A88-3EED836C865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37" y="2023"/>
              <a:ext cx="0" cy="5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NZ"/>
            </a:p>
          </p:txBody>
        </p:sp>
        <p:sp>
          <p:nvSpPr>
            <p:cNvPr id="48" name="Line 54">
              <a:extLst>
                <a:ext uri="{FF2B5EF4-FFF2-40B4-BE49-F238E27FC236}">
                  <a16:creationId xmlns:a16="http://schemas.microsoft.com/office/drawing/2014/main" id="{96013C40-9DB8-DC3D-32E8-6B41269BDE4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50" y="2023"/>
              <a:ext cx="0" cy="5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NZ"/>
            </a:p>
          </p:txBody>
        </p:sp>
        <p:sp>
          <p:nvSpPr>
            <p:cNvPr id="49" name="Rectangle 55">
              <a:extLst>
                <a:ext uri="{FF2B5EF4-FFF2-40B4-BE49-F238E27FC236}">
                  <a16:creationId xmlns:a16="http://schemas.microsoft.com/office/drawing/2014/main" id="{8214A65E-E996-26D3-D5B9-0B6AB6F1E92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7" y="2023"/>
              <a:ext cx="310" cy="49"/>
            </a:xfrm>
            <a:prstGeom prst="rect">
              <a:avLst/>
            </a:prstGeom>
            <a:solidFill>
              <a:schemeClr val="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50" name="Oval 56">
              <a:extLst>
                <a:ext uri="{FF2B5EF4-FFF2-40B4-BE49-F238E27FC236}">
                  <a16:creationId xmlns:a16="http://schemas.microsoft.com/office/drawing/2014/main" id="{7EB4EA71-5C5B-801B-884D-8C414BEE523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4" y="1968"/>
              <a:ext cx="313" cy="95"/>
            </a:xfrm>
            <a:prstGeom prst="ellipse">
              <a:avLst/>
            </a:prstGeom>
            <a:solidFill>
              <a:schemeClr val="hlink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NZ"/>
            </a:p>
          </p:txBody>
        </p:sp>
        <p:sp>
          <p:nvSpPr>
            <p:cNvPr id="51" name="Rectangle 57">
              <a:extLst>
                <a:ext uri="{FF2B5EF4-FFF2-40B4-BE49-F238E27FC236}">
                  <a16:creationId xmlns:a16="http://schemas.microsoft.com/office/drawing/2014/main" id="{B06E2309-C282-2102-073E-A08DF861267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19" y="1995"/>
              <a:ext cx="142" cy="96"/>
            </a:xfrm>
            <a:prstGeom prst="rect">
              <a:avLst/>
            </a:prstGeom>
            <a:solidFill>
              <a:schemeClr val="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NZ"/>
            </a:p>
          </p:txBody>
        </p:sp>
        <p:sp>
          <p:nvSpPr>
            <p:cNvPr id="52" name="Text Box 58">
              <a:extLst>
                <a:ext uri="{FF2B5EF4-FFF2-40B4-BE49-F238E27FC236}">
                  <a16:creationId xmlns:a16="http://schemas.microsoft.com/office/drawing/2014/main" id="{74F5F3A6-4D8B-F3C7-CE97-0A00265D76D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62" y="1914"/>
              <a:ext cx="270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/>
              <a:r>
                <a:rPr lang="en-US" altLang="en-US" sz="2000"/>
                <a:t>1a</a:t>
              </a:r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grpSp>
          <p:nvGrpSpPr>
            <p:cNvPr id="53" name="Group 59">
              <a:extLst>
                <a:ext uri="{FF2B5EF4-FFF2-40B4-BE49-F238E27FC236}">
                  <a16:creationId xmlns:a16="http://schemas.microsoft.com/office/drawing/2014/main" id="{650D2AB1-90C2-97F5-F7DD-0A3320D5200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380" y="1320"/>
              <a:ext cx="316" cy="250"/>
              <a:chOff x="4320" y="1940"/>
              <a:chExt cx="316" cy="250"/>
            </a:xfrm>
          </p:grpSpPr>
          <p:sp>
            <p:nvSpPr>
              <p:cNvPr id="92" name="Oval 60">
                <a:extLst>
                  <a:ext uri="{FF2B5EF4-FFF2-40B4-BE49-F238E27FC236}">
                    <a16:creationId xmlns:a16="http://schemas.microsoft.com/office/drawing/2014/main" id="{16A0C21B-DA80-1157-8F11-8831C627B72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23" y="2054"/>
                <a:ext cx="313" cy="81"/>
              </a:xfrm>
              <a:prstGeom prst="ellipse">
                <a:avLst/>
              </a:prstGeom>
              <a:solidFill>
                <a:schemeClr val="hlink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NZ"/>
              </a:p>
            </p:txBody>
          </p:sp>
          <p:sp>
            <p:nvSpPr>
              <p:cNvPr id="93" name="Line 61">
                <a:extLst>
                  <a:ext uri="{FF2B5EF4-FFF2-40B4-BE49-F238E27FC236}">
                    <a16:creationId xmlns:a16="http://schemas.microsoft.com/office/drawing/2014/main" id="{DA6AE84F-D6EE-814D-D527-FE0C7D9B35A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323" y="2047"/>
                <a:ext cx="0" cy="5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NZ"/>
              </a:p>
            </p:txBody>
          </p:sp>
          <p:sp>
            <p:nvSpPr>
              <p:cNvPr id="94" name="Line 62">
                <a:extLst>
                  <a:ext uri="{FF2B5EF4-FFF2-40B4-BE49-F238E27FC236}">
                    <a16:creationId xmlns:a16="http://schemas.microsoft.com/office/drawing/2014/main" id="{E1F2BCC3-01B2-5806-6A39-7CA45450AD6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636" y="2047"/>
                <a:ext cx="0" cy="5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NZ"/>
              </a:p>
            </p:txBody>
          </p:sp>
          <p:sp>
            <p:nvSpPr>
              <p:cNvPr id="95" name="Rectangle 63">
                <a:extLst>
                  <a:ext uri="{FF2B5EF4-FFF2-40B4-BE49-F238E27FC236}">
                    <a16:creationId xmlns:a16="http://schemas.microsoft.com/office/drawing/2014/main" id="{A5615C51-FF05-FDEA-CF44-2DAD174CEB5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23" y="2047"/>
                <a:ext cx="310" cy="49"/>
              </a:xfrm>
              <a:prstGeom prst="rect">
                <a:avLst/>
              </a:prstGeom>
              <a:solidFill>
                <a:schemeClr val="hlink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endParaRPr lang="en-US" altLang="en-US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96" name="Oval 64">
                <a:extLst>
                  <a:ext uri="{FF2B5EF4-FFF2-40B4-BE49-F238E27FC236}">
                    <a16:creationId xmlns:a16="http://schemas.microsoft.com/office/drawing/2014/main" id="{4E81A0AD-AE64-9408-BC8A-939AE69A744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20" y="1988"/>
                <a:ext cx="313" cy="95"/>
              </a:xfrm>
              <a:prstGeom prst="ellipse">
                <a:avLst/>
              </a:prstGeom>
              <a:solidFill>
                <a:schemeClr val="hlink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NZ"/>
              </a:p>
            </p:txBody>
          </p:sp>
          <p:sp>
            <p:nvSpPr>
              <p:cNvPr id="97" name="Rectangle 65">
                <a:extLst>
                  <a:ext uri="{FF2B5EF4-FFF2-40B4-BE49-F238E27FC236}">
                    <a16:creationId xmlns:a16="http://schemas.microsoft.com/office/drawing/2014/main" id="{4291DEC2-1F2E-9393-0377-9B90B07DFE2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07" y="2001"/>
                <a:ext cx="141" cy="118"/>
              </a:xfrm>
              <a:prstGeom prst="rect">
                <a:avLst/>
              </a:prstGeom>
              <a:solidFill>
                <a:schemeClr val="hlink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NZ"/>
              </a:p>
            </p:txBody>
          </p:sp>
          <p:sp>
            <p:nvSpPr>
              <p:cNvPr id="98" name="Text Box 66">
                <a:extLst>
                  <a:ext uri="{FF2B5EF4-FFF2-40B4-BE49-F238E27FC236}">
                    <a16:creationId xmlns:a16="http://schemas.microsoft.com/office/drawing/2014/main" id="{38B6ADA2-2DD8-C59F-B056-33AE3650E32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333" y="1940"/>
                <a:ext cx="296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ctr"/>
                <a:r>
                  <a:rPr lang="en-US" altLang="en-US" sz="2000"/>
                  <a:t>2c</a:t>
                </a:r>
                <a:endParaRPr lang="en-US" altLang="en-US" sz="2400"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54" name="Group 67">
              <a:extLst>
                <a:ext uri="{FF2B5EF4-FFF2-40B4-BE49-F238E27FC236}">
                  <a16:creationId xmlns:a16="http://schemas.microsoft.com/office/drawing/2014/main" id="{3342465E-4BB5-A0AC-A970-9027B49E5FF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546" y="1610"/>
              <a:ext cx="316" cy="250"/>
              <a:chOff x="4596" y="2162"/>
              <a:chExt cx="316" cy="250"/>
            </a:xfrm>
          </p:grpSpPr>
          <p:sp>
            <p:nvSpPr>
              <p:cNvPr id="85" name="Oval 68">
                <a:extLst>
                  <a:ext uri="{FF2B5EF4-FFF2-40B4-BE49-F238E27FC236}">
                    <a16:creationId xmlns:a16="http://schemas.microsoft.com/office/drawing/2014/main" id="{13B62ED1-61E1-31D4-50BC-5C028056CE0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599" y="2276"/>
                <a:ext cx="313" cy="81"/>
              </a:xfrm>
              <a:prstGeom prst="ellipse">
                <a:avLst/>
              </a:prstGeom>
              <a:solidFill>
                <a:schemeClr val="hlink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NZ"/>
              </a:p>
            </p:txBody>
          </p:sp>
          <p:sp>
            <p:nvSpPr>
              <p:cNvPr id="86" name="Line 69">
                <a:extLst>
                  <a:ext uri="{FF2B5EF4-FFF2-40B4-BE49-F238E27FC236}">
                    <a16:creationId xmlns:a16="http://schemas.microsoft.com/office/drawing/2014/main" id="{48BC2867-31F6-F706-CCEC-46CA91C9BA5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599" y="2269"/>
                <a:ext cx="0" cy="5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NZ"/>
              </a:p>
            </p:txBody>
          </p:sp>
          <p:sp>
            <p:nvSpPr>
              <p:cNvPr id="87" name="Line 70">
                <a:extLst>
                  <a:ext uri="{FF2B5EF4-FFF2-40B4-BE49-F238E27FC236}">
                    <a16:creationId xmlns:a16="http://schemas.microsoft.com/office/drawing/2014/main" id="{F6DA8A39-3FD5-5690-FB5E-ABBA9535BAF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912" y="2269"/>
                <a:ext cx="0" cy="5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NZ"/>
              </a:p>
            </p:txBody>
          </p:sp>
          <p:sp>
            <p:nvSpPr>
              <p:cNvPr id="88" name="Rectangle 71">
                <a:extLst>
                  <a:ext uri="{FF2B5EF4-FFF2-40B4-BE49-F238E27FC236}">
                    <a16:creationId xmlns:a16="http://schemas.microsoft.com/office/drawing/2014/main" id="{E90005B0-C29A-E92C-B38E-1B50BC24E2E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599" y="2269"/>
                <a:ext cx="310" cy="49"/>
              </a:xfrm>
              <a:prstGeom prst="rect">
                <a:avLst/>
              </a:prstGeom>
              <a:solidFill>
                <a:schemeClr val="hlink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endParaRPr lang="en-US" altLang="en-US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89" name="Oval 72">
                <a:extLst>
                  <a:ext uri="{FF2B5EF4-FFF2-40B4-BE49-F238E27FC236}">
                    <a16:creationId xmlns:a16="http://schemas.microsoft.com/office/drawing/2014/main" id="{FCC78F73-3DA7-671B-3888-05BBAE2E051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596" y="2210"/>
                <a:ext cx="313" cy="95"/>
              </a:xfrm>
              <a:prstGeom prst="ellipse">
                <a:avLst/>
              </a:prstGeom>
              <a:solidFill>
                <a:schemeClr val="hlink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NZ"/>
              </a:p>
            </p:txBody>
          </p:sp>
          <p:sp>
            <p:nvSpPr>
              <p:cNvPr id="90" name="Rectangle 73">
                <a:extLst>
                  <a:ext uri="{FF2B5EF4-FFF2-40B4-BE49-F238E27FC236}">
                    <a16:creationId xmlns:a16="http://schemas.microsoft.com/office/drawing/2014/main" id="{113A51FC-8A72-31F7-E6AD-E55F49E38FA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83" y="2223"/>
                <a:ext cx="142" cy="110"/>
              </a:xfrm>
              <a:prstGeom prst="rect">
                <a:avLst/>
              </a:prstGeom>
              <a:solidFill>
                <a:schemeClr val="hlink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NZ"/>
              </a:p>
            </p:txBody>
          </p:sp>
          <p:sp>
            <p:nvSpPr>
              <p:cNvPr id="91" name="Text Box 74">
                <a:extLst>
                  <a:ext uri="{FF2B5EF4-FFF2-40B4-BE49-F238E27FC236}">
                    <a16:creationId xmlns:a16="http://schemas.microsoft.com/office/drawing/2014/main" id="{04887437-449A-D60E-5D5C-124A1E33D4B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603" y="2162"/>
                <a:ext cx="309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ctr"/>
                <a:r>
                  <a:rPr lang="en-US" altLang="en-US" sz="2000"/>
                  <a:t>2b</a:t>
                </a:r>
                <a:endParaRPr lang="en-US" altLang="en-US" sz="2400"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55" name="Group 75">
              <a:extLst>
                <a:ext uri="{FF2B5EF4-FFF2-40B4-BE49-F238E27FC236}">
                  <a16:creationId xmlns:a16="http://schemas.microsoft.com/office/drawing/2014/main" id="{8765F31F-1A7A-0888-E7AE-2EDED54C486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016" y="1980"/>
              <a:ext cx="316" cy="250"/>
              <a:chOff x="2016" y="1980"/>
              <a:chExt cx="316" cy="250"/>
            </a:xfrm>
          </p:grpSpPr>
          <p:sp>
            <p:nvSpPr>
              <p:cNvPr id="77" name="Oval 76">
                <a:extLst>
                  <a:ext uri="{FF2B5EF4-FFF2-40B4-BE49-F238E27FC236}">
                    <a16:creationId xmlns:a16="http://schemas.microsoft.com/office/drawing/2014/main" id="{BB9A46E0-9B57-933C-D377-DD711F10F84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019" y="2102"/>
                <a:ext cx="313" cy="81"/>
              </a:xfrm>
              <a:prstGeom prst="ellipse">
                <a:avLst/>
              </a:prstGeom>
              <a:solidFill>
                <a:schemeClr val="hlink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NZ"/>
              </a:p>
            </p:txBody>
          </p:sp>
          <p:sp>
            <p:nvSpPr>
              <p:cNvPr id="78" name="Line 77">
                <a:extLst>
                  <a:ext uri="{FF2B5EF4-FFF2-40B4-BE49-F238E27FC236}">
                    <a16:creationId xmlns:a16="http://schemas.microsoft.com/office/drawing/2014/main" id="{C35B3DC3-6AC9-36A2-65EE-B96B4F92237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19" y="2095"/>
                <a:ext cx="0" cy="5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NZ"/>
              </a:p>
            </p:txBody>
          </p:sp>
          <p:sp>
            <p:nvSpPr>
              <p:cNvPr id="79" name="Line 78">
                <a:extLst>
                  <a:ext uri="{FF2B5EF4-FFF2-40B4-BE49-F238E27FC236}">
                    <a16:creationId xmlns:a16="http://schemas.microsoft.com/office/drawing/2014/main" id="{2B80E86D-5F92-61EC-5751-DD97B2D6D44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332" y="2095"/>
                <a:ext cx="0" cy="5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NZ"/>
              </a:p>
            </p:txBody>
          </p:sp>
          <p:sp>
            <p:nvSpPr>
              <p:cNvPr id="80" name="Rectangle 79">
                <a:extLst>
                  <a:ext uri="{FF2B5EF4-FFF2-40B4-BE49-F238E27FC236}">
                    <a16:creationId xmlns:a16="http://schemas.microsoft.com/office/drawing/2014/main" id="{477E883B-7DEC-EFB3-D16C-2665A8F7DE0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019" y="2095"/>
                <a:ext cx="310" cy="49"/>
              </a:xfrm>
              <a:prstGeom prst="rect">
                <a:avLst/>
              </a:prstGeom>
              <a:solidFill>
                <a:schemeClr val="hlink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endParaRPr lang="en-US" altLang="en-US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81" name="Oval 80">
                <a:extLst>
                  <a:ext uri="{FF2B5EF4-FFF2-40B4-BE49-F238E27FC236}">
                    <a16:creationId xmlns:a16="http://schemas.microsoft.com/office/drawing/2014/main" id="{F4A75B90-A504-8BC7-BA57-6CA43585FCE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016" y="2036"/>
                <a:ext cx="313" cy="95"/>
              </a:xfrm>
              <a:prstGeom prst="ellipse">
                <a:avLst/>
              </a:prstGeom>
              <a:solidFill>
                <a:schemeClr val="hlink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NZ"/>
              </a:p>
            </p:txBody>
          </p:sp>
          <p:grpSp>
            <p:nvGrpSpPr>
              <p:cNvPr id="82" name="Group 81">
                <a:extLst>
                  <a:ext uri="{FF2B5EF4-FFF2-40B4-BE49-F238E27FC236}">
                    <a16:creationId xmlns:a16="http://schemas.microsoft.com/office/drawing/2014/main" id="{0E885C0F-94BB-1C32-D0B4-30E7208E7723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034" y="1980"/>
                <a:ext cx="283" cy="250"/>
                <a:chOff x="2914" y="2429"/>
                <a:chExt cx="288" cy="250"/>
              </a:xfrm>
            </p:grpSpPr>
            <p:sp>
              <p:nvSpPr>
                <p:cNvPr id="83" name="Rectangle 82">
                  <a:extLst>
                    <a:ext uri="{FF2B5EF4-FFF2-40B4-BE49-F238E27FC236}">
                      <a16:creationId xmlns:a16="http://schemas.microsoft.com/office/drawing/2014/main" id="{49BC945F-77D0-9C6D-61AA-E8047DF3F8D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chemeClr val="hlink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NZ"/>
                </a:p>
              </p:txBody>
            </p:sp>
            <p:sp>
              <p:nvSpPr>
                <p:cNvPr id="84" name="Text Box 83">
                  <a:extLst>
                    <a:ext uri="{FF2B5EF4-FFF2-40B4-BE49-F238E27FC236}">
                      <a16:creationId xmlns:a16="http://schemas.microsoft.com/office/drawing/2014/main" id="{9682501C-2E2D-4048-FA47-94E97ED6BCDF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914" y="2429"/>
                  <a:ext cx="288" cy="25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/>
                <a:p>
                  <a:pPr algn="ctr"/>
                  <a:r>
                    <a:rPr lang="en-US" altLang="en-US" sz="2000"/>
                    <a:t>1b</a:t>
                  </a:r>
                  <a:endParaRPr lang="en-US" altLang="en-US" sz="2400">
                    <a:latin typeface="Times New Roman" panose="02020603050405020304" pitchFamily="18" charset="0"/>
                  </a:endParaRPr>
                </a:p>
              </p:txBody>
            </p:sp>
          </p:grpSp>
        </p:grpSp>
        <p:grpSp>
          <p:nvGrpSpPr>
            <p:cNvPr id="56" name="Group 84">
              <a:extLst>
                <a:ext uri="{FF2B5EF4-FFF2-40B4-BE49-F238E27FC236}">
                  <a16:creationId xmlns:a16="http://schemas.microsoft.com/office/drawing/2014/main" id="{1EEC9B37-56B4-B617-0376-8B9B5C33C62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28" y="1133"/>
              <a:ext cx="316" cy="250"/>
              <a:chOff x="2016" y="1980"/>
              <a:chExt cx="316" cy="250"/>
            </a:xfrm>
          </p:grpSpPr>
          <p:sp>
            <p:nvSpPr>
              <p:cNvPr id="69" name="Oval 85">
                <a:extLst>
                  <a:ext uri="{FF2B5EF4-FFF2-40B4-BE49-F238E27FC236}">
                    <a16:creationId xmlns:a16="http://schemas.microsoft.com/office/drawing/2014/main" id="{4DF17AE2-5DB4-9771-3C80-FA9A67441E6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019" y="2102"/>
                <a:ext cx="313" cy="81"/>
              </a:xfrm>
              <a:prstGeom prst="ellipse">
                <a:avLst/>
              </a:prstGeom>
              <a:solidFill>
                <a:schemeClr val="hlink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NZ"/>
              </a:p>
            </p:txBody>
          </p:sp>
          <p:sp>
            <p:nvSpPr>
              <p:cNvPr id="70" name="Line 86">
                <a:extLst>
                  <a:ext uri="{FF2B5EF4-FFF2-40B4-BE49-F238E27FC236}">
                    <a16:creationId xmlns:a16="http://schemas.microsoft.com/office/drawing/2014/main" id="{295857BA-1D51-774C-879A-75EE5295CEA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19" y="2095"/>
                <a:ext cx="0" cy="5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NZ"/>
              </a:p>
            </p:txBody>
          </p:sp>
          <p:sp>
            <p:nvSpPr>
              <p:cNvPr id="71" name="Line 87">
                <a:extLst>
                  <a:ext uri="{FF2B5EF4-FFF2-40B4-BE49-F238E27FC236}">
                    <a16:creationId xmlns:a16="http://schemas.microsoft.com/office/drawing/2014/main" id="{1AC0453C-3E5D-14DF-371C-DEACC7BAE80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332" y="2095"/>
                <a:ext cx="0" cy="5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NZ"/>
              </a:p>
            </p:txBody>
          </p:sp>
          <p:sp>
            <p:nvSpPr>
              <p:cNvPr id="72" name="Rectangle 88">
                <a:extLst>
                  <a:ext uri="{FF2B5EF4-FFF2-40B4-BE49-F238E27FC236}">
                    <a16:creationId xmlns:a16="http://schemas.microsoft.com/office/drawing/2014/main" id="{1BC78298-BC98-9A41-8780-A77D9BA5D4C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019" y="2095"/>
                <a:ext cx="310" cy="49"/>
              </a:xfrm>
              <a:prstGeom prst="rect">
                <a:avLst/>
              </a:prstGeom>
              <a:solidFill>
                <a:schemeClr val="hlink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endParaRPr lang="en-US" altLang="en-US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73" name="Oval 89">
                <a:extLst>
                  <a:ext uri="{FF2B5EF4-FFF2-40B4-BE49-F238E27FC236}">
                    <a16:creationId xmlns:a16="http://schemas.microsoft.com/office/drawing/2014/main" id="{B6F1140F-323D-6739-9A42-B2F0F471397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016" y="2036"/>
                <a:ext cx="313" cy="95"/>
              </a:xfrm>
              <a:prstGeom prst="ellipse">
                <a:avLst/>
              </a:prstGeom>
              <a:solidFill>
                <a:schemeClr val="hlink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NZ"/>
              </a:p>
            </p:txBody>
          </p:sp>
          <p:grpSp>
            <p:nvGrpSpPr>
              <p:cNvPr id="74" name="Group 90">
                <a:extLst>
                  <a:ext uri="{FF2B5EF4-FFF2-40B4-BE49-F238E27FC236}">
                    <a16:creationId xmlns:a16="http://schemas.microsoft.com/office/drawing/2014/main" id="{A48300EE-0D23-F758-DEF9-B7AE41EA4A5F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027" y="1980"/>
                <a:ext cx="296" cy="250"/>
                <a:chOff x="2907" y="2429"/>
                <a:chExt cx="301" cy="250"/>
              </a:xfrm>
            </p:grpSpPr>
            <p:sp>
              <p:nvSpPr>
                <p:cNvPr id="75" name="Rectangle 91">
                  <a:extLst>
                    <a:ext uri="{FF2B5EF4-FFF2-40B4-BE49-F238E27FC236}">
                      <a16:creationId xmlns:a16="http://schemas.microsoft.com/office/drawing/2014/main" id="{9F79041B-EBA5-8811-A594-6CE37D52538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chemeClr val="hlink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NZ"/>
                </a:p>
              </p:txBody>
            </p:sp>
            <p:sp>
              <p:nvSpPr>
                <p:cNvPr id="76" name="Text Box 92">
                  <a:extLst>
                    <a:ext uri="{FF2B5EF4-FFF2-40B4-BE49-F238E27FC236}">
                      <a16:creationId xmlns:a16="http://schemas.microsoft.com/office/drawing/2014/main" id="{BD5DE4BF-E1F1-44C5-C813-B1A6C82800D2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907" y="2429"/>
                  <a:ext cx="301" cy="25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/>
                <a:p>
                  <a:pPr algn="ctr"/>
                  <a:r>
                    <a:rPr lang="en-US" altLang="en-US" sz="2000" dirty="0"/>
                    <a:t>3c</a:t>
                  </a:r>
                  <a:endParaRPr lang="en-US" altLang="en-US" sz="2400" dirty="0">
                    <a:latin typeface="Times New Roman" panose="02020603050405020304" pitchFamily="18" charset="0"/>
                  </a:endParaRPr>
                </a:p>
              </p:txBody>
            </p:sp>
          </p:grpSp>
        </p:grpSp>
        <p:sp>
          <p:nvSpPr>
            <p:cNvPr id="57" name="Line 93">
              <a:extLst>
                <a:ext uri="{FF2B5EF4-FFF2-40B4-BE49-F238E27FC236}">
                  <a16:creationId xmlns:a16="http://schemas.microsoft.com/office/drawing/2014/main" id="{00BC3867-0C20-78D9-63D9-10CBC0B4E2D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372" y="1872"/>
              <a:ext cx="93" cy="10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NZ"/>
            </a:p>
          </p:txBody>
        </p:sp>
        <p:sp>
          <p:nvSpPr>
            <p:cNvPr id="58" name="Line 94">
              <a:extLst>
                <a:ext uri="{FF2B5EF4-FFF2-40B4-BE49-F238E27FC236}">
                  <a16:creationId xmlns:a16="http://schemas.microsoft.com/office/drawing/2014/main" id="{A95580A7-DA01-1FBB-0825-86897A86891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26" y="1897"/>
              <a:ext cx="0" cy="24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NZ"/>
            </a:p>
          </p:txBody>
        </p:sp>
        <p:sp>
          <p:nvSpPr>
            <p:cNvPr id="59" name="Line 95">
              <a:extLst>
                <a:ext uri="{FF2B5EF4-FFF2-40B4-BE49-F238E27FC236}">
                  <a16:creationId xmlns:a16="http://schemas.microsoft.com/office/drawing/2014/main" id="{307015DA-27A9-B320-B104-28F82936AB4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28" y="1864"/>
              <a:ext cx="313" cy="211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NZ"/>
            </a:p>
          </p:txBody>
        </p:sp>
        <p:sp>
          <p:nvSpPr>
            <p:cNvPr id="60" name="Line 96">
              <a:extLst>
                <a:ext uri="{FF2B5EF4-FFF2-40B4-BE49-F238E27FC236}">
                  <a16:creationId xmlns:a16="http://schemas.microsoft.com/office/drawing/2014/main" id="{92C2F66C-49CF-E0BF-A4C9-FC5B372223B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804" y="2152"/>
              <a:ext cx="237" cy="7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NZ"/>
            </a:p>
          </p:txBody>
        </p:sp>
        <p:sp>
          <p:nvSpPr>
            <p:cNvPr id="61" name="Line 97">
              <a:extLst>
                <a:ext uri="{FF2B5EF4-FFF2-40B4-BE49-F238E27FC236}">
                  <a16:creationId xmlns:a16="http://schemas.microsoft.com/office/drawing/2014/main" id="{40F68EA2-E9EC-D975-6CFF-328EE9701EC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1440" y="2041"/>
              <a:ext cx="568" cy="51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NZ"/>
            </a:p>
          </p:txBody>
        </p:sp>
        <p:sp>
          <p:nvSpPr>
            <p:cNvPr id="62" name="Line 98">
              <a:extLst>
                <a:ext uri="{FF2B5EF4-FFF2-40B4-BE49-F238E27FC236}">
                  <a16:creationId xmlns:a16="http://schemas.microsoft.com/office/drawing/2014/main" id="{05DCEE76-BF15-162D-1886-64F97A5EDF3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185" y="1465"/>
              <a:ext cx="220" cy="85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NZ"/>
            </a:p>
          </p:txBody>
        </p:sp>
        <p:sp>
          <p:nvSpPr>
            <p:cNvPr id="63" name="Line 99">
              <a:extLst>
                <a:ext uri="{FF2B5EF4-FFF2-40B4-BE49-F238E27FC236}">
                  <a16:creationId xmlns:a16="http://schemas.microsoft.com/office/drawing/2014/main" id="{750D71F7-8655-1C9B-0259-562F91C593D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48" y="2499"/>
              <a:ext cx="483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NZ"/>
            </a:p>
          </p:txBody>
        </p:sp>
        <p:sp>
          <p:nvSpPr>
            <p:cNvPr id="602112" name="Line 100">
              <a:extLst>
                <a:ext uri="{FF2B5EF4-FFF2-40B4-BE49-F238E27FC236}">
                  <a16:creationId xmlns:a16="http://schemas.microsoft.com/office/drawing/2014/main" id="{E6DDAB82-538F-2325-C2ED-A9DA8AC18F5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60" y="2697"/>
              <a:ext cx="483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NZ"/>
            </a:p>
          </p:txBody>
        </p:sp>
        <p:sp>
          <p:nvSpPr>
            <p:cNvPr id="602113" name="Text Box 101">
              <a:extLst>
                <a:ext uri="{FF2B5EF4-FFF2-40B4-BE49-F238E27FC236}">
                  <a16:creationId xmlns:a16="http://schemas.microsoft.com/office/drawing/2014/main" id="{A9B5B95F-8E2E-DE7E-4312-CEF8A05B924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83" y="2408"/>
              <a:ext cx="830" cy="19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1" hangingPunct="1"/>
              <a:r>
                <a:rPr lang="en-US" altLang="en-US" sz="1400" dirty="0"/>
                <a:t>eBGP session</a:t>
              </a:r>
            </a:p>
          </p:txBody>
        </p:sp>
        <p:sp>
          <p:nvSpPr>
            <p:cNvPr id="64" name="Text Box 102">
              <a:extLst>
                <a:ext uri="{FF2B5EF4-FFF2-40B4-BE49-F238E27FC236}">
                  <a16:creationId xmlns:a16="http://schemas.microsoft.com/office/drawing/2014/main" id="{26EE15E9-D2D5-FFC8-1192-7D776092A43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83" y="2597"/>
              <a:ext cx="793" cy="19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1" hangingPunct="1"/>
              <a:r>
                <a:rPr lang="en-US" altLang="en-US" sz="1400" dirty="0"/>
                <a:t>iBGP session</a:t>
              </a:r>
            </a:p>
          </p:txBody>
        </p:sp>
        <p:sp>
          <p:nvSpPr>
            <p:cNvPr id="65" name="Line 103">
              <a:extLst>
                <a:ext uri="{FF2B5EF4-FFF2-40B4-BE49-F238E27FC236}">
                  <a16:creationId xmlns:a16="http://schemas.microsoft.com/office/drawing/2014/main" id="{2B7103B7-C5A0-C583-50F5-B2E1D8175DB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695" y="1313"/>
              <a:ext cx="152" cy="11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NZ"/>
            </a:p>
          </p:txBody>
        </p:sp>
        <p:sp>
          <p:nvSpPr>
            <p:cNvPr id="66" name="Line 104">
              <a:extLst>
                <a:ext uri="{FF2B5EF4-FFF2-40B4-BE49-F238E27FC236}">
                  <a16:creationId xmlns:a16="http://schemas.microsoft.com/office/drawing/2014/main" id="{B2130B05-5AE5-4CFF-58A4-46ABC01598AB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24" y="1330"/>
              <a:ext cx="93" cy="237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NZ"/>
            </a:p>
          </p:txBody>
        </p:sp>
        <p:sp>
          <p:nvSpPr>
            <p:cNvPr id="67" name="Line 105">
              <a:extLst>
                <a:ext uri="{FF2B5EF4-FFF2-40B4-BE49-F238E27FC236}">
                  <a16:creationId xmlns:a16="http://schemas.microsoft.com/office/drawing/2014/main" id="{D1DD17F8-86EB-C48D-3914-E9B33C4B74C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25" y="1508"/>
              <a:ext cx="43" cy="144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NZ"/>
            </a:p>
          </p:txBody>
        </p:sp>
        <p:sp>
          <p:nvSpPr>
            <p:cNvPr id="68" name="Line 106">
              <a:extLst>
                <a:ext uri="{FF2B5EF4-FFF2-40B4-BE49-F238E27FC236}">
                  <a16:creationId xmlns:a16="http://schemas.microsoft.com/office/drawing/2014/main" id="{1DDD49A5-7FEF-CEE3-CF9D-5FAF1CDB749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81" y="2092"/>
              <a:ext cx="127" cy="85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NZ"/>
            </a:p>
          </p:txBody>
        </p:sp>
      </p:grpSp>
      <p:cxnSp>
        <p:nvCxnSpPr>
          <p:cNvPr id="104" name="Straight Arrow Connector 103">
            <a:extLst>
              <a:ext uri="{FF2B5EF4-FFF2-40B4-BE49-F238E27FC236}">
                <a16:creationId xmlns:a16="http://schemas.microsoft.com/office/drawing/2014/main" id="{9FD79218-1166-5EA0-E2A4-F6E601CF6DF9}"/>
              </a:ext>
            </a:extLst>
          </p:cNvPr>
          <p:cNvCxnSpPr>
            <a:cxnSpLocks/>
          </p:cNvCxnSpPr>
          <p:nvPr/>
        </p:nvCxnSpPr>
        <p:spPr>
          <a:xfrm>
            <a:off x="3033180" y="4360266"/>
            <a:ext cx="557744" cy="321272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6" name="Rounded Rectangular Callout 110"/>
          <p:cNvSpPr/>
          <p:nvPr/>
        </p:nvSpPr>
        <p:spPr>
          <a:xfrm>
            <a:off x="2646837" y="1451676"/>
            <a:ext cx="5634037" cy="1793408"/>
          </a:xfrm>
          <a:prstGeom prst="wedgeRoundRectCallout">
            <a:avLst>
              <a:gd name="adj1" fmla="val -32519"/>
              <a:gd name="adj2" fmla="val 131628"/>
              <a:gd name="adj3" fmla="val 16667"/>
            </a:avLst>
          </a:prstGeom>
          <a:solidFill>
            <a:schemeClr val="accent1"/>
          </a:solidFill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en-GB" b="1" dirty="0"/>
              <a:t>UPDATE </a:t>
            </a:r>
            <a:r>
              <a:rPr lang="en-GB" b="1" dirty="0" err="1"/>
              <a:t>msg</a:t>
            </a:r>
            <a:r>
              <a:rPr lang="en-GB" b="1" dirty="0"/>
              <a:t> received by 1c: </a:t>
            </a:r>
          </a:p>
          <a:p>
            <a:r>
              <a:rPr lang="en-GB" b="1" dirty="0" err="1"/>
              <a:t>AS_Path</a:t>
            </a:r>
            <a:r>
              <a:rPr lang="en-GB" b="1" dirty="0"/>
              <a:t>: </a:t>
            </a:r>
            <a:r>
              <a:rPr lang="en-GB" dirty="0"/>
              <a:t>{AS3}</a:t>
            </a:r>
          </a:p>
          <a:p>
            <a:r>
              <a:rPr lang="en-GB" b="1" dirty="0" err="1"/>
              <a:t>Next_Hop</a:t>
            </a:r>
            <a:r>
              <a:rPr lang="en-GB" b="1" dirty="0"/>
              <a:t>: </a:t>
            </a:r>
            <a:r>
              <a:rPr lang="en-GB" dirty="0"/>
              <a:t>IP address of 3a </a:t>
            </a:r>
          </a:p>
          <a:p>
            <a:r>
              <a:rPr lang="en-GB" b="1" dirty="0"/>
              <a:t>NLRI (Network Layer Reachability Information): </a:t>
            </a:r>
            <a:r>
              <a:rPr lang="en-GB" dirty="0"/>
              <a:t>a</a:t>
            </a:r>
            <a:r>
              <a:rPr lang="en-GB" altLang="en-US" sz="1800" dirty="0"/>
              <a:t> list of identifiers of networks in AS3</a:t>
            </a:r>
            <a:r>
              <a:rPr lang="en-US" altLang="en-US" dirty="0"/>
              <a:t>, such as a </a:t>
            </a:r>
            <a:r>
              <a:rPr lang="en-GB" dirty="0"/>
              <a:t>prefix 1.44.24.0/21</a:t>
            </a:r>
            <a:endParaRPr lang="en-NZ" dirty="0"/>
          </a:p>
        </p:txBody>
      </p:sp>
    </p:spTree>
    <p:extLst>
      <p:ext uri="{BB962C8B-B14F-4D97-AF65-F5344CB8AC3E}">
        <p14:creationId xmlns:p14="http://schemas.microsoft.com/office/powerpoint/2010/main" val="5059103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6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2114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70056"/>
            <a:ext cx="9144000" cy="723900"/>
          </a:xfrm>
        </p:spPr>
        <p:txBody>
          <a:bodyPr/>
          <a:lstStyle/>
          <a:p>
            <a:r>
              <a:rPr lang="en-US" altLang="en-US" sz="2800" dirty="0"/>
              <a:t>BGP Routing Information Exchange – Example (cont.)</a:t>
            </a:r>
          </a:p>
        </p:txBody>
      </p:sp>
      <p:sp>
        <p:nvSpPr>
          <p:cNvPr id="602115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990600"/>
            <a:ext cx="8229600" cy="1789182"/>
          </a:xfrm>
        </p:spPr>
        <p:txBody>
          <a:bodyPr/>
          <a:lstStyle/>
          <a:p>
            <a:pPr>
              <a:spcBef>
                <a:spcPts val="600"/>
              </a:spcBef>
            </a:pPr>
            <a:r>
              <a:rPr lang="en-US" altLang="en-US" sz="1800" dirty="0"/>
              <a:t>Router 1c can use iBGP sessions to distribute this new reachability information to all routers in AS1.</a:t>
            </a:r>
          </a:p>
          <a:p>
            <a:pPr>
              <a:spcBef>
                <a:spcPts val="600"/>
              </a:spcBef>
            </a:pPr>
            <a:r>
              <a:rPr lang="en-US" altLang="en-US" sz="1800" dirty="0"/>
              <a:t>Router 1b can then advertise the new reachability information to AS2 (using eBGP sessions).</a:t>
            </a:r>
          </a:p>
          <a:p>
            <a:pPr>
              <a:spcBef>
                <a:spcPts val="600"/>
              </a:spcBef>
            </a:pPr>
            <a:r>
              <a:rPr lang="en-US" altLang="en-US" sz="1800" dirty="0"/>
              <a:t>When router 2a learns about a new prefix, it creates an entry for the prefix in its forwarding table.</a:t>
            </a:r>
          </a:p>
        </p:txBody>
      </p:sp>
      <p:sp>
        <p:nvSpPr>
          <p:cNvPr id="108" name="Slide Number Placeholder 107"/>
          <p:cNvSpPr>
            <a:spLocks noGrp="1"/>
          </p:cNvSpPr>
          <p:nvPr>
            <p:ph type="sldNum" sz="quarter" idx="4"/>
          </p:nvPr>
        </p:nvSpPr>
        <p:spPr>
          <a:prstGeom prst="rect">
            <a:avLst/>
          </a:prstGeom>
        </p:spPr>
        <p:txBody>
          <a:bodyPr/>
          <a:lstStyle/>
          <a:p>
            <a:fld id="{B3F083CC-9690-4D41-A63E-FA6CD11BC8CD}" type="slidenum">
              <a:rPr lang="en-US" altLang="en-US"/>
              <a:pPr/>
              <a:t>21</a:t>
            </a:fld>
            <a:endParaRPr lang="en-US" altLang="en-US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7EC9CCD7-3A20-79FB-3097-BCCF53EB51B1}"/>
              </a:ext>
            </a:extLst>
          </p:cNvPr>
          <p:cNvGrpSpPr>
            <a:grpSpLocks/>
          </p:cNvGrpSpPr>
          <p:nvPr/>
        </p:nvGrpSpPr>
        <p:grpSpPr bwMode="auto">
          <a:xfrm>
            <a:off x="1192212" y="3833743"/>
            <a:ext cx="6811963" cy="2943225"/>
            <a:chOff x="22" y="937"/>
            <a:chExt cx="4291" cy="1854"/>
          </a:xfrm>
        </p:grpSpPr>
        <p:sp>
          <p:nvSpPr>
            <p:cNvPr id="3" name="Freeform 5">
              <a:extLst>
                <a:ext uri="{FF2B5EF4-FFF2-40B4-BE49-F238E27FC236}">
                  <a16:creationId xmlns:a16="http://schemas.microsoft.com/office/drawing/2014/main" id="{8EF69D64-0BA4-A033-B22A-E1C958ECE5A7}"/>
                </a:ext>
              </a:extLst>
            </p:cNvPr>
            <p:cNvSpPr>
              <a:spLocks/>
            </p:cNvSpPr>
            <p:nvPr/>
          </p:nvSpPr>
          <p:spPr bwMode="auto">
            <a:xfrm>
              <a:off x="2691" y="1091"/>
              <a:ext cx="1611" cy="1025"/>
            </a:xfrm>
            <a:custGeom>
              <a:avLst/>
              <a:gdLst>
                <a:gd name="T0" fmla="*/ 56 w 1162"/>
                <a:gd name="T1" fmla="*/ 162 h 543"/>
                <a:gd name="T2" fmla="*/ 368 w 1162"/>
                <a:gd name="T3" fmla="*/ 14 h 543"/>
                <a:gd name="T4" fmla="*/ 940 w 1162"/>
                <a:gd name="T5" fmla="*/ 79 h 543"/>
                <a:gd name="T6" fmla="*/ 1144 w 1162"/>
                <a:gd name="T7" fmla="*/ 239 h 543"/>
                <a:gd name="T8" fmla="*/ 1048 w 1162"/>
                <a:gd name="T9" fmla="*/ 451 h 543"/>
                <a:gd name="T10" fmla="*/ 586 w 1162"/>
                <a:gd name="T11" fmla="*/ 541 h 543"/>
                <a:gd name="T12" fmla="*/ 88 w 1162"/>
                <a:gd name="T13" fmla="*/ 439 h 543"/>
                <a:gd name="T14" fmla="*/ 56 w 1162"/>
                <a:gd name="T15" fmla="*/ 162 h 5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162" h="543">
                  <a:moveTo>
                    <a:pt x="56" y="162"/>
                  </a:moveTo>
                  <a:cubicBezTo>
                    <a:pt x="115" y="100"/>
                    <a:pt x="221" y="28"/>
                    <a:pt x="368" y="14"/>
                  </a:cubicBezTo>
                  <a:cubicBezTo>
                    <a:pt x="515" y="0"/>
                    <a:pt x="811" y="42"/>
                    <a:pt x="940" y="79"/>
                  </a:cubicBezTo>
                  <a:cubicBezTo>
                    <a:pt x="1069" y="116"/>
                    <a:pt x="1126" y="177"/>
                    <a:pt x="1144" y="239"/>
                  </a:cubicBezTo>
                  <a:cubicBezTo>
                    <a:pt x="1162" y="301"/>
                    <a:pt x="1141" y="401"/>
                    <a:pt x="1048" y="451"/>
                  </a:cubicBezTo>
                  <a:cubicBezTo>
                    <a:pt x="955" y="501"/>
                    <a:pt x="746" y="543"/>
                    <a:pt x="586" y="541"/>
                  </a:cubicBezTo>
                  <a:cubicBezTo>
                    <a:pt x="426" y="539"/>
                    <a:pt x="176" y="502"/>
                    <a:pt x="88" y="439"/>
                  </a:cubicBezTo>
                  <a:cubicBezTo>
                    <a:pt x="0" y="376"/>
                    <a:pt x="63" y="220"/>
                    <a:pt x="56" y="162"/>
                  </a:cubicBezTo>
                  <a:close/>
                </a:path>
              </a:pathLst>
            </a:custGeom>
            <a:solidFill>
              <a:srgbClr val="66CC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NZ"/>
            </a:p>
          </p:txBody>
        </p:sp>
        <p:sp>
          <p:nvSpPr>
            <p:cNvPr id="4" name="Freeform 6">
              <a:extLst>
                <a:ext uri="{FF2B5EF4-FFF2-40B4-BE49-F238E27FC236}">
                  <a16:creationId xmlns:a16="http://schemas.microsoft.com/office/drawing/2014/main" id="{F4E0D35D-2BC2-5D63-5A2E-1EE7FA8F5982}"/>
                </a:ext>
              </a:extLst>
            </p:cNvPr>
            <p:cNvSpPr>
              <a:spLocks/>
            </p:cNvSpPr>
            <p:nvPr/>
          </p:nvSpPr>
          <p:spPr bwMode="auto">
            <a:xfrm>
              <a:off x="22" y="937"/>
              <a:ext cx="1255" cy="1016"/>
            </a:xfrm>
            <a:custGeom>
              <a:avLst/>
              <a:gdLst>
                <a:gd name="T0" fmla="*/ 88 w 1198"/>
                <a:gd name="T1" fmla="*/ 181 h 451"/>
                <a:gd name="T2" fmla="*/ 180 w 1198"/>
                <a:gd name="T3" fmla="*/ 89 h 451"/>
                <a:gd name="T4" fmla="*/ 448 w 1198"/>
                <a:gd name="T5" fmla="*/ 49 h 451"/>
                <a:gd name="T6" fmla="*/ 988 w 1198"/>
                <a:gd name="T7" fmla="*/ 25 h 451"/>
                <a:gd name="T8" fmla="*/ 1181 w 1198"/>
                <a:gd name="T9" fmla="*/ 197 h 451"/>
                <a:gd name="T10" fmla="*/ 889 w 1198"/>
                <a:gd name="T11" fmla="*/ 413 h 451"/>
                <a:gd name="T12" fmla="*/ 307 w 1198"/>
                <a:gd name="T13" fmla="*/ 425 h 451"/>
                <a:gd name="T14" fmla="*/ 36 w 1198"/>
                <a:gd name="T15" fmla="*/ 337 h 451"/>
                <a:gd name="T16" fmla="*/ 88 w 1198"/>
                <a:gd name="T17" fmla="*/ 181 h 4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198" h="451">
                  <a:moveTo>
                    <a:pt x="88" y="181"/>
                  </a:moveTo>
                  <a:cubicBezTo>
                    <a:pt x="159" y="143"/>
                    <a:pt x="120" y="111"/>
                    <a:pt x="180" y="89"/>
                  </a:cubicBezTo>
                  <a:cubicBezTo>
                    <a:pt x="240" y="67"/>
                    <a:pt x="313" y="60"/>
                    <a:pt x="448" y="49"/>
                  </a:cubicBezTo>
                  <a:cubicBezTo>
                    <a:pt x="583" y="38"/>
                    <a:pt x="866" y="0"/>
                    <a:pt x="988" y="25"/>
                  </a:cubicBezTo>
                  <a:cubicBezTo>
                    <a:pt x="1110" y="50"/>
                    <a:pt x="1198" y="132"/>
                    <a:pt x="1181" y="197"/>
                  </a:cubicBezTo>
                  <a:cubicBezTo>
                    <a:pt x="1164" y="262"/>
                    <a:pt x="1034" y="375"/>
                    <a:pt x="889" y="413"/>
                  </a:cubicBezTo>
                  <a:cubicBezTo>
                    <a:pt x="744" y="451"/>
                    <a:pt x="449" y="438"/>
                    <a:pt x="307" y="425"/>
                  </a:cubicBezTo>
                  <a:cubicBezTo>
                    <a:pt x="165" y="412"/>
                    <a:pt x="72" y="378"/>
                    <a:pt x="36" y="337"/>
                  </a:cubicBezTo>
                  <a:cubicBezTo>
                    <a:pt x="0" y="296"/>
                    <a:pt x="77" y="213"/>
                    <a:pt x="88" y="181"/>
                  </a:cubicBezTo>
                  <a:close/>
                </a:path>
              </a:pathLst>
            </a:custGeom>
            <a:solidFill>
              <a:srgbClr val="66CC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NZ" dirty="0"/>
            </a:p>
          </p:txBody>
        </p:sp>
        <p:sp>
          <p:nvSpPr>
            <p:cNvPr id="5" name="Freeform 7">
              <a:extLst>
                <a:ext uri="{FF2B5EF4-FFF2-40B4-BE49-F238E27FC236}">
                  <a16:creationId xmlns:a16="http://schemas.microsoft.com/office/drawing/2014/main" id="{7A06CD51-EE2D-33F0-2096-D61D9D0119D7}"/>
                </a:ext>
              </a:extLst>
            </p:cNvPr>
            <p:cNvSpPr>
              <a:spLocks/>
            </p:cNvSpPr>
            <p:nvPr/>
          </p:nvSpPr>
          <p:spPr bwMode="auto">
            <a:xfrm>
              <a:off x="810" y="1696"/>
              <a:ext cx="1676" cy="707"/>
            </a:xfrm>
            <a:custGeom>
              <a:avLst/>
              <a:gdLst>
                <a:gd name="T0" fmla="*/ 155 w 1583"/>
                <a:gd name="T1" fmla="*/ 224 h 682"/>
                <a:gd name="T2" fmla="*/ 407 w 1583"/>
                <a:gd name="T3" fmla="*/ 74 h 682"/>
                <a:gd name="T4" fmla="*/ 785 w 1583"/>
                <a:gd name="T5" fmla="*/ 20 h 682"/>
                <a:gd name="T6" fmla="*/ 1157 w 1583"/>
                <a:gd name="T7" fmla="*/ 194 h 682"/>
                <a:gd name="T8" fmla="*/ 1564 w 1583"/>
                <a:gd name="T9" fmla="*/ 428 h 682"/>
                <a:gd name="T10" fmla="*/ 1272 w 1583"/>
                <a:gd name="T11" fmla="*/ 644 h 682"/>
                <a:gd name="T12" fmla="*/ 690 w 1583"/>
                <a:gd name="T13" fmla="*/ 656 h 682"/>
                <a:gd name="T14" fmla="*/ 89 w 1583"/>
                <a:gd name="T15" fmla="*/ 596 h 682"/>
                <a:gd name="T16" fmla="*/ 155 w 1583"/>
                <a:gd name="T17" fmla="*/ 224 h 6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583" h="682">
                  <a:moveTo>
                    <a:pt x="155" y="224"/>
                  </a:moveTo>
                  <a:cubicBezTo>
                    <a:pt x="208" y="137"/>
                    <a:pt x="302" y="108"/>
                    <a:pt x="407" y="74"/>
                  </a:cubicBezTo>
                  <a:cubicBezTo>
                    <a:pt x="512" y="40"/>
                    <a:pt x="660" y="0"/>
                    <a:pt x="785" y="20"/>
                  </a:cubicBezTo>
                  <a:cubicBezTo>
                    <a:pt x="910" y="40"/>
                    <a:pt x="1027" y="126"/>
                    <a:pt x="1157" y="194"/>
                  </a:cubicBezTo>
                  <a:cubicBezTo>
                    <a:pt x="1287" y="262"/>
                    <a:pt x="1545" y="353"/>
                    <a:pt x="1564" y="428"/>
                  </a:cubicBezTo>
                  <a:cubicBezTo>
                    <a:pt x="1583" y="503"/>
                    <a:pt x="1417" y="606"/>
                    <a:pt x="1272" y="644"/>
                  </a:cubicBezTo>
                  <a:cubicBezTo>
                    <a:pt x="1127" y="682"/>
                    <a:pt x="887" y="664"/>
                    <a:pt x="690" y="656"/>
                  </a:cubicBezTo>
                  <a:cubicBezTo>
                    <a:pt x="493" y="648"/>
                    <a:pt x="178" y="668"/>
                    <a:pt x="89" y="596"/>
                  </a:cubicBezTo>
                  <a:cubicBezTo>
                    <a:pt x="0" y="524"/>
                    <a:pt x="102" y="311"/>
                    <a:pt x="155" y="224"/>
                  </a:cubicBezTo>
                  <a:close/>
                </a:path>
              </a:pathLst>
            </a:custGeom>
            <a:solidFill>
              <a:srgbClr val="66CC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NZ"/>
            </a:p>
          </p:txBody>
        </p: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686C9FAC-59F9-5864-7B34-0EECA5A511C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1" y="1610"/>
              <a:ext cx="313" cy="81"/>
            </a:xfrm>
            <a:prstGeom prst="ellipse">
              <a:avLst/>
            </a:prstGeom>
            <a:solidFill>
              <a:schemeClr val="hlink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NZ"/>
            </a:p>
          </p:txBody>
        </p:sp>
        <p:sp>
          <p:nvSpPr>
            <p:cNvPr id="7" name="Line 9">
              <a:extLst>
                <a:ext uri="{FF2B5EF4-FFF2-40B4-BE49-F238E27FC236}">
                  <a16:creationId xmlns:a16="http://schemas.microsoft.com/office/drawing/2014/main" id="{CE4EC259-71B5-7F7C-7C54-90579B60E8E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1" y="1603"/>
              <a:ext cx="0" cy="5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NZ"/>
            </a:p>
          </p:txBody>
        </p:sp>
        <p:sp>
          <p:nvSpPr>
            <p:cNvPr id="8" name="Line 10">
              <a:extLst>
                <a:ext uri="{FF2B5EF4-FFF2-40B4-BE49-F238E27FC236}">
                  <a16:creationId xmlns:a16="http://schemas.microsoft.com/office/drawing/2014/main" id="{A53C1D11-C1EE-C7FD-C677-97D049F1AC8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74" y="1603"/>
              <a:ext cx="0" cy="5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NZ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D95031F3-6590-0DD0-BD77-707FCA5061B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1" y="1603"/>
              <a:ext cx="310" cy="49"/>
            </a:xfrm>
            <a:prstGeom prst="rect">
              <a:avLst/>
            </a:prstGeom>
            <a:solidFill>
              <a:schemeClr val="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40384CCC-6642-5C7A-9329-B87590813FC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8" y="1544"/>
              <a:ext cx="313" cy="95"/>
            </a:xfrm>
            <a:prstGeom prst="ellipse">
              <a:avLst/>
            </a:prstGeom>
            <a:solidFill>
              <a:schemeClr val="hlink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NZ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60CF747E-35AB-C930-3E8F-F72221A3AB1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5" y="1557"/>
              <a:ext cx="141" cy="124"/>
            </a:xfrm>
            <a:prstGeom prst="rect">
              <a:avLst/>
            </a:prstGeom>
            <a:solidFill>
              <a:schemeClr val="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NZ"/>
            </a:p>
          </p:txBody>
        </p:sp>
        <p:sp>
          <p:nvSpPr>
            <p:cNvPr id="12" name="Text Box 14">
              <a:extLst>
                <a:ext uri="{FF2B5EF4-FFF2-40B4-BE49-F238E27FC236}">
                  <a16:creationId xmlns:a16="http://schemas.microsoft.com/office/drawing/2014/main" id="{B79529EB-9A5E-D984-9F91-D025CAA8F9E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5" y="1496"/>
              <a:ext cx="309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/>
              <a:r>
                <a:rPr lang="en-US" altLang="en-US" sz="2000"/>
                <a:t>3b</a:t>
              </a:r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502484BE-5A8C-3799-BD99-D59F8980AAA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79" y="2216"/>
              <a:ext cx="313" cy="81"/>
            </a:xfrm>
            <a:prstGeom prst="ellipse">
              <a:avLst/>
            </a:prstGeom>
            <a:solidFill>
              <a:schemeClr val="hlink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NZ"/>
            </a:p>
          </p:txBody>
        </p:sp>
        <p:sp>
          <p:nvSpPr>
            <p:cNvPr id="14" name="Line 16">
              <a:extLst>
                <a:ext uri="{FF2B5EF4-FFF2-40B4-BE49-F238E27FC236}">
                  <a16:creationId xmlns:a16="http://schemas.microsoft.com/office/drawing/2014/main" id="{28D0658A-6731-C50B-7737-3E13748D4EA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79" y="2209"/>
              <a:ext cx="0" cy="5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NZ"/>
            </a:p>
          </p:txBody>
        </p:sp>
        <p:sp>
          <p:nvSpPr>
            <p:cNvPr id="15" name="Line 17">
              <a:extLst>
                <a:ext uri="{FF2B5EF4-FFF2-40B4-BE49-F238E27FC236}">
                  <a16:creationId xmlns:a16="http://schemas.microsoft.com/office/drawing/2014/main" id="{68C728C9-D6A9-8AAD-C6AB-C19AA6C97BA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92" y="2209"/>
              <a:ext cx="0" cy="5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NZ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291EE381-51AA-F2BE-0B79-0EF544CF1A6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79" y="2209"/>
              <a:ext cx="310" cy="49"/>
            </a:xfrm>
            <a:prstGeom prst="rect">
              <a:avLst/>
            </a:prstGeom>
            <a:solidFill>
              <a:schemeClr val="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EFDBAE81-9A48-E991-EE23-2B1AE9A5E7D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76" y="2150"/>
              <a:ext cx="313" cy="95"/>
            </a:xfrm>
            <a:prstGeom prst="ellipse">
              <a:avLst/>
            </a:prstGeom>
            <a:solidFill>
              <a:schemeClr val="hlink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NZ"/>
            </a:p>
          </p:txBody>
        </p:sp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80DA8FEB-4A04-FF2F-129F-4734758D222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497" y="2096"/>
              <a:ext cx="282" cy="250"/>
              <a:chOff x="2916" y="2429"/>
              <a:chExt cx="284" cy="250"/>
            </a:xfrm>
          </p:grpSpPr>
          <p:sp>
            <p:nvSpPr>
              <p:cNvPr id="101" name="Rectangle 21">
                <a:extLst>
                  <a:ext uri="{FF2B5EF4-FFF2-40B4-BE49-F238E27FC236}">
                    <a16:creationId xmlns:a16="http://schemas.microsoft.com/office/drawing/2014/main" id="{FF87061C-4274-D9A9-1B5B-82904EFCB44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82" y="2490"/>
                <a:ext cx="144" cy="132"/>
              </a:xfrm>
              <a:prstGeom prst="rect">
                <a:avLst/>
              </a:prstGeom>
              <a:solidFill>
                <a:schemeClr val="hlink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NZ"/>
              </a:p>
            </p:txBody>
          </p:sp>
          <p:sp>
            <p:nvSpPr>
              <p:cNvPr id="102" name="Text Box 22">
                <a:extLst>
                  <a:ext uri="{FF2B5EF4-FFF2-40B4-BE49-F238E27FC236}">
                    <a16:creationId xmlns:a16="http://schemas.microsoft.com/office/drawing/2014/main" id="{0909C727-E3CA-DFEA-9BB3-C263916D669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916" y="2429"/>
                <a:ext cx="284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ctr"/>
                <a:r>
                  <a:rPr lang="en-US" altLang="en-US" sz="2000"/>
                  <a:t>1d</a:t>
                </a:r>
              </a:p>
            </p:txBody>
          </p:sp>
        </p:grpSp>
        <p:sp>
          <p:nvSpPr>
            <p:cNvPr id="19" name="Oval 23">
              <a:extLst>
                <a:ext uri="{FF2B5EF4-FFF2-40B4-BE49-F238E27FC236}">
                  <a16:creationId xmlns:a16="http://schemas.microsoft.com/office/drawing/2014/main" id="{9B56A0A9-2305-225E-3B45-05D1B1F3536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22" y="1478"/>
              <a:ext cx="313" cy="81"/>
            </a:xfrm>
            <a:prstGeom prst="ellipse">
              <a:avLst/>
            </a:prstGeom>
            <a:solidFill>
              <a:schemeClr val="hlink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NZ"/>
            </a:p>
          </p:txBody>
        </p:sp>
        <p:sp>
          <p:nvSpPr>
            <p:cNvPr id="20" name="Line 24">
              <a:extLst>
                <a:ext uri="{FF2B5EF4-FFF2-40B4-BE49-F238E27FC236}">
                  <a16:creationId xmlns:a16="http://schemas.microsoft.com/office/drawing/2014/main" id="{84FE68E0-00F9-E5E9-3CE1-725D8F24E8A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22" y="1471"/>
              <a:ext cx="0" cy="5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NZ"/>
            </a:p>
          </p:txBody>
        </p:sp>
        <p:sp>
          <p:nvSpPr>
            <p:cNvPr id="21" name="Line 25">
              <a:extLst>
                <a:ext uri="{FF2B5EF4-FFF2-40B4-BE49-F238E27FC236}">
                  <a16:creationId xmlns:a16="http://schemas.microsoft.com/office/drawing/2014/main" id="{A4BAC363-BE92-593A-24AC-EF69ED1E5AB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35" y="1471"/>
              <a:ext cx="0" cy="5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NZ"/>
            </a:p>
          </p:txBody>
        </p:sp>
        <p:sp>
          <p:nvSpPr>
            <p:cNvPr id="22" name="Rectangle 26">
              <a:extLst>
                <a:ext uri="{FF2B5EF4-FFF2-40B4-BE49-F238E27FC236}">
                  <a16:creationId xmlns:a16="http://schemas.microsoft.com/office/drawing/2014/main" id="{AAF53687-DA53-5AA1-17CC-4F49EE313E5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22" y="1471"/>
              <a:ext cx="310" cy="49"/>
            </a:xfrm>
            <a:prstGeom prst="rect">
              <a:avLst/>
            </a:prstGeom>
            <a:solidFill>
              <a:schemeClr val="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23" name="Oval 27">
              <a:extLst>
                <a:ext uri="{FF2B5EF4-FFF2-40B4-BE49-F238E27FC236}">
                  <a16:creationId xmlns:a16="http://schemas.microsoft.com/office/drawing/2014/main" id="{B8E4E541-F86E-36D5-87DA-7D0E27E34A8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19" y="1412"/>
              <a:ext cx="313" cy="95"/>
            </a:xfrm>
            <a:prstGeom prst="ellipse">
              <a:avLst/>
            </a:prstGeom>
            <a:solidFill>
              <a:schemeClr val="hlink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NZ"/>
            </a:p>
          </p:txBody>
        </p:sp>
        <p:sp>
          <p:nvSpPr>
            <p:cNvPr id="24" name="Rectangle 28">
              <a:extLst>
                <a:ext uri="{FF2B5EF4-FFF2-40B4-BE49-F238E27FC236}">
                  <a16:creationId xmlns:a16="http://schemas.microsoft.com/office/drawing/2014/main" id="{1F1243B2-3F28-6D87-54FC-1EBEE862C0F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06" y="1425"/>
              <a:ext cx="142" cy="110"/>
            </a:xfrm>
            <a:prstGeom prst="rect">
              <a:avLst/>
            </a:prstGeom>
            <a:solidFill>
              <a:schemeClr val="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NZ"/>
            </a:p>
          </p:txBody>
        </p:sp>
        <p:sp>
          <p:nvSpPr>
            <p:cNvPr id="25" name="Text Box 29">
              <a:extLst>
                <a:ext uri="{FF2B5EF4-FFF2-40B4-BE49-F238E27FC236}">
                  <a16:creationId xmlns:a16="http://schemas.microsoft.com/office/drawing/2014/main" id="{DEACC526-40BB-7F34-6F5B-965CF1FB62C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32" y="1364"/>
              <a:ext cx="29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/>
              <a:r>
                <a:rPr lang="en-US" altLang="en-US" sz="2000"/>
                <a:t>3a</a:t>
              </a:r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26" name="Oval 30">
              <a:extLst>
                <a:ext uri="{FF2B5EF4-FFF2-40B4-BE49-F238E27FC236}">
                  <a16:creationId xmlns:a16="http://schemas.microsoft.com/office/drawing/2014/main" id="{02A197BC-8BF8-6F32-F17F-CCF7D192439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43" y="1820"/>
              <a:ext cx="313" cy="81"/>
            </a:xfrm>
            <a:prstGeom prst="ellipse">
              <a:avLst/>
            </a:prstGeom>
            <a:solidFill>
              <a:schemeClr val="hlink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NZ"/>
            </a:p>
          </p:txBody>
        </p:sp>
        <p:sp>
          <p:nvSpPr>
            <p:cNvPr id="27" name="Line 31">
              <a:extLst>
                <a:ext uri="{FF2B5EF4-FFF2-40B4-BE49-F238E27FC236}">
                  <a16:creationId xmlns:a16="http://schemas.microsoft.com/office/drawing/2014/main" id="{543D7B8E-2651-6953-ED7F-A57C98A4CE0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43" y="1813"/>
              <a:ext cx="0" cy="5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NZ"/>
            </a:p>
          </p:txBody>
        </p:sp>
        <p:sp>
          <p:nvSpPr>
            <p:cNvPr id="28" name="Line 32">
              <a:extLst>
                <a:ext uri="{FF2B5EF4-FFF2-40B4-BE49-F238E27FC236}">
                  <a16:creationId xmlns:a16="http://schemas.microsoft.com/office/drawing/2014/main" id="{64D03918-1D7D-235A-DF63-1B2C835C8F5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56" y="1813"/>
              <a:ext cx="0" cy="5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NZ"/>
            </a:p>
          </p:txBody>
        </p:sp>
        <p:sp>
          <p:nvSpPr>
            <p:cNvPr id="29" name="Rectangle 33">
              <a:extLst>
                <a:ext uri="{FF2B5EF4-FFF2-40B4-BE49-F238E27FC236}">
                  <a16:creationId xmlns:a16="http://schemas.microsoft.com/office/drawing/2014/main" id="{9D176FCA-87EC-381F-4C24-CA4D5CEE828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43" y="1813"/>
              <a:ext cx="310" cy="49"/>
            </a:xfrm>
            <a:prstGeom prst="rect">
              <a:avLst/>
            </a:prstGeom>
            <a:solidFill>
              <a:schemeClr val="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30" name="Oval 34">
              <a:extLst>
                <a:ext uri="{FF2B5EF4-FFF2-40B4-BE49-F238E27FC236}">
                  <a16:creationId xmlns:a16="http://schemas.microsoft.com/office/drawing/2014/main" id="{AE3945BC-617D-9AE7-4F88-27FFCC5AEDC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40" y="1754"/>
              <a:ext cx="313" cy="95"/>
            </a:xfrm>
            <a:prstGeom prst="ellipse">
              <a:avLst/>
            </a:prstGeom>
            <a:solidFill>
              <a:schemeClr val="hlink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NZ"/>
            </a:p>
          </p:txBody>
        </p:sp>
        <p:grpSp>
          <p:nvGrpSpPr>
            <p:cNvPr id="31" name="Group 35">
              <a:extLst>
                <a:ext uri="{FF2B5EF4-FFF2-40B4-BE49-F238E27FC236}">
                  <a16:creationId xmlns:a16="http://schemas.microsoft.com/office/drawing/2014/main" id="{F88EFF02-6EDE-1A79-7B22-DFA9FC860E0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464" y="1700"/>
              <a:ext cx="270" cy="250"/>
              <a:chOff x="2919" y="2429"/>
              <a:chExt cx="277" cy="250"/>
            </a:xfrm>
          </p:grpSpPr>
          <p:sp>
            <p:nvSpPr>
              <p:cNvPr id="99" name="Rectangle 36">
                <a:extLst>
                  <a:ext uri="{FF2B5EF4-FFF2-40B4-BE49-F238E27FC236}">
                    <a16:creationId xmlns:a16="http://schemas.microsoft.com/office/drawing/2014/main" id="{C39150F9-BD72-7C4E-809D-E6303C74AE3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82" y="2490"/>
                <a:ext cx="144" cy="132"/>
              </a:xfrm>
              <a:prstGeom prst="rect">
                <a:avLst/>
              </a:prstGeom>
              <a:solidFill>
                <a:schemeClr val="hlink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NZ"/>
              </a:p>
            </p:txBody>
          </p:sp>
          <p:sp>
            <p:nvSpPr>
              <p:cNvPr id="100" name="Text Box 37">
                <a:extLst>
                  <a:ext uri="{FF2B5EF4-FFF2-40B4-BE49-F238E27FC236}">
                    <a16:creationId xmlns:a16="http://schemas.microsoft.com/office/drawing/2014/main" id="{388F1619-D27B-1D7E-2FE0-30319FD4833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919" y="2429"/>
                <a:ext cx="277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ctr"/>
                <a:r>
                  <a:rPr lang="en-US" altLang="en-US" sz="2000"/>
                  <a:t>1c</a:t>
                </a:r>
              </a:p>
            </p:txBody>
          </p:sp>
        </p:grpSp>
        <p:sp>
          <p:nvSpPr>
            <p:cNvPr id="32" name="Line 38">
              <a:extLst>
                <a:ext uri="{FF2B5EF4-FFF2-40B4-BE49-F238E27FC236}">
                  <a16:creationId xmlns:a16="http://schemas.microsoft.com/office/drawing/2014/main" id="{3595C587-ED5B-0B75-220C-F8371A69244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38" y="1632"/>
              <a:ext cx="308" cy="9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NZ"/>
            </a:p>
          </p:txBody>
        </p:sp>
        <p:sp>
          <p:nvSpPr>
            <p:cNvPr id="33" name="Freeform 39">
              <a:extLst>
                <a:ext uri="{FF2B5EF4-FFF2-40B4-BE49-F238E27FC236}">
                  <a16:creationId xmlns:a16="http://schemas.microsoft.com/office/drawing/2014/main" id="{515EA44C-0005-2675-162E-054A1B83A36D}"/>
                </a:ext>
              </a:extLst>
            </p:cNvPr>
            <p:cNvSpPr>
              <a:spLocks/>
            </p:cNvSpPr>
            <p:nvPr/>
          </p:nvSpPr>
          <p:spPr bwMode="auto">
            <a:xfrm>
              <a:off x="566" y="1502"/>
              <a:ext cx="252" cy="114"/>
            </a:xfrm>
            <a:custGeom>
              <a:avLst/>
              <a:gdLst>
                <a:gd name="T0" fmla="*/ 0 w 252"/>
                <a:gd name="T1" fmla="*/ 114 h 114"/>
                <a:gd name="T2" fmla="*/ 252 w 252"/>
                <a:gd name="T3" fmla="*/ 0 h 1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252" h="114">
                  <a:moveTo>
                    <a:pt x="0" y="114"/>
                  </a:moveTo>
                  <a:lnTo>
                    <a:pt x="252" y="0"/>
                  </a:lnTo>
                </a:path>
              </a:pathLst>
            </a:custGeom>
            <a:noFill/>
            <a:ln w="28575" cap="flat" cmpd="sng">
              <a:solidFill>
                <a:schemeClr val="tx1"/>
              </a:solidFill>
              <a:prstDash val="sysDot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NZ"/>
            </a:p>
          </p:txBody>
        </p:sp>
        <p:sp>
          <p:nvSpPr>
            <p:cNvPr id="34" name="Freeform 40">
              <a:extLst>
                <a:ext uri="{FF2B5EF4-FFF2-40B4-BE49-F238E27FC236}">
                  <a16:creationId xmlns:a16="http://schemas.microsoft.com/office/drawing/2014/main" id="{249F767F-E48D-F8EC-AE55-D97498F08F95}"/>
                </a:ext>
              </a:extLst>
            </p:cNvPr>
            <p:cNvSpPr>
              <a:spLocks/>
            </p:cNvSpPr>
            <p:nvPr/>
          </p:nvSpPr>
          <p:spPr bwMode="auto">
            <a:xfrm>
              <a:off x="1002" y="1562"/>
              <a:ext cx="444" cy="258"/>
            </a:xfrm>
            <a:custGeom>
              <a:avLst/>
              <a:gdLst>
                <a:gd name="T0" fmla="*/ 0 w 444"/>
                <a:gd name="T1" fmla="*/ 0 h 258"/>
                <a:gd name="T2" fmla="*/ 444 w 444"/>
                <a:gd name="T3" fmla="*/ 258 h 2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444" h="258">
                  <a:moveTo>
                    <a:pt x="0" y="0"/>
                  </a:moveTo>
                  <a:lnTo>
                    <a:pt x="444" y="258"/>
                  </a:lnTo>
                </a:path>
              </a:pathLst>
            </a:custGeom>
            <a:noFill/>
            <a:ln w="28575" cap="flat" cmpd="sng">
              <a:solidFill>
                <a:schemeClr val="tx1"/>
              </a:solidFill>
              <a:prstDash val="dash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NZ"/>
            </a:p>
          </p:txBody>
        </p:sp>
        <p:sp>
          <p:nvSpPr>
            <p:cNvPr id="35" name="Freeform 41">
              <a:extLst>
                <a:ext uri="{FF2B5EF4-FFF2-40B4-BE49-F238E27FC236}">
                  <a16:creationId xmlns:a16="http://schemas.microsoft.com/office/drawing/2014/main" id="{8EF6EE17-5810-20AB-A6F3-017535CF221C}"/>
                </a:ext>
              </a:extLst>
            </p:cNvPr>
            <p:cNvSpPr>
              <a:spLocks/>
            </p:cNvSpPr>
            <p:nvPr/>
          </p:nvSpPr>
          <p:spPr bwMode="auto">
            <a:xfrm>
              <a:off x="2326" y="1680"/>
              <a:ext cx="654" cy="420"/>
            </a:xfrm>
            <a:custGeom>
              <a:avLst/>
              <a:gdLst>
                <a:gd name="T0" fmla="*/ 0 w 654"/>
                <a:gd name="T1" fmla="*/ 420 h 420"/>
                <a:gd name="T2" fmla="*/ 654 w 654"/>
                <a:gd name="T3" fmla="*/ 0 h 4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654" h="420">
                  <a:moveTo>
                    <a:pt x="0" y="420"/>
                  </a:moveTo>
                  <a:lnTo>
                    <a:pt x="654" y="0"/>
                  </a:lnTo>
                </a:path>
              </a:pathLst>
            </a:custGeom>
            <a:noFill/>
            <a:ln w="28575" cap="flat" cmpd="sng">
              <a:solidFill>
                <a:schemeClr val="tx1"/>
              </a:solidFill>
              <a:prstDash val="dash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NZ"/>
            </a:p>
          </p:txBody>
        </p:sp>
        <p:sp>
          <p:nvSpPr>
            <p:cNvPr id="36" name="Oval 42">
              <a:extLst>
                <a:ext uri="{FF2B5EF4-FFF2-40B4-BE49-F238E27FC236}">
                  <a16:creationId xmlns:a16="http://schemas.microsoft.com/office/drawing/2014/main" id="{9E3CF270-005E-504D-2775-122A833F439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25" y="1616"/>
              <a:ext cx="313" cy="81"/>
            </a:xfrm>
            <a:prstGeom prst="ellipse">
              <a:avLst/>
            </a:prstGeom>
            <a:solidFill>
              <a:schemeClr val="hlink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NZ"/>
            </a:p>
          </p:txBody>
        </p:sp>
        <p:sp>
          <p:nvSpPr>
            <p:cNvPr id="37" name="Line 43">
              <a:extLst>
                <a:ext uri="{FF2B5EF4-FFF2-40B4-BE49-F238E27FC236}">
                  <a16:creationId xmlns:a16="http://schemas.microsoft.com/office/drawing/2014/main" id="{2DFEB3D2-BA7D-0750-68A0-D9E388482FF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25" y="1609"/>
              <a:ext cx="0" cy="5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NZ"/>
            </a:p>
          </p:txBody>
        </p:sp>
        <p:sp>
          <p:nvSpPr>
            <p:cNvPr id="38" name="Line 44">
              <a:extLst>
                <a:ext uri="{FF2B5EF4-FFF2-40B4-BE49-F238E27FC236}">
                  <a16:creationId xmlns:a16="http://schemas.microsoft.com/office/drawing/2014/main" id="{B02B452B-6F57-28CB-CF26-5296E3ACFAF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38" y="1609"/>
              <a:ext cx="0" cy="5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NZ"/>
            </a:p>
          </p:txBody>
        </p:sp>
        <p:sp>
          <p:nvSpPr>
            <p:cNvPr id="39" name="Rectangle 45">
              <a:extLst>
                <a:ext uri="{FF2B5EF4-FFF2-40B4-BE49-F238E27FC236}">
                  <a16:creationId xmlns:a16="http://schemas.microsoft.com/office/drawing/2014/main" id="{701A60A0-56D9-94C0-1216-29D3BC42CA9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25" y="1609"/>
              <a:ext cx="310" cy="49"/>
            </a:xfrm>
            <a:prstGeom prst="rect">
              <a:avLst/>
            </a:prstGeom>
            <a:solidFill>
              <a:schemeClr val="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40" name="Oval 46">
              <a:extLst>
                <a:ext uri="{FF2B5EF4-FFF2-40B4-BE49-F238E27FC236}">
                  <a16:creationId xmlns:a16="http://schemas.microsoft.com/office/drawing/2014/main" id="{98E68C83-A982-F0E0-DACE-4BF23C5C5F4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22" y="1550"/>
              <a:ext cx="313" cy="95"/>
            </a:xfrm>
            <a:prstGeom prst="ellipse">
              <a:avLst/>
            </a:prstGeom>
            <a:solidFill>
              <a:schemeClr val="hlink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NZ"/>
            </a:p>
          </p:txBody>
        </p:sp>
        <p:sp>
          <p:nvSpPr>
            <p:cNvPr id="41" name="Rectangle 47">
              <a:extLst>
                <a:ext uri="{FF2B5EF4-FFF2-40B4-BE49-F238E27FC236}">
                  <a16:creationId xmlns:a16="http://schemas.microsoft.com/office/drawing/2014/main" id="{BC0A69B4-0E8D-9856-6CB8-780F99BCCD7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09" y="1563"/>
              <a:ext cx="141" cy="120"/>
            </a:xfrm>
            <a:prstGeom prst="rect">
              <a:avLst/>
            </a:prstGeom>
            <a:solidFill>
              <a:schemeClr val="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NZ"/>
            </a:p>
          </p:txBody>
        </p:sp>
        <p:sp>
          <p:nvSpPr>
            <p:cNvPr id="42" name="Text Box 48">
              <a:extLst>
                <a:ext uri="{FF2B5EF4-FFF2-40B4-BE49-F238E27FC236}">
                  <a16:creationId xmlns:a16="http://schemas.microsoft.com/office/drawing/2014/main" id="{DD2E02D0-3943-DFAB-C736-53C1E5875A2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35" y="1502"/>
              <a:ext cx="29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/>
              <a:r>
                <a:rPr lang="en-US" altLang="en-US" sz="2000"/>
                <a:t>2a</a:t>
              </a:r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43" name="Text Box 49">
              <a:extLst>
                <a:ext uri="{FF2B5EF4-FFF2-40B4-BE49-F238E27FC236}">
                  <a16:creationId xmlns:a16="http://schemas.microsoft.com/office/drawing/2014/main" id="{3F5F396F-4049-F876-F513-EE1EF67F4BA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97" y="1590"/>
              <a:ext cx="442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en-US" sz="2000"/>
                <a:t>AS3</a:t>
              </a:r>
              <a:endParaRPr lang="en-US" altLang="en-US"/>
            </a:p>
          </p:txBody>
        </p:sp>
        <p:sp>
          <p:nvSpPr>
            <p:cNvPr id="44" name="Text Box 50">
              <a:extLst>
                <a:ext uri="{FF2B5EF4-FFF2-40B4-BE49-F238E27FC236}">
                  <a16:creationId xmlns:a16="http://schemas.microsoft.com/office/drawing/2014/main" id="{50B32D7B-79B9-9A5A-E487-E5A90DC528B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57" y="2131"/>
              <a:ext cx="41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en-US" sz="2000"/>
                <a:t>AS1</a:t>
              </a:r>
              <a:endParaRPr lang="en-US" altLang="en-US"/>
            </a:p>
          </p:txBody>
        </p:sp>
        <p:sp>
          <p:nvSpPr>
            <p:cNvPr id="45" name="Text Box 51">
              <a:extLst>
                <a:ext uri="{FF2B5EF4-FFF2-40B4-BE49-F238E27FC236}">
                  <a16:creationId xmlns:a16="http://schemas.microsoft.com/office/drawing/2014/main" id="{99DF03E6-760B-253E-4CF7-48231EEDBFB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07" y="1790"/>
              <a:ext cx="409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en-US"/>
                <a:t>AS2</a:t>
              </a:r>
            </a:p>
          </p:txBody>
        </p:sp>
        <p:sp>
          <p:nvSpPr>
            <p:cNvPr id="46" name="Oval 52">
              <a:extLst>
                <a:ext uri="{FF2B5EF4-FFF2-40B4-BE49-F238E27FC236}">
                  <a16:creationId xmlns:a16="http://schemas.microsoft.com/office/drawing/2014/main" id="{58AA4825-B4F7-D762-9EF6-5767188B152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7" y="2030"/>
              <a:ext cx="313" cy="81"/>
            </a:xfrm>
            <a:prstGeom prst="ellipse">
              <a:avLst/>
            </a:prstGeom>
            <a:solidFill>
              <a:schemeClr val="hlink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NZ"/>
            </a:p>
          </p:txBody>
        </p:sp>
        <p:sp>
          <p:nvSpPr>
            <p:cNvPr id="47" name="Line 53">
              <a:extLst>
                <a:ext uri="{FF2B5EF4-FFF2-40B4-BE49-F238E27FC236}">
                  <a16:creationId xmlns:a16="http://schemas.microsoft.com/office/drawing/2014/main" id="{E8EEC110-4E73-5437-6A88-3EED836C865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37" y="2023"/>
              <a:ext cx="0" cy="5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NZ"/>
            </a:p>
          </p:txBody>
        </p:sp>
        <p:sp>
          <p:nvSpPr>
            <p:cNvPr id="48" name="Line 54">
              <a:extLst>
                <a:ext uri="{FF2B5EF4-FFF2-40B4-BE49-F238E27FC236}">
                  <a16:creationId xmlns:a16="http://schemas.microsoft.com/office/drawing/2014/main" id="{96013C40-9DB8-DC3D-32E8-6B41269BDE4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50" y="2023"/>
              <a:ext cx="0" cy="5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NZ"/>
            </a:p>
          </p:txBody>
        </p:sp>
        <p:sp>
          <p:nvSpPr>
            <p:cNvPr id="49" name="Rectangle 55">
              <a:extLst>
                <a:ext uri="{FF2B5EF4-FFF2-40B4-BE49-F238E27FC236}">
                  <a16:creationId xmlns:a16="http://schemas.microsoft.com/office/drawing/2014/main" id="{8214A65E-E996-26D3-D5B9-0B6AB6F1E92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7" y="2023"/>
              <a:ext cx="310" cy="49"/>
            </a:xfrm>
            <a:prstGeom prst="rect">
              <a:avLst/>
            </a:prstGeom>
            <a:solidFill>
              <a:schemeClr val="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50" name="Oval 56">
              <a:extLst>
                <a:ext uri="{FF2B5EF4-FFF2-40B4-BE49-F238E27FC236}">
                  <a16:creationId xmlns:a16="http://schemas.microsoft.com/office/drawing/2014/main" id="{7EB4EA71-5C5B-801B-884D-8C414BEE523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4" y="1968"/>
              <a:ext cx="313" cy="95"/>
            </a:xfrm>
            <a:prstGeom prst="ellipse">
              <a:avLst/>
            </a:prstGeom>
            <a:solidFill>
              <a:schemeClr val="hlink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NZ"/>
            </a:p>
          </p:txBody>
        </p:sp>
        <p:sp>
          <p:nvSpPr>
            <p:cNvPr id="51" name="Rectangle 57">
              <a:extLst>
                <a:ext uri="{FF2B5EF4-FFF2-40B4-BE49-F238E27FC236}">
                  <a16:creationId xmlns:a16="http://schemas.microsoft.com/office/drawing/2014/main" id="{B06E2309-C282-2102-073E-A08DF861267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19" y="1995"/>
              <a:ext cx="142" cy="96"/>
            </a:xfrm>
            <a:prstGeom prst="rect">
              <a:avLst/>
            </a:prstGeom>
            <a:solidFill>
              <a:schemeClr val="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NZ"/>
            </a:p>
          </p:txBody>
        </p:sp>
        <p:sp>
          <p:nvSpPr>
            <p:cNvPr id="52" name="Text Box 58">
              <a:extLst>
                <a:ext uri="{FF2B5EF4-FFF2-40B4-BE49-F238E27FC236}">
                  <a16:creationId xmlns:a16="http://schemas.microsoft.com/office/drawing/2014/main" id="{74F5F3A6-4D8B-F3C7-CE97-0A00265D76D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62" y="1914"/>
              <a:ext cx="270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/>
              <a:r>
                <a:rPr lang="en-US" altLang="en-US" sz="2000"/>
                <a:t>1a</a:t>
              </a:r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grpSp>
          <p:nvGrpSpPr>
            <p:cNvPr id="53" name="Group 59">
              <a:extLst>
                <a:ext uri="{FF2B5EF4-FFF2-40B4-BE49-F238E27FC236}">
                  <a16:creationId xmlns:a16="http://schemas.microsoft.com/office/drawing/2014/main" id="{650D2AB1-90C2-97F5-F7DD-0A3320D5200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380" y="1320"/>
              <a:ext cx="316" cy="250"/>
              <a:chOff x="4320" y="1940"/>
              <a:chExt cx="316" cy="250"/>
            </a:xfrm>
          </p:grpSpPr>
          <p:sp>
            <p:nvSpPr>
              <p:cNvPr id="92" name="Oval 60">
                <a:extLst>
                  <a:ext uri="{FF2B5EF4-FFF2-40B4-BE49-F238E27FC236}">
                    <a16:creationId xmlns:a16="http://schemas.microsoft.com/office/drawing/2014/main" id="{16A0C21B-DA80-1157-8F11-8831C627B72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23" y="2054"/>
                <a:ext cx="313" cy="81"/>
              </a:xfrm>
              <a:prstGeom prst="ellipse">
                <a:avLst/>
              </a:prstGeom>
              <a:solidFill>
                <a:schemeClr val="hlink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NZ"/>
              </a:p>
            </p:txBody>
          </p:sp>
          <p:sp>
            <p:nvSpPr>
              <p:cNvPr id="93" name="Line 61">
                <a:extLst>
                  <a:ext uri="{FF2B5EF4-FFF2-40B4-BE49-F238E27FC236}">
                    <a16:creationId xmlns:a16="http://schemas.microsoft.com/office/drawing/2014/main" id="{DA6AE84F-D6EE-814D-D527-FE0C7D9B35A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323" y="2047"/>
                <a:ext cx="0" cy="5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NZ"/>
              </a:p>
            </p:txBody>
          </p:sp>
          <p:sp>
            <p:nvSpPr>
              <p:cNvPr id="94" name="Line 62">
                <a:extLst>
                  <a:ext uri="{FF2B5EF4-FFF2-40B4-BE49-F238E27FC236}">
                    <a16:creationId xmlns:a16="http://schemas.microsoft.com/office/drawing/2014/main" id="{E1F2BCC3-01B2-5806-6A39-7CA45450AD6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636" y="2047"/>
                <a:ext cx="0" cy="5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NZ"/>
              </a:p>
            </p:txBody>
          </p:sp>
          <p:sp>
            <p:nvSpPr>
              <p:cNvPr id="95" name="Rectangle 63">
                <a:extLst>
                  <a:ext uri="{FF2B5EF4-FFF2-40B4-BE49-F238E27FC236}">
                    <a16:creationId xmlns:a16="http://schemas.microsoft.com/office/drawing/2014/main" id="{A5615C51-FF05-FDEA-CF44-2DAD174CEB5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23" y="2047"/>
                <a:ext cx="310" cy="49"/>
              </a:xfrm>
              <a:prstGeom prst="rect">
                <a:avLst/>
              </a:prstGeom>
              <a:solidFill>
                <a:schemeClr val="hlink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endParaRPr lang="en-US" altLang="en-US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96" name="Oval 64">
                <a:extLst>
                  <a:ext uri="{FF2B5EF4-FFF2-40B4-BE49-F238E27FC236}">
                    <a16:creationId xmlns:a16="http://schemas.microsoft.com/office/drawing/2014/main" id="{4E81A0AD-AE64-9408-BC8A-939AE69A744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20" y="1988"/>
                <a:ext cx="313" cy="95"/>
              </a:xfrm>
              <a:prstGeom prst="ellipse">
                <a:avLst/>
              </a:prstGeom>
              <a:solidFill>
                <a:schemeClr val="hlink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NZ"/>
              </a:p>
            </p:txBody>
          </p:sp>
          <p:sp>
            <p:nvSpPr>
              <p:cNvPr id="97" name="Rectangle 65">
                <a:extLst>
                  <a:ext uri="{FF2B5EF4-FFF2-40B4-BE49-F238E27FC236}">
                    <a16:creationId xmlns:a16="http://schemas.microsoft.com/office/drawing/2014/main" id="{4291DEC2-1F2E-9393-0377-9B90B07DFE2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07" y="2001"/>
                <a:ext cx="141" cy="118"/>
              </a:xfrm>
              <a:prstGeom prst="rect">
                <a:avLst/>
              </a:prstGeom>
              <a:solidFill>
                <a:schemeClr val="hlink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NZ"/>
              </a:p>
            </p:txBody>
          </p:sp>
          <p:sp>
            <p:nvSpPr>
              <p:cNvPr id="98" name="Text Box 66">
                <a:extLst>
                  <a:ext uri="{FF2B5EF4-FFF2-40B4-BE49-F238E27FC236}">
                    <a16:creationId xmlns:a16="http://schemas.microsoft.com/office/drawing/2014/main" id="{38B6ADA2-2DD8-C59F-B056-33AE3650E32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333" y="1940"/>
                <a:ext cx="296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ctr"/>
                <a:r>
                  <a:rPr lang="en-US" altLang="en-US" sz="2000"/>
                  <a:t>2c</a:t>
                </a:r>
                <a:endParaRPr lang="en-US" altLang="en-US" sz="2400"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54" name="Group 67">
              <a:extLst>
                <a:ext uri="{FF2B5EF4-FFF2-40B4-BE49-F238E27FC236}">
                  <a16:creationId xmlns:a16="http://schemas.microsoft.com/office/drawing/2014/main" id="{3342465E-4BB5-A0AC-A970-9027B49E5FF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546" y="1610"/>
              <a:ext cx="316" cy="250"/>
              <a:chOff x="4596" y="2162"/>
              <a:chExt cx="316" cy="250"/>
            </a:xfrm>
          </p:grpSpPr>
          <p:sp>
            <p:nvSpPr>
              <p:cNvPr id="85" name="Oval 68">
                <a:extLst>
                  <a:ext uri="{FF2B5EF4-FFF2-40B4-BE49-F238E27FC236}">
                    <a16:creationId xmlns:a16="http://schemas.microsoft.com/office/drawing/2014/main" id="{13B62ED1-61E1-31D4-50BC-5C028056CE0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599" y="2276"/>
                <a:ext cx="313" cy="81"/>
              </a:xfrm>
              <a:prstGeom prst="ellipse">
                <a:avLst/>
              </a:prstGeom>
              <a:solidFill>
                <a:schemeClr val="hlink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NZ"/>
              </a:p>
            </p:txBody>
          </p:sp>
          <p:sp>
            <p:nvSpPr>
              <p:cNvPr id="86" name="Line 69">
                <a:extLst>
                  <a:ext uri="{FF2B5EF4-FFF2-40B4-BE49-F238E27FC236}">
                    <a16:creationId xmlns:a16="http://schemas.microsoft.com/office/drawing/2014/main" id="{48BC2867-31F6-F706-CCEC-46CA91C9BA5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599" y="2269"/>
                <a:ext cx="0" cy="5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NZ"/>
              </a:p>
            </p:txBody>
          </p:sp>
          <p:sp>
            <p:nvSpPr>
              <p:cNvPr id="87" name="Line 70">
                <a:extLst>
                  <a:ext uri="{FF2B5EF4-FFF2-40B4-BE49-F238E27FC236}">
                    <a16:creationId xmlns:a16="http://schemas.microsoft.com/office/drawing/2014/main" id="{F6DA8A39-3FD5-5690-FB5E-ABBA9535BAF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912" y="2269"/>
                <a:ext cx="0" cy="5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NZ"/>
              </a:p>
            </p:txBody>
          </p:sp>
          <p:sp>
            <p:nvSpPr>
              <p:cNvPr id="88" name="Rectangle 71">
                <a:extLst>
                  <a:ext uri="{FF2B5EF4-FFF2-40B4-BE49-F238E27FC236}">
                    <a16:creationId xmlns:a16="http://schemas.microsoft.com/office/drawing/2014/main" id="{E90005B0-C29A-E92C-B38E-1B50BC24E2E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599" y="2269"/>
                <a:ext cx="310" cy="49"/>
              </a:xfrm>
              <a:prstGeom prst="rect">
                <a:avLst/>
              </a:prstGeom>
              <a:solidFill>
                <a:schemeClr val="hlink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endParaRPr lang="en-US" altLang="en-US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89" name="Oval 72">
                <a:extLst>
                  <a:ext uri="{FF2B5EF4-FFF2-40B4-BE49-F238E27FC236}">
                    <a16:creationId xmlns:a16="http://schemas.microsoft.com/office/drawing/2014/main" id="{FCC78F73-3DA7-671B-3888-05BBAE2E051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596" y="2210"/>
                <a:ext cx="313" cy="95"/>
              </a:xfrm>
              <a:prstGeom prst="ellipse">
                <a:avLst/>
              </a:prstGeom>
              <a:solidFill>
                <a:schemeClr val="hlink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NZ"/>
              </a:p>
            </p:txBody>
          </p:sp>
          <p:sp>
            <p:nvSpPr>
              <p:cNvPr id="90" name="Rectangle 73">
                <a:extLst>
                  <a:ext uri="{FF2B5EF4-FFF2-40B4-BE49-F238E27FC236}">
                    <a16:creationId xmlns:a16="http://schemas.microsoft.com/office/drawing/2014/main" id="{113A51FC-8A72-31F7-E6AD-E55F49E38FA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83" y="2223"/>
                <a:ext cx="142" cy="110"/>
              </a:xfrm>
              <a:prstGeom prst="rect">
                <a:avLst/>
              </a:prstGeom>
              <a:solidFill>
                <a:schemeClr val="hlink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NZ"/>
              </a:p>
            </p:txBody>
          </p:sp>
          <p:sp>
            <p:nvSpPr>
              <p:cNvPr id="91" name="Text Box 74">
                <a:extLst>
                  <a:ext uri="{FF2B5EF4-FFF2-40B4-BE49-F238E27FC236}">
                    <a16:creationId xmlns:a16="http://schemas.microsoft.com/office/drawing/2014/main" id="{04887437-449A-D60E-5D5C-124A1E33D4B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603" y="2162"/>
                <a:ext cx="309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ctr"/>
                <a:r>
                  <a:rPr lang="en-US" altLang="en-US" sz="2000"/>
                  <a:t>2b</a:t>
                </a:r>
                <a:endParaRPr lang="en-US" altLang="en-US" sz="2400"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55" name="Group 75">
              <a:extLst>
                <a:ext uri="{FF2B5EF4-FFF2-40B4-BE49-F238E27FC236}">
                  <a16:creationId xmlns:a16="http://schemas.microsoft.com/office/drawing/2014/main" id="{8765F31F-1A7A-0888-E7AE-2EDED54C486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016" y="1980"/>
              <a:ext cx="316" cy="250"/>
              <a:chOff x="2016" y="1980"/>
              <a:chExt cx="316" cy="250"/>
            </a:xfrm>
          </p:grpSpPr>
          <p:sp>
            <p:nvSpPr>
              <p:cNvPr id="77" name="Oval 76">
                <a:extLst>
                  <a:ext uri="{FF2B5EF4-FFF2-40B4-BE49-F238E27FC236}">
                    <a16:creationId xmlns:a16="http://schemas.microsoft.com/office/drawing/2014/main" id="{BB9A46E0-9B57-933C-D377-DD711F10F84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019" y="2102"/>
                <a:ext cx="313" cy="81"/>
              </a:xfrm>
              <a:prstGeom prst="ellipse">
                <a:avLst/>
              </a:prstGeom>
              <a:solidFill>
                <a:schemeClr val="hlink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NZ"/>
              </a:p>
            </p:txBody>
          </p:sp>
          <p:sp>
            <p:nvSpPr>
              <p:cNvPr id="78" name="Line 77">
                <a:extLst>
                  <a:ext uri="{FF2B5EF4-FFF2-40B4-BE49-F238E27FC236}">
                    <a16:creationId xmlns:a16="http://schemas.microsoft.com/office/drawing/2014/main" id="{C35B3DC3-6AC9-36A2-65EE-B96B4F92237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19" y="2095"/>
                <a:ext cx="0" cy="5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NZ"/>
              </a:p>
            </p:txBody>
          </p:sp>
          <p:sp>
            <p:nvSpPr>
              <p:cNvPr id="79" name="Line 78">
                <a:extLst>
                  <a:ext uri="{FF2B5EF4-FFF2-40B4-BE49-F238E27FC236}">
                    <a16:creationId xmlns:a16="http://schemas.microsoft.com/office/drawing/2014/main" id="{2B80E86D-5F92-61EC-5751-DD97B2D6D44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332" y="2095"/>
                <a:ext cx="0" cy="5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NZ"/>
              </a:p>
            </p:txBody>
          </p:sp>
          <p:sp>
            <p:nvSpPr>
              <p:cNvPr id="80" name="Rectangle 79">
                <a:extLst>
                  <a:ext uri="{FF2B5EF4-FFF2-40B4-BE49-F238E27FC236}">
                    <a16:creationId xmlns:a16="http://schemas.microsoft.com/office/drawing/2014/main" id="{477E883B-7DEC-EFB3-D16C-2665A8F7DE0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019" y="2095"/>
                <a:ext cx="310" cy="49"/>
              </a:xfrm>
              <a:prstGeom prst="rect">
                <a:avLst/>
              </a:prstGeom>
              <a:solidFill>
                <a:schemeClr val="hlink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endParaRPr lang="en-US" altLang="en-US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81" name="Oval 80">
                <a:extLst>
                  <a:ext uri="{FF2B5EF4-FFF2-40B4-BE49-F238E27FC236}">
                    <a16:creationId xmlns:a16="http://schemas.microsoft.com/office/drawing/2014/main" id="{F4A75B90-A504-8BC7-BA57-6CA43585FCE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016" y="2036"/>
                <a:ext cx="313" cy="95"/>
              </a:xfrm>
              <a:prstGeom prst="ellipse">
                <a:avLst/>
              </a:prstGeom>
              <a:solidFill>
                <a:schemeClr val="hlink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NZ"/>
              </a:p>
            </p:txBody>
          </p:sp>
          <p:grpSp>
            <p:nvGrpSpPr>
              <p:cNvPr id="82" name="Group 81">
                <a:extLst>
                  <a:ext uri="{FF2B5EF4-FFF2-40B4-BE49-F238E27FC236}">
                    <a16:creationId xmlns:a16="http://schemas.microsoft.com/office/drawing/2014/main" id="{0E885C0F-94BB-1C32-D0B4-30E7208E7723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034" y="1980"/>
                <a:ext cx="283" cy="250"/>
                <a:chOff x="2914" y="2429"/>
                <a:chExt cx="288" cy="250"/>
              </a:xfrm>
            </p:grpSpPr>
            <p:sp>
              <p:nvSpPr>
                <p:cNvPr id="83" name="Rectangle 82">
                  <a:extLst>
                    <a:ext uri="{FF2B5EF4-FFF2-40B4-BE49-F238E27FC236}">
                      <a16:creationId xmlns:a16="http://schemas.microsoft.com/office/drawing/2014/main" id="{49BC945F-77D0-9C6D-61AA-E8047DF3F8D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chemeClr val="hlink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NZ"/>
                </a:p>
              </p:txBody>
            </p:sp>
            <p:sp>
              <p:nvSpPr>
                <p:cNvPr id="84" name="Text Box 83">
                  <a:extLst>
                    <a:ext uri="{FF2B5EF4-FFF2-40B4-BE49-F238E27FC236}">
                      <a16:creationId xmlns:a16="http://schemas.microsoft.com/office/drawing/2014/main" id="{9682501C-2E2D-4048-FA47-94E97ED6BCDF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914" y="2429"/>
                  <a:ext cx="288" cy="25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/>
                <a:p>
                  <a:pPr algn="ctr"/>
                  <a:r>
                    <a:rPr lang="en-US" altLang="en-US" sz="2000"/>
                    <a:t>1b</a:t>
                  </a:r>
                  <a:endParaRPr lang="en-US" altLang="en-US" sz="2400">
                    <a:latin typeface="Times New Roman" panose="02020603050405020304" pitchFamily="18" charset="0"/>
                  </a:endParaRPr>
                </a:p>
              </p:txBody>
            </p:sp>
          </p:grpSp>
        </p:grpSp>
        <p:grpSp>
          <p:nvGrpSpPr>
            <p:cNvPr id="56" name="Group 84">
              <a:extLst>
                <a:ext uri="{FF2B5EF4-FFF2-40B4-BE49-F238E27FC236}">
                  <a16:creationId xmlns:a16="http://schemas.microsoft.com/office/drawing/2014/main" id="{1EEC9B37-56B4-B617-0376-8B9B5C33C62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28" y="1133"/>
              <a:ext cx="316" cy="250"/>
              <a:chOff x="2016" y="1980"/>
              <a:chExt cx="316" cy="250"/>
            </a:xfrm>
          </p:grpSpPr>
          <p:sp>
            <p:nvSpPr>
              <p:cNvPr id="69" name="Oval 85">
                <a:extLst>
                  <a:ext uri="{FF2B5EF4-FFF2-40B4-BE49-F238E27FC236}">
                    <a16:creationId xmlns:a16="http://schemas.microsoft.com/office/drawing/2014/main" id="{4DF17AE2-5DB4-9771-3C80-FA9A67441E6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019" y="2102"/>
                <a:ext cx="313" cy="81"/>
              </a:xfrm>
              <a:prstGeom prst="ellipse">
                <a:avLst/>
              </a:prstGeom>
              <a:solidFill>
                <a:schemeClr val="hlink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NZ"/>
              </a:p>
            </p:txBody>
          </p:sp>
          <p:sp>
            <p:nvSpPr>
              <p:cNvPr id="70" name="Line 86">
                <a:extLst>
                  <a:ext uri="{FF2B5EF4-FFF2-40B4-BE49-F238E27FC236}">
                    <a16:creationId xmlns:a16="http://schemas.microsoft.com/office/drawing/2014/main" id="{295857BA-1D51-774C-879A-75EE5295CEA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19" y="2095"/>
                <a:ext cx="0" cy="5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NZ"/>
              </a:p>
            </p:txBody>
          </p:sp>
          <p:sp>
            <p:nvSpPr>
              <p:cNvPr id="71" name="Line 87">
                <a:extLst>
                  <a:ext uri="{FF2B5EF4-FFF2-40B4-BE49-F238E27FC236}">
                    <a16:creationId xmlns:a16="http://schemas.microsoft.com/office/drawing/2014/main" id="{1AC0453C-3E5D-14DF-371C-DEACC7BAE80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332" y="2095"/>
                <a:ext cx="0" cy="5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NZ"/>
              </a:p>
            </p:txBody>
          </p:sp>
          <p:sp>
            <p:nvSpPr>
              <p:cNvPr id="72" name="Rectangle 88">
                <a:extLst>
                  <a:ext uri="{FF2B5EF4-FFF2-40B4-BE49-F238E27FC236}">
                    <a16:creationId xmlns:a16="http://schemas.microsoft.com/office/drawing/2014/main" id="{1BC78298-BC98-9A41-8780-A77D9BA5D4C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019" y="2095"/>
                <a:ext cx="310" cy="49"/>
              </a:xfrm>
              <a:prstGeom prst="rect">
                <a:avLst/>
              </a:prstGeom>
              <a:solidFill>
                <a:schemeClr val="hlink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endParaRPr lang="en-US" altLang="en-US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73" name="Oval 89">
                <a:extLst>
                  <a:ext uri="{FF2B5EF4-FFF2-40B4-BE49-F238E27FC236}">
                    <a16:creationId xmlns:a16="http://schemas.microsoft.com/office/drawing/2014/main" id="{B6F1140F-323D-6739-9A42-B2F0F471397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016" y="2036"/>
                <a:ext cx="313" cy="95"/>
              </a:xfrm>
              <a:prstGeom prst="ellipse">
                <a:avLst/>
              </a:prstGeom>
              <a:solidFill>
                <a:schemeClr val="hlink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NZ"/>
              </a:p>
            </p:txBody>
          </p:sp>
          <p:grpSp>
            <p:nvGrpSpPr>
              <p:cNvPr id="74" name="Group 90">
                <a:extLst>
                  <a:ext uri="{FF2B5EF4-FFF2-40B4-BE49-F238E27FC236}">
                    <a16:creationId xmlns:a16="http://schemas.microsoft.com/office/drawing/2014/main" id="{A48300EE-0D23-F758-DEF9-B7AE41EA4A5F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027" y="1980"/>
                <a:ext cx="296" cy="250"/>
                <a:chOff x="2907" y="2429"/>
                <a:chExt cx="301" cy="250"/>
              </a:xfrm>
            </p:grpSpPr>
            <p:sp>
              <p:nvSpPr>
                <p:cNvPr id="75" name="Rectangle 91">
                  <a:extLst>
                    <a:ext uri="{FF2B5EF4-FFF2-40B4-BE49-F238E27FC236}">
                      <a16:creationId xmlns:a16="http://schemas.microsoft.com/office/drawing/2014/main" id="{9F79041B-EBA5-8811-A594-6CE37D52538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chemeClr val="hlink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NZ"/>
                </a:p>
              </p:txBody>
            </p:sp>
            <p:sp>
              <p:nvSpPr>
                <p:cNvPr id="76" name="Text Box 92">
                  <a:extLst>
                    <a:ext uri="{FF2B5EF4-FFF2-40B4-BE49-F238E27FC236}">
                      <a16:creationId xmlns:a16="http://schemas.microsoft.com/office/drawing/2014/main" id="{BD5DE4BF-E1F1-44C5-C813-B1A6C82800D2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907" y="2429"/>
                  <a:ext cx="301" cy="25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/>
                <a:p>
                  <a:pPr algn="ctr"/>
                  <a:r>
                    <a:rPr lang="en-US" altLang="en-US" sz="2000" dirty="0"/>
                    <a:t>3c</a:t>
                  </a:r>
                  <a:endParaRPr lang="en-US" altLang="en-US" sz="2400" dirty="0">
                    <a:latin typeface="Times New Roman" panose="02020603050405020304" pitchFamily="18" charset="0"/>
                  </a:endParaRPr>
                </a:p>
              </p:txBody>
            </p:sp>
          </p:grpSp>
        </p:grpSp>
        <p:sp>
          <p:nvSpPr>
            <p:cNvPr id="57" name="Line 93">
              <a:extLst>
                <a:ext uri="{FF2B5EF4-FFF2-40B4-BE49-F238E27FC236}">
                  <a16:creationId xmlns:a16="http://schemas.microsoft.com/office/drawing/2014/main" id="{00BC3867-0C20-78D9-63D9-10CBC0B4E2D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372" y="1872"/>
              <a:ext cx="93" cy="10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NZ"/>
            </a:p>
          </p:txBody>
        </p:sp>
        <p:sp>
          <p:nvSpPr>
            <p:cNvPr id="58" name="Line 94">
              <a:extLst>
                <a:ext uri="{FF2B5EF4-FFF2-40B4-BE49-F238E27FC236}">
                  <a16:creationId xmlns:a16="http://schemas.microsoft.com/office/drawing/2014/main" id="{A95580A7-DA01-1FBB-0825-86897A86891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26" y="1897"/>
              <a:ext cx="0" cy="24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NZ"/>
            </a:p>
          </p:txBody>
        </p:sp>
        <p:sp>
          <p:nvSpPr>
            <p:cNvPr id="59" name="Line 95">
              <a:extLst>
                <a:ext uri="{FF2B5EF4-FFF2-40B4-BE49-F238E27FC236}">
                  <a16:creationId xmlns:a16="http://schemas.microsoft.com/office/drawing/2014/main" id="{307015DA-27A9-B320-B104-28F82936AB4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28" y="1864"/>
              <a:ext cx="313" cy="211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NZ"/>
            </a:p>
          </p:txBody>
        </p:sp>
        <p:sp>
          <p:nvSpPr>
            <p:cNvPr id="60" name="Line 96">
              <a:extLst>
                <a:ext uri="{FF2B5EF4-FFF2-40B4-BE49-F238E27FC236}">
                  <a16:creationId xmlns:a16="http://schemas.microsoft.com/office/drawing/2014/main" id="{92C2F66C-49CF-E0BF-A4C9-FC5B372223B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804" y="2152"/>
              <a:ext cx="237" cy="7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NZ"/>
            </a:p>
          </p:txBody>
        </p:sp>
        <p:sp>
          <p:nvSpPr>
            <p:cNvPr id="61" name="Line 97">
              <a:extLst>
                <a:ext uri="{FF2B5EF4-FFF2-40B4-BE49-F238E27FC236}">
                  <a16:creationId xmlns:a16="http://schemas.microsoft.com/office/drawing/2014/main" id="{40F68EA2-E9EC-D975-6CFF-328EE9701EC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1440" y="2041"/>
              <a:ext cx="568" cy="51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NZ"/>
            </a:p>
          </p:txBody>
        </p:sp>
        <p:sp>
          <p:nvSpPr>
            <p:cNvPr id="62" name="Line 98">
              <a:extLst>
                <a:ext uri="{FF2B5EF4-FFF2-40B4-BE49-F238E27FC236}">
                  <a16:creationId xmlns:a16="http://schemas.microsoft.com/office/drawing/2014/main" id="{05DCEE76-BF15-162D-1886-64F97A5EDF3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185" y="1465"/>
              <a:ext cx="220" cy="85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NZ"/>
            </a:p>
          </p:txBody>
        </p:sp>
        <p:sp>
          <p:nvSpPr>
            <p:cNvPr id="63" name="Line 99">
              <a:extLst>
                <a:ext uri="{FF2B5EF4-FFF2-40B4-BE49-F238E27FC236}">
                  <a16:creationId xmlns:a16="http://schemas.microsoft.com/office/drawing/2014/main" id="{750D71F7-8655-1C9B-0259-562F91C593D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48" y="2499"/>
              <a:ext cx="483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NZ"/>
            </a:p>
          </p:txBody>
        </p:sp>
        <p:sp>
          <p:nvSpPr>
            <p:cNvPr id="602112" name="Line 100">
              <a:extLst>
                <a:ext uri="{FF2B5EF4-FFF2-40B4-BE49-F238E27FC236}">
                  <a16:creationId xmlns:a16="http://schemas.microsoft.com/office/drawing/2014/main" id="{E6DDAB82-538F-2325-C2ED-A9DA8AC18F5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60" y="2697"/>
              <a:ext cx="483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NZ"/>
            </a:p>
          </p:txBody>
        </p:sp>
        <p:sp>
          <p:nvSpPr>
            <p:cNvPr id="602113" name="Text Box 101">
              <a:extLst>
                <a:ext uri="{FF2B5EF4-FFF2-40B4-BE49-F238E27FC236}">
                  <a16:creationId xmlns:a16="http://schemas.microsoft.com/office/drawing/2014/main" id="{A9B5B95F-8E2E-DE7E-4312-CEF8A05B924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83" y="2408"/>
              <a:ext cx="830" cy="19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1" hangingPunct="1"/>
              <a:r>
                <a:rPr lang="en-US" altLang="en-US" sz="1400" dirty="0"/>
                <a:t>eBGP session</a:t>
              </a:r>
            </a:p>
          </p:txBody>
        </p:sp>
        <p:sp>
          <p:nvSpPr>
            <p:cNvPr id="64" name="Text Box 102">
              <a:extLst>
                <a:ext uri="{FF2B5EF4-FFF2-40B4-BE49-F238E27FC236}">
                  <a16:creationId xmlns:a16="http://schemas.microsoft.com/office/drawing/2014/main" id="{26EE15E9-D2D5-FFC8-1192-7D776092A43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83" y="2597"/>
              <a:ext cx="793" cy="19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1" hangingPunct="1"/>
              <a:r>
                <a:rPr lang="en-US" altLang="en-US" sz="1400" dirty="0"/>
                <a:t>iBGP session</a:t>
              </a:r>
            </a:p>
          </p:txBody>
        </p:sp>
        <p:sp>
          <p:nvSpPr>
            <p:cNvPr id="65" name="Line 103">
              <a:extLst>
                <a:ext uri="{FF2B5EF4-FFF2-40B4-BE49-F238E27FC236}">
                  <a16:creationId xmlns:a16="http://schemas.microsoft.com/office/drawing/2014/main" id="{2B7103B7-C5A0-C583-50F5-B2E1D8175DB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695" y="1313"/>
              <a:ext cx="152" cy="11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NZ"/>
            </a:p>
          </p:txBody>
        </p:sp>
        <p:sp>
          <p:nvSpPr>
            <p:cNvPr id="66" name="Line 104">
              <a:extLst>
                <a:ext uri="{FF2B5EF4-FFF2-40B4-BE49-F238E27FC236}">
                  <a16:creationId xmlns:a16="http://schemas.microsoft.com/office/drawing/2014/main" id="{B2130B05-5AE5-4CFF-58A4-46ABC01598AB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24" y="1330"/>
              <a:ext cx="93" cy="237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NZ"/>
            </a:p>
          </p:txBody>
        </p:sp>
        <p:sp>
          <p:nvSpPr>
            <p:cNvPr id="67" name="Line 105">
              <a:extLst>
                <a:ext uri="{FF2B5EF4-FFF2-40B4-BE49-F238E27FC236}">
                  <a16:creationId xmlns:a16="http://schemas.microsoft.com/office/drawing/2014/main" id="{D1DD17F8-86EB-C48D-3914-E9B33C4B74C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25" y="1508"/>
              <a:ext cx="43" cy="144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NZ"/>
            </a:p>
          </p:txBody>
        </p:sp>
        <p:sp>
          <p:nvSpPr>
            <p:cNvPr id="68" name="Line 106">
              <a:extLst>
                <a:ext uri="{FF2B5EF4-FFF2-40B4-BE49-F238E27FC236}">
                  <a16:creationId xmlns:a16="http://schemas.microsoft.com/office/drawing/2014/main" id="{1DDD49A5-7FEF-CEE3-CF9D-5FAF1CDB749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81" y="2092"/>
              <a:ext cx="127" cy="85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NZ"/>
            </a:p>
          </p:txBody>
        </p:sp>
      </p:grpSp>
      <p:cxnSp>
        <p:nvCxnSpPr>
          <p:cNvPr id="104" name="Straight Arrow Connector 103">
            <a:extLst>
              <a:ext uri="{FF2B5EF4-FFF2-40B4-BE49-F238E27FC236}">
                <a16:creationId xmlns:a16="http://schemas.microsoft.com/office/drawing/2014/main" id="{9FD79218-1166-5EA0-E2A4-F6E601CF6DF9}"/>
              </a:ext>
            </a:extLst>
          </p:cNvPr>
          <p:cNvCxnSpPr>
            <a:cxnSpLocks/>
          </p:cNvCxnSpPr>
          <p:nvPr/>
        </p:nvCxnSpPr>
        <p:spPr>
          <a:xfrm flipV="1">
            <a:off x="4802716" y="4937056"/>
            <a:ext cx="872596" cy="583902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6" name="Rounded Rectangular Callout 110"/>
          <p:cNvSpPr/>
          <p:nvPr/>
        </p:nvSpPr>
        <p:spPr>
          <a:xfrm>
            <a:off x="3182144" y="2649538"/>
            <a:ext cx="5634037" cy="1768336"/>
          </a:xfrm>
          <a:prstGeom prst="wedgeRoundRectCallout">
            <a:avLst>
              <a:gd name="adj1" fmla="val -1910"/>
              <a:gd name="adj2" fmla="val 74760"/>
              <a:gd name="adj3" fmla="val 16667"/>
            </a:avLst>
          </a:prstGeom>
          <a:solidFill>
            <a:schemeClr val="accent1"/>
          </a:solidFill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en-GB" b="1" dirty="0"/>
              <a:t>UPDATE MSG received by 2a:</a:t>
            </a:r>
          </a:p>
          <a:p>
            <a:r>
              <a:rPr lang="en-GB" b="1" dirty="0" err="1"/>
              <a:t>AS_Path</a:t>
            </a:r>
            <a:r>
              <a:rPr lang="en-GB" b="1" dirty="0"/>
              <a:t>: </a:t>
            </a:r>
            <a:r>
              <a:rPr lang="en-GB" dirty="0"/>
              <a:t>{AS1, AS3}</a:t>
            </a:r>
          </a:p>
          <a:p>
            <a:r>
              <a:rPr lang="en-GB" b="1" dirty="0" err="1"/>
              <a:t>Next_Hop</a:t>
            </a:r>
            <a:r>
              <a:rPr lang="en-GB" b="1" dirty="0"/>
              <a:t>: </a:t>
            </a:r>
            <a:r>
              <a:rPr lang="en-GB" dirty="0"/>
              <a:t>IP address of 1b </a:t>
            </a:r>
          </a:p>
          <a:p>
            <a:r>
              <a:rPr lang="en-GB" b="1" dirty="0"/>
              <a:t>NLRI (Network Layer Reachability Information): </a:t>
            </a:r>
            <a:r>
              <a:rPr lang="en-GB" dirty="0"/>
              <a:t>a</a:t>
            </a:r>
            <a:r>
              <a:rPr lang="en-GB" altLang="en-US" sz="1800" dirty="0"/>
              <a:t> list of identifiers of networks in AS3</a:t>
            </a:r>
            <a:r>
              <a:rPr lang="en-US" altLang="en-US" dirty="0"/>
              <a:t>, such as a </a:t>
            </a:r>
            <a:r>
              <a:rPr lang="en-GB" dirty="0"/>
              <a:t>prefix 1.44.24.0/21</a:t>
            </a:r>
            <a:endParaRPr lang="en-NZ" dirty="0"/>
          </a:p>
        </p:txBody>
      </p:sp>
    </p:spTree>
    <p:extLst>
      <p:ext uri="{BB962C8B-B14F-4D97-AF65-F5344CB8AC3E}">
        <p14:creationId xmlns:p14="http://schemas.microsoft.com/office/powerpoint/2010/main" val="28576562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21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21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21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6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42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BGP Route Selection</a:t>
            </a:r>
          </a:p>
        </p:txBody>
      </p:sp>
      <p:sp>
        <p:nvSpPr>
          <p:cNvPr id="564227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219200"/>
            <a:ext cx="8229600" cy="5105400"/>
          </a:xfrm>
        </p:spPr>
        <p:txBody>
          <a:bodyPr/>
          <a:lstStyle/>
          <a:p>
            <a:pPr marL="533400" indent="-533400">
              <a:spcBef>
                <a:spcPts val="1200"/>
              </a:spcBef>
              <a:spcAft>
                <a:spcPts val="600"/>
              </a:spcAft>
            </a:pPr>
            <a:r>
              <a:rPr lang="en-GB" altLang="en-US" sz="2600" dirty="0"/>
              <a:t>Each BGP router may </a:t>
            </a:r>
            <a:r>
              <a:rPr lang="en-GB" altLang="en-US" sz="2600" dirty="0">
                <a:solidFill>
                  <a:srgbClr val="FF0000"/>
                </a:solidFill>
              </a:rPr>
              <a:t>learn about more than one route</a:t>
            </a:r>
            <a:r>
              <a:rPr lang="en-GB" altLang="en-US" sz="2600" dirty="0"/>
              <a:t> to any one prefix and must select one of the possible routes.</a:t>
            </a:r>
          </a:p>
          <a:p>
            <a:pPr marL="533400" indent="-533400">
              <a:spcBef>
                <a:spcPts val="1200"/>
              </a:spcBef>
              <a:spcAft>
                <a:spcPts val="600"/>
              </a:spcAft>
            </a:pPr>
            <a:endParaRPr lang="en-US" altLang="en-US" sz="2600" dirty="0"/>
          </a:p>
          <a:p>
            <a:pPr marL="533400" indent="-533400">
              <a:spcBef>
                <a:spcPts val="1200"/>
              </a:spcBef>
              <a:spcAft>
                <a:spcPts val="600"/>
              </a:spcAft>
            </a:pPr>
            <a:r>
              <a:rPr lang="en-US" altLang="en-US" sz="2600" dirty="0"/>
              <a:t>Elimination rules:</a:t>
            </a:r>
          </a:p>
          <a:p>
            <a:pPr marL="914400" lvl="1" indent="-457200">
              <a:spcBef>
                <a:spcPts val="1200"/>
              </a:spcBef>
              <a:spcAft>
                <a:spcPts val="600"/>
              </a:spcAft>
              <a:buFont typeface="ZapfDingbats" pitchFamily="82" charset="2"/>
              <a:buAutoNum type="arabicPeriod"/>
            </a:pPr>
            <a:r>
              <a:rPr lang="en-NZ" altLang="en-US" sz="2200" dirty="0"/>
              <a:t>Highest local preference value (assigned as an attribute)</a:t>
            </a:r>
          </a:p>
          <a:p>
            <a:pPr marL="914400" lvl="1" indent="-457200">
              <a:spcBef>
                <a:spcPts val="1200"/>
              </a:spcBef>
              <a:spcAft>
                <a:spcPts val="600"/>
              </a:spcAft>
              <a:buFont typeface="ZapfDingbats" pitchFamily="82" charset="2"/>
              <a:buAutoNum type="arabicPeriod"/>
            </a:pPr>
            <a:r>
              <a:rPr lang="en-NZ" altLang="en-US" sz="2200" dirty="0"/>
              <a:t>Shortest AS-PATH</a:t>
            </a:r>
          </a:p>
          <a:p>
            <a:pPr marL="914400" lvl="1" indent="-457200">
              <a:spcBef>
                <a:spcPts val="1200"/>
              </a:spcBef>
              <a:spcAft>
                <a:spcPts val="600"/>
              </a:spcAft>
              <a:buFont typeface="ZapfDingbats" pitchFamily="82" charset="2"/>
              <a:buAutoNum type="arabicPeriod"/>
            </a:pPr>
            <a:r>
              <a:rPr lang="en-NZ" altLang="en-US" sz="2200" dirty="0"/>
              <a:t>Closest NEXT-HOP router​ (hot-potato routing)</a:t>
            </a:r>
          </a:p>
          <a:p>
            <a:pPr marL="914400" lvl="1" indent="-457200">
              <a:spcBef>
                <a:spcPts val="1200"/>
              </a:spcBef>
              <a:spcAft>
                <a:spcPts val="600"/>
              </a:spcAft>
              <a:buFont typeface="ZapfDingbats" pitchFamily="82" charset="2"/>
              <a:buAutoNum type="arabicPeriod"/>
            </a:pPr>
            <a:r>
              <a:rPr lang="en-NZ" altLang="en-US" sz="2200" dirty="0"/>
              <a:t>Additional criteria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 altLang="en-US" dirty="0"/>
              <a:t>60</a:t>
            </a:r>
          </a:p>
        </p:txBody>
      </p:sp>
    </p:spTree>
    <p:extLst>
      <p:ext uri="{BB962C8B-B14F-4D97-AF65-F5344CB8AC3E}">
        <p14:creationId xmlns:p14="http://schemas.microsoft.com/office/powerpoint/2010/main" val="12678174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42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422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422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422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541DC9-B00C-2C92-71A9-2A013AF39D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BGP Routing Policy (cont.)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38FE57-9CAC-0836-6E7E-A47A7C20EB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3312168"/>
            <a:ext cx="8229600" cy="3393432"/>
          </a:xfrm>
        </p:spPr>
        <p:txBody>
          <a:bodyPr/>
          <a:lstStyle/>
          <a:p>
            <a:r>
              <a:rPr lang="en-US" altLang="en-US" sz="2200" dirty="0">
                <a:latin typeface="Arial" panose="020B0604020202020204" pitchFamily="34" charset="0"/>
                <a:cs typeface="Arial" panose="020B0604020202020204" pitchFamily="34" charset="0"/>
              </a:rPr>
              <a:t>A advertises to B a path AW; B advertises to X the path BAW </a:t>
            </a:r>
            <a:endParaRPr lang="en-US" altLang="en-US" sz="2200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en-US" sz="2200" dirty="0">
                <a:latin typeface="Arial" panose="020B0604020202020204" pitchFamily="34" charset="0"/>
                <a:cs typeface="Arial" panose="020B0604020202020204" pitchFamily="34" charset="0"/>
              </a:rPr>
              <a:t>Should B advertise to C the path BAW?</a:t>
            </a:r>
          </a:p>
          <a:p>
            <a:pPr lvl="1"/>
            <a:r>
              <a:rPr lang="en-US"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If yes, B gets no “revenue” for routing YCBAW since neither W nor Y is B’s customer. (free riding!)</a:t>
            </a:r>
            <a:endParaRPr lang="en-US" altLang="en-US" sz="2000" dirty="0"/>
          </a:p>
          <a:p>
            <a:pPr lvl="1"/>
            <a:r>
              <a:rPr lang="en-US"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B may force C to route to/from A’s customers via a direct connection between A and C.</a:t>
            </a:r>
          </a:p>
          <a:p>
            <a:pPr lvl="1"/>
            <a:r>
              <a:rPr lang="en-US" altLang="en-US" sz="2000" i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Rule of thumb (typically for tier-3 and many tier-2 ISPs) </a:t>
            </a:r>
            <a:r>
              <a:rPr lang="en-US"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– Any traffic flowing across an ISP’s backbone network must have either a source or a destination (or both) in a network that is a customer of that ISP. </a:t>
            </a:r>
            <a:endParaRPr lang="en-US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1CDACE2-7357-D955-47EC-A179632090F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DACE9E11-39C8-4E20-894F-A4A883CCF6EF}" type="slidenum">
              <a:rPr lang="en-US" smtClean="0"/>
              <a:pPr>
                <a:defRPr/>
              </a:pPr>
              <a:t>23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D0030F2-C2C7-8094-0770-9B792331A5A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09700" y="1075476"/>
            <a:ext cx="6324600" cy="19725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96621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541DC9-B00C-2C92-71A9-2A013AF39D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BGP Routing Policy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38FE57-9CAC-0836-6E7E-A47A7C20EB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3276600"/>
            <a:ext cx="8229600" cy="2209800"/>
          </a:xfrm>
        </p:spPr>
        <p:txBody>
          <a:bodyPr/>
          <a:lstStyle/>
          <a:p>
            <a:r>
              <a:rPr lang="en-US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X is </a:t>
            </a:r>
            <a:r>
              <a:rPr lang="en-US" altLang="en-US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dual-homed (multi-homed)</a:t>
            </a:r>
          </a:p>
          <a:p>
            <a:pPr>
              <a:spcBef>
                <a:spcPts val="1200"/>
              </a:spcBef>
            </a:pPr>
            <a:r>
              <a:rPr lang="en-NZ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How will X be prevented from forwarding traffic between B and C?</a:t>
            </a:r>
          </a:p>
          <a:p>
            <a:pPr lvl="1"/>
            <a:r>
              <a:rPr lang="en-US" altLang="en-US" sz="2000" dirty="0"/>
              <a:t>X </a:t>
            </a:r>
            <a:r>
              <a:rPr lang="en-US" altLang="en-US" sz="2000" dirty="0">
                <a:solidFill>
                  <a:srgbClr val="FF0000"/>
                </a:solidFill>
              </a:rPr>
              <a:t>functions as a stub network </a:t>
            </a:r>
            <a:r>
              <a:rPr lang="en-US" altLang="en-US" sz="2000" dirty="0"/>
              <a:t>and </a:t>
            </a:r>
            <a:r>
              <a:rPr lang="en-NZ" sz="2000" dirty="0"/>
              <a:t>advertises that it has no paths to any other destinations except itself</a:t>
            </a:r>
            <a:endParaRPr lang="en-US" altLang="en-US" sz="20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1CDACE2-7357-D955-47EC-A179632090F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DACE9E11-39C8-4E20-894F-A4A883CCF6EF}" type="slidenum">
              <a:rPr lang="en-US" smtClean="0"/>
              <a:pPr>
                <a:defRPr/>
              </a:pPr>
              <a:t>24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D0030F2-C2C7-8094-0770-9B792331A5A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09700" y="1066800"/>
            <a:ext cx="6324600" cy="1972524"/>
          </a:xfrm>
          <a:prstGeom prst="rect">
            <a:avLst/>
          </a:prstGeom>
        </p:spPr>
      </p:pic>
      <p:sp>
        <p:nvSpPr>
          <p:cNvPr id="7" name="Wave 6">
            <a:extLst>
              <a:ext uri="{FF2B5EF4-FFF2-40B4-BE49-F238E27FC236}">
                <a16:creationId xmlns:a16="http://schemas.microsoft.com/office/drawing/2014/main" id="{B2355E89-AB13-1C67-2426-A7F011959C7B}"/>
              </a:ext>
            </a:extLst>
          </p:cNvPr>
          <p:cNvSpPr/>
          <p:nvPr/>
        </p:nvSpPr>
        <p:spPr>
          <a:xfrm>
            <a:off x="1676400" y="5598168"/>
            <a:ext cx="5905500" cy="984024"/>
          </a:xfrm>
          <a:prstGeom prst="wave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NZ" sz="2200" dirty="0"/>
              <a:t>Selective routing advertisement policy</a:t>
            </a:r>
          </a:p>
        </p:txBody>
      </p:sp>
    </p:spTree>
    <p:extLst>
      <p:ext uri="{BB962C8B-B14F-4D97-AF65-F5344CB8AC3E}">
        <p14:creationId xmlns:p14="http://schemas.microsoft.com/office/powerpoint/2010/main" val="30860909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981A1B-1335-71AE-A26D-DE7CD62702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NZ" dirty="0"/>
              <a:t>ISP Hierarchy (Optional Content)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448F779-FAD7-D901-BD99-7ABEFB172CD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DACE9E11-39C8-4E20-894F-A4A883CCF6EF}" type="slidenum">
              <a:rPr lang="en-US" smtClean="0"/>
              <a:pPr>
                <a:defRPr/>
              </a:pPr>
              <a:t>25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F4EF6F8-DB35-C6D4-F1C0-FBC0553A18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6431" y="1676400"/>
            <a:ext cx="8260369" cy="3719513"/>
          </a:xfrm>
          <a:prstGeom prst="rect">
            <a:avLst/>
          </a:prstGeom>
        </p:spPr>
      </p:pic>
      <p:sp>
        <p:nvSpPr>
          <p:cNvPr id="3" name="TextBox 7">
            <a:extLst>
              <a:ext uri="{FF2B5EF4-FFF2-40B4-BE49-F238E27FC236}">
                <a16:creationId xmlns:a16="http://schemas.microsoft.com/office/drawing/2014/main" id="{95D7ECC4-6677-17E4-E2CE-5A722CFD92FD}"/>
              </a:ext>
            </a:extLst>
          </p:cNvPr>
          <p:cNvSpPr txBox="1"/>
          <p:nvPr/>
        </p:nvSpPr>
        <p:spPr>
          <a:xfrm>
            <a:off x="1257300" y="6062913"/>
            <a:ext cx="662940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9pPr>
          </a:lstStyle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GB" sz="1100" dirty="0"/>
              <a:t>Source: James F. Kurose &amp; Keith W. Ross, Computer networking: a top-down approach featuring the Internet, 8</a:t>
            </a:r>
            <a:r>
              <a:rPr lang="en-GB" sz="1100" baseline="30000" dirty="0"/>
              <a:t>th</a:t>
            </a:r>
            <a:r>
              <a:rPr lang="en-GB" sz="1100" dirty="0"/>
              <a:t> edition (global edition), 2022, Figure 1.15.</a:t>
            </a:r>
          </a:p>
        </p:txBody>
      </p:sp>
    </p:spTree>
    <p:extLst>
      <p:ext uri="{BB962C8B-B14F-4D97-AF65-F5344CB8AC3E}">
        <p14:creationId xmlns:p14="http://schemas.microsoft.com/office/powerpoint/2010/main" val="315429410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6B0F93A0-3D42-0C5D-F589-322DFCBCBED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AU" dirty="0"/>
              <a:t>Intra-Autonomous System Routing</a:t>
            </a:r>
          </a:p>
        </p:txBody>
      </p:sp>
      <p:sp>
        <p:nvSpPr>
          <p:cNvPr id="6" name="Subtitle 5">
            <a:extLst>
              <a:ext uri="{FF2B5EF4-FFF2-40B4-BE49-F238E27FC236}">
                <a16:creationId xmlns:a16="http://schemas.microsoft.com/office/drawing/2014/main" id="{8624CBE0-9229-D1CA-1327-D572A5C80E7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478DD29-2E90-39AF-AF75-7F4B46A5AD97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7132638" y="6553200"/>
            <a:ext cx="2011362" cy="277813"/>
          </a:xfrm>
        </p:spPr>
        <p:txBody>
          <a:bodyPr/>
          <a:lstStyle/>
          <a:p>
            <a:pPr>
              <a:defRPr/>
            </a:pPr>
            <a:fld id="{DACE9E11-39C8-4E20-894F-A4A883CCF6EF}" type="slidenum">
              <a:rPr lang="en-US" smtClean="0"/>
              <a:pPr>
                <a:defRPr/>
              </a:pPr>
              <a:t>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3076518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4294967295"/>
          </p:nvPr>
        </p:nvSpPr>
        <p:spPr>
          <a:xfrm>
            <a:off x="8162925" y="6400800"/>
            <a:ext cx="676275" cy="457200"/>
          </a:xfrm>
          <a:prstGeom prst="rect">
            <a:avLst/>
          </a:prstGeom>
        </p:spPr>
        <p:txBody>
          <a:bodyPr/>
          <a:lstStyle/>
          <a:p>
            <a:fld id="{F089089B-5216-4B2C-BEF8-8B14242DE1FE}" type="slidenum">
              <a:rPr lang="en-US" altLang="en-US"/>
              <a:pPr/>
              <a:t>27</a:t>
            </a:fld>
            <a:endParaRPr lang="en-US" altLang="en-US"/>
          </a:p>
        </p:txBody>
      </p:sp>
      <p:sp>
        <p:nvSpPr>
          <p:cNvPr id="4853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600" dirty="0"/>
              <a:t>Intra-AS Routing</a:t>
            </a:r>
          </a:p>
        </p:txBody>
      </p:sp>
      <p:sp>
        <p:nvSpPr>
          <p:cNvPr id="4853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sz="2600" dirty="0"/>
              <a:t>Also known as </a:t>
            </a:r>
            <a:r>
              <a:rPr lang="en-US" altLang="en-US" sz="2600" dirty="0">
                <a:solidFill>
                  <a:srgbClr val="FF0000"/>
                </a:solidFill>
              </a:rPr>
              <a:t>Interior Router Protocols</a:t>
            </a:r>
            <a:endParaRPr lang="en-US" altLang="en-US" sz="2600" dirty="0">
              <a:solidFill>
                <a:srgbClr val="CC0000"/>
              </a:solidFill>
            </a:endParaRPr>
          </a:p>
          <a:p>
            <a:r>
              <a:rPr lang="en-US" altLang="en-US" sz="2600" dirty="0"/>
              <a:t>Most common Intra-AS routing protocols</a:t>
            </a:r>
          </a:p>
          <a:p>
            <a:pPr lvl="1">
              <a:lnSpc>
                <a:spcPct val="60000"/>
              </a:lnSpc>
            </a:pPr>
            <a:endParaRPr lang="en-US" altLang="en-US" dirty="0"/>
          </a:p>
          <a:p>
            <a:pPr lvl="1">
              <a:spcBef>
                <a:spcPts val="1200"/>
              </a:spcBef>
              <a:spcAft>
                <a:spcPts val="1200"/>
              </a:spcAft>
            </a:pPr>
            <a:r>
              <a:rPr lang="en-US" altLang="en-US" dirty="0"/>
              <a:t>RIP: Routing Information Protocol</a:t>
            </a:r>
          </a:p>
          <a:p>
            <a:pPr lvl="1">
              <a:spcBef>
                <a:spcPts val="1200"/>
              </a:spcBef>
              <a:spcAft>
                <a:spcPts val="1200"/>
              </a:spcAft>
            </a:pPr>
            <a:r>
              <a:rPr lang="en-US" altLang="en-US" dirty="0"/>
              <a:t>OSPF: Open Shortest Path First</a:t>
            </a:r>
          </a:p>
          <a:p>
            <a:pPr lvl="1">
              <a:spcBef>
                <a:spcPts val="1200"/>
              </a:spcBef>
              <a:spcAft>
                <a:spcPts val="1200"/>
              </a:spcAft>
            </a:pPr>
            <a:r>
              <a:rPr lang="en-US" altLang="en-US" dirty="0"/>
              <a:t>IS-IS: Intermediate System to Intermediate System (OSPF’s closely related cousin)</a:t>
            </a:r>
          </a:p>
          <a:p>
            <a:pPr lvl="1">
              <a:spcBef>
                <a:spcPts val="1200"/>
              </a:spcBef>
              <a:spcAft>
                <a:spcPts val="1200"/>
              </a:spcAft>
            </a:pPr>
            <a:r>
              <a:rPr lang="en-US" altLang="en-US" dirty="0"/>
              <a:t>IGRP: Interior Gateway Routing Protocol (Cisco proprietary)</a:t>
            </a:r>
          </a:p>
        </p:txBody>
      </p:sp>
    </p:spTree>
    <p:extLst>
      <p:ext uri="{BB962C8B-B14F-4D97-AF65-F5344CB8AC3E}">
        <p14:creationId xmlns:p14="http://schemas.microsoft.com/office/powerpoint/2010/main" val="12427531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53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537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537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537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537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Slide Number Placeholder 56"/>
          <p:cNvSpPr>
            <a:spLocks noGrp="1"/>
          </p:cNvSpPr>
          <p:nvPr>
            <p:ph type="sldNum" sz="quarter" idx="4294967295"/>
          </p:nvPr>
        </p:nvSpPr>
        <p:spPr>
          <a:xfrm>
            <a:off x="8162925" y="6400800"/>
            <a:ext cx="676275" cy="457200"/>
          </a:xfrm>
          <a:prstGeom prst="rect">
            <a:avLst/>
          </a:prstGeom>
        </p:spPr>
        <p:txBody>
          <a:bodyPr/>
          <a:lstStyle/>
          <a:p>
            <a:fld id="{FCE5B2BF-BAC7-440D-9F83-4DEE3A040A48}" type="slidenum">
              <a:rPr lang="en-US" altLang="en-US"/>
              <a:pPr/>
              <a:t>28</a:t>
            </a:fld>
            <a:endParaRPr lang="en-US" altLang="en-US"/>
          </a:p>
        </p:txBody>
      </p:sp>
      <p:sp>
        <p:nvSpPr>
          <p:cNvPr id="486402" name="Rectangle 2"/>
          <p:cNvSpPr>
            <a:spLocks noGrp="1" noChangeArrowheads="1"/>
          </p:cNvSpPr>
          <p:nvPr>
            <p:ph type="title"/>
          </p:nvPr>
        </p:nvSpPr>
        <p:spPr>
          <a:xfrm>
            <a:off x="562768" y="-132556"/>
            <a:ext cx="8170863" cy="1143000"/>
          </a:xfrm>
        </p:spPr>
        <p:txBody>
          <a:bodyPr/>
          <a:lstStyle/>
          <a:p>
            <a:r>
              <a:rPr lang="en-US" altLang="en-US" sz="3600" dirty="0"/>
              <a:t>Routing Information Protocol (RIP)</a:t>
            </a:r>
          </a:p>
        </p:txBody>
      </p:sp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001EBF8F-B9A2-655B-C132-CF4F5D5D30F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300340948"/>
              </p:ext>
            </p:extLst>
          </p:nvPr>
        </p:nvGraphicFramePr>
        <p:xfrm>
          <a:off x="533399" y="1100138"/>
          <a:ext cx="8229600" cy="507206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70976E35-169C-A893-9B0E-BC0A3B26D50B}"/>
              </a:ext>
            </a:extLst>
          </p:cNvPr>
          <p:cNvSpPr txBox="1"/>
          <p:nvPr/>
        </p:nvSpPr>
        <p:spPr>
          <a:xfrm>
            <a:off x="2857500" y="6443990"/>
            <a:ext cx="34290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U" sz="1100" dirty="0"/>
              <a:t>Source: https://datatracker.ietf.org/doc/html/rfc2453</a:t>
            </a:r>
          </a:p>
        </p:txBody>
      </p:sp>
    </p:spTree>
    <p:extLst>
      <p:ext uri="{BB962C8B-B14F-4D97-AF65-F5344CB8AC3E}">
        <p14:creationId xmlns:p14="http://schemas.microsoft.com/office/powerpoint/2010/main" val="137077223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10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RIP Basics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BF350DC-B4FF-9D02-8984-35CE675263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143000"/>
            <a:ext cx="8229600" cy="5181600"/>
          </a:xfrm>
        </p:spPr>
        <p:txBody>
          <a:bodyPr/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GB" sz="2400" dirty="0"/>
              <a:t>A </a:t>
            </a:r>
            <a:r>
              <a:rPr lang="en-GB" sz="2400" dirty="0">
                <a:solidFill>
                  <a:srgbClr val="FF0000"/>
                </a:solidFill>
              </a:rPr>
              <a:t>Request message </a:t>
            </a:r>
            <a:r>
              <a:rPr lang="en-GB" sz="2400" dirty="0"/>
              <a:t>is used to ask for a response containing all or part of a router’s RIP table.</a:t>
            </a:r>
          </a:p>
          <a:p>
            <a:pPr lvl="1">
              <a:spcBef>
                <a:spcPts val="600"/>
              </a:spcBef>
              <a:spcAft>
                <a:spcPts val="600"/>
              </a:spcAft>
            </a:pPr>
            <a:r>
              <a:rPr lang="en-GB" sz="2200" dirty="0"/>
              <a:t>RIP table, known as a routing table, includes both the router’s distance vector and its forwarding table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endParaRPr lang="en-GB" dirty="0"/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GB" sz="2400" dirty="0"/>
              <a:t>A </a:t>
            </a:r>
            <a:r>
              <a:rPr lang="en-GB" sz="2400" dirty="0">
                <a:solidFill>
                  <a:srgbClr val="FF0000"/>
                </a:solidFill>
              </a:rPr>
              <a:t>Response message </a:t>
            </a:r>
            <a:r>
              <a:rPr lang="en-GB" sz="2400" dirty="0"/>
              <a:t>(also known as a </a:t>
            </a:r>
            <a:r>
              <a:rPr lang="en-GB" sz="2400" dirty="0">
                <a:solidFill>
                  <a:srgbClr val="FF0000"/>
                </a:solidFill>
              </a:rPr>
              <a:t>RIP advertisement</a:t>
            </a:r>
            <a:r>
              <a:rPr lang="en-GB" sz="2400" dirty="0"/>
              <a:t>) is for one of several different reasons:</a:t>
            </a:r>
          </a:p>
          <a:p>
            <a:pPr lvl="1">
              <a:spcBef>
                <a:spcPts val="600"/>
              </a:spcBef>
              <a:spcAft>
                <a:spcPts val="600"/>
              </a:spcAft>
            </a:pPr>
            <a:r>
              <a:rPr lang="en-GB" sz="2200" dirty="0"/>
              <a:t>Response to a specific query</a:t>
            </a:r>
          </a:p>
          <a:p>
            <a:pPr lvl="1">
              <a:spcBef>
                <a:spcPts val="600"/>
              </a:spcBef>
              <a:spcAft>
                <a:spcPts val="600"/>
              </a:spcAft>
            </a:pPr>
            <a:r>
              <a:rPr lang="en-GB" sz="2200" dirty="0"/>
              <a:t>Regular update (unsolicited response) </a:t>
            </a:r>
          </a:p>
          <a:p>
            <a:pPr lvl="1">
              <a:spcBef>
                <a:spcPts val="600"/>
              </a:spcBef>
              <a:spcAft>
                <a:spcPts val="600"/>
              </a:spcAft>
            </a:pPr>
            <a:r>
              <a:rPr lang="en-GB" sz="2200" dirty="0"/>
              <a:t>Triggered update caused by a route change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"/>
          </p:nvPr>
        </p:nvSpPr>
        <p:spPr>
          <a:prstGeom prst="rect">
            <a:avLst/>
          </a:prstGeom>
        </p:spPr>
        <p:txBody>
          <a:bodyPr/>
          <a:lstStyle/>
          <a:p>
            <a:fld id="{E78ED231-9667-4A02-BE2A-4195CA2A97D4}" type="slidenum">
              <a:rPr lang="en-US" altLang="en-US"/>
              <a:pPr/>
              <a:t>29</a:t>
            </a:fld>
            <a:endParaRPr lang="en-US" alt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C2190E8-77CA-AABF-9AC2-9CC40684C7A9}"/>
              </a:ext>
            </a:extLst>
          </p:cNvPr>
          <p:cNvSpPr txBox="1"/>
          <p:nvPr/>
        </p:nvSpPr>
        <p:spPr>
          <a:xfrm>
            <a:off x="2857500" y="6443990"/>
            <a:ext cx="34290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U" sz="1100" dirty="0"/>
              <a:t>Source: https://datatracker.ietf.org/doc/html/rfc2453</a:t>
            </a:r>
          </a:p>
        </p:txBody>
      </p:sp>
    </p:spTree>
    <p:extLst>
      <p:ext uri="{BB962C8B-B14F-4D97-AF65-F5344CB8AC3E}">
        <p14:creationId xmlns:p14="http://schemas.microsoft.com/office/powerpoint/2010/main" val="29900814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64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600" dirty="0"/>
              <a:t>RIP </a:t>
            </a:r>
            <a:r>
              <a:rPr lang="en-US" altLang="en-US" dirty="0"/>
              <a:t>Basics (cont.)</a:t>
            </a:r>
            <a:endParaRPr lang="en-US" altLang="en-US" sz="3600" dirty="0"/>
          </a:p>
        </p:txBody>
      </p:sp>
      <p:sp>
        <p:nvSpPr>
          <p:cNvPr id="486403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altLang="en-US" sz="2400" dirty="0"/>
              <a:t>Distance metric: # of hops (</a:t>
            </a:r>
            <a:r>
              <a:rPr lang="en-US" altLang="en-US" sz="2400" b="1" dirty="0"/>
              <a:t>max = 15 hops</a:t>
            </a:r>
            <a:r>
              <a:rPr lang="en-US" altLang="en-US" sz="2400" dirty="0"/>
              <a:t>)</a:t>
            </a:r>
          </a:p>
          <a:p>
            <a:pPr lvl="1">
              <a:spcBef>
                <a:spcPts val="600"/>
              </a:spcBef>
              <a:spcAft>
                <a:spcPts val="600"/>
              </a:spcAft>
            </a:pPr>
            <a:r>
              <a:rPr lang="en-US" altLang="en-US" sz="2000" dirty="0"/>
              <a:t> # of hops: # of subnets traversed along the shortest path from </a:t>
            </a:r>
            <a:r>
              <a:rPr lang="en-US" altLang="en-US" sz="2000" dirty="0">
                <a:solidFill>
                  <a:srgbClr val="FF0000"/>
                </a:solidFill>
              </a:rPr>
              <a:t>the source router </a:t>
            </a:r>
            <a:r>
              <a:rPr lang="en-US" altLang="en-US" sz="2000" dirty="0"/>
              <a:t>to </a:t>
            </a:r>
            <a:r>
              <a:rPr lang="en-US" altLang="en-US" sz="2000" dirty="0">
                <a:solidFill>
                  <a:srgbClr val="FF0000"/>
                </a:solidFill>
              </a:rPr>
              <a:t>the destination subnet</a:t>
            </a:r>
            <a:r>
              <a:rPr lang="en-US" altLang="en-US" sz="2000" dirty="0"/>
              <a:t>, including the destination subnet (e.g., source = A)  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buFont typeface="ZapfDingbats" pitchFamily="82" charset="2"/>
              <a:buNone/>
            </a:pPr>
            <a:endParaRPr lang="en-US" altLang="en-US" sz="2000" i="1" dirty="0">
              <a:solidFill>
                <a:schemeClr val="accent2"/>
              </a:solidFill>
            </a:endParaRPr>
          </a:p>
          <a:p>
            <a:pPr>
              <a:spcBef>
                <a:spcPts val="600"/>
              </a:spcBef>
              <a:spcAft>
                <a:spcPts val="600"/>
              </a:spcAft>
              <a:buFont typeface="ZapfDingbats" pitchFamily="82" charset="2"/>
              <a:buNone/>
            </a:pPr>
            <a:endParaRPr lang="en-US" altLang="en-US" sz="2400" dirty="0"/>
          </a:p>
        </p:txBody>
      </p:sp>
      <p:grpSp>
        <p:nvGrpSpPr>
          <p:cNvPr id="486404" name="Group 4"/>
          <p:cNvGrpSpPr>
            <a:grpSpLocks/>
          </p:cNvGrpSpPr>
          <p:nvPr/>
        </p:nvGrpSpPr>
        <p:grpSpPr bwMode="auto">
          <a:xfrm>
            <a:off x="956469" y="3155692"/>
            <a:ext cx="7231062" cy="2770187"/>
            <a:chOff x="432" y="1152"/>
            <a:chExt cx="4555" cy="1745"/>
          </a:xfrm>
        </p:grpSpPr>
        <p:grpSp>
          <p:nvGrpSpPr>
            <p:cNvPr id="486405" name="Group 5"/>
            <p:cNvGrpSpPr>
              <a:grpSpLocks/>
            </p:cNvGrpSpPr>
            <p:nvPr/>
          </p:nvGrpSpPr>
          <p:grpSpPr bwMode="auto">
            <a:xfrm>
              <a:off x="432" y="1152"/>
              <a:ext cx="2688" cy="1745"/>
              <a:chOff x="1824" y="912"/>
              <a:chExt cx="2688" cy="1745"/>
            </a:xfrm>
          </p:grpSpPr>
          <p:sp>
            <p:nvSpPr>
              <p:cNvPr id="486406" name="Freeform 6"/>
              <p:cNvSpPr>
                <a:spLocks/>
              </p:cNvSpPr>
              <p:nvPr/>
            </p:nvSpPr>
            <p:spPr bwMode="auto">
              <a:xfrm>
                <a:off x="1824" y="912"/>
                <a:ext cx="2688" cy="1745"/>
              </a:xfrm>
              <a:custGeom>
                <a:avLst/>
                <a:gdLst>
                  <a:gd name="T0" fmla="*/ 0 w 2250"/>
                  <a:gd name="T1" fmla="*/ 624 h 1409"/>
                  <a:gd name="T2" fmla="*/ 219 w 2250"/>
                  <a:gd name="T3" fmla="*/ 321 h 1409"/>
                  <a:gd name="T4" fmla="*/ 529 w 2250"/>
                  <a:gd name="T5" fmla="*/ 35 h 1409"/>
                  <a:gd name="T6" fmla="*/ 1551 w 2250"/>
                  <a:gd name="T7" fmla="*/ 111 h 1409"/>
                  <a:gd name="T8" fmla="*/ 1968 w 2250"/>
                  <a:gd name="T9" fmla="*/ 483 h 1409"/>
                  <a:gd name="T10" fmla="*/ 2199 w 2250"/>
                  <a:gd name="T11" fmla="*/ 906 h 1409"/>
                  <a:gd name="T12" fmla="*/ 1659 w 2250"/>
                  <a:gd name="T13" fmla="*/ 1314 h 1409"/>
                  <a:gd name="T14" fmla="*/ 993 w 2250"/>
                  <a:gd name="T15" fmla="*/ 1386 h 1409"/>
                  <a:gd name="T16" fmla="*/ 465 w 2250"/>
                  <a:gd name="T17" fmla="*/ 1356 h 1409"/>
                  <a:gd name="T18" fmla="*/ 102 w 2250"/>
                  <a:gd name="T19" fmla="*/ 1068 h 1409"/>
                  <a:gd name="T20" fmla="*/ 0 w 2250"/>
                  <a:gd name="T21" fmla="*/ 624 h 14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2250" h="1409">
                    <a:moveTo>
                      <a:pt x="0" y="624"/>
                    </a:moveTo>
                    <a:cubicBezTo>
                      <a:pt x="5" y="506"/>
                      <a:pt x="131" y="419"/>
                      <a:pt x="219" y="321"/>
                    </a:cubicBezTo>
                    <a:cubicBezTo>
                      <a:pt x="307" y="223"/>
                      <a:pt x="307" y="70"/>
                      <a:pt x="529" y="35"/>
                    </a:cubicBezTo>
                    <a:cubicBezTo>
                      <a:pt x="751" y="0"/>
                      <a:pt x="1311" y="36"/>
                      <a:pt x="1551" y="111"/>
                    </a:cubicBezTo>
                    <a:cubicBezTo>
                      <a:pt x="1791" y="186"/>
                      <a:pt x="1860" y="351"/>
                      <a:pt x="1968" y="483"/>
                    </a:cubicBezTo>
                    <a:cubicBezTo>
                      <a:pt x="2076" y="615"/>
                      <a:pt x="2250" y="767"/>
                      <a:pt x="2199" y="906"/>
                    </a:cubicBezTo>
                    <a:cubicBezTo>
                      <a:pt x="2148" y="1045"/>
                      <a:pt x="1860" y="1234"/>
                      <a:pt x="1659" y="1314"/>
                    </a:cubicBezTo>
                    <a:cubicBezTo>
                      <a:pt x="1458" y="1394"/>
                      <a:pt x="1192" y="1379"/>
                      <a:pt x="993" y="1386"/>
                    </a:cubicBezTo>
                    <a:cubicBezTo>
                      <a:pt x="794" y="1393"/>
                      <a:pt x="613" y="1409"/>
                      <a:pt x="465" y="1356"/>
                    </a:cubicBezTo>
                    <a:cubicBezTo>
                      <a:pt x="317" y="1303"/>
                      <a:pt x="180" y="1190"/>
                      <a:pt x="102" y="1068"/>
                    </a:cubicBezTo>
                    <a:cubicBezTo>
                      <a:pt x="24" y="946"/>
                      <a:pt x="21" y="716"/>
                      <a:pt x="0" y="624"/>
                    </a:cubicBezTo>
                    <a:close/>
                  </a:path>
                </a:pathLst>
              </a:custGeom>
              <a:solidFill>
                <a:srgbClr val="99CC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NZ"/>
              </a:p>
            </p:txBody>
          </p:sp>
          <p:sp>
            <p:nvSpPr>
              <p:cNvPr id="486407" name="Oval 7"/>
              <p:cNvSpPr>
                <a:spLocks noChangeArrowheads="1"/>
              </p:cNvSpPr>
              <p:nvPr/>
            </p:nvSpPr>
            <p:spPr bwMode="auto">
              <a:xfrm>
                <a:off x="2566" y="2186"/>
                <a:ext cx="313" cy="81"/>
              </a:xfrm>
              <a:prstGeom prst="ellipse">
                <a:avLst/>
              </a:prstGeom>
              <a:solidFill>
                <a:schemeClr val="hlink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NZ"/>
              </a:p>
            </p:txBody>
          </p:sp>
          <p:sp>
            <p:nvSpPr>
              <p:cNvPr id="486408" name="Line 8"/>
              <p:cNvSpPr>
                <a:spLocks noChangeShapeType="1"/>
              </p:cNvSpPr>
              <p:nvPr/>
            </p:nvSpPr>
            <p:spPr bwMode="auto">
              <a:xfrm>
                <a:off x="2566" y="2179"/>
                <a:ext cx="0" cy="5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NZ"/>
              </a:p>
            </p:txBody>
          </p:sp>
          <p:sp>
            <p:nvSpPr>
              <p:cNvPr id="486409" name="Line 9"/>
              <p:cNvSpPr>
                <a:spLocks noChangeShapeType="1"/>
              </p:cNvSpPr>
              <p:nvPr/>
            </p:nvSpPr>
            <p:spPr bwMode="auto">
              <a:xfrm>
                <a:off x="2879" y="2179"/>
                <a:ext cx="0" cy="5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NZ"/>
              </a:p>
            </p:txBody>
          </p:sp>
          <p:sp>
            <p:nvSpPr>
              <p:cNvPr id="486410" name="Rectangle 10"/>
              <p:cNvSpPr>
                <a:spLocks noChangeArrowheads="1"/>
              </p:cNvSpPr>
              <p:nvPr/>
            </p:nvSpPr>
            <p:spPr bwMode="auto">
              <a:xfrm>
                <a:off x="2566" y="2179"/>
                <a:ext cx="310" cy="49"/>
              </a:xfrm>
              <a:prstGeom prst="rect">
                <a:avLst/>
              </a:prstGeom>
              <a:solidFill>
                <a:schemeClr val="hlink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endParaRPr lang="en-US" altLang="en-US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486411" name="Oval 11"/>
              <p:cNvSpPr>
                <a:spLocks noChangeArrowheads="1"/>
              </p:cNvSpPr>
              <p:nvPr/>
            </p:nvSpPr>
            <p:spPr bwMode="auto">
              <a:xfrm>
                <a:off x="2563" y="2120"/>
                <a:ext cx="313" cy="95"/>
              </a:xfrm>
              <a:prstGeom prst="ellipse">
                <a:avLst/>
              </a:prstGeom>
              <a:solidFill>
                <a:schemeClr val="hlink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NZ"/>
              </a:p>
            </p:txBody>
          </p:sp>
          <p:sp>
            <p:nvSpPr>
              <p:cNvPr id="486412" name="Oval 12"/>
              <p:cNvSpPr>
                <a:spLocks noChangeArrowheads="1"/>
              </p:cNvSpPr>
              <p:nvPr/>
            </p:nvSpPr>
            <p:spPr bwMode="auto">
              <a:xfrm>
                <a:off x="2562" y="1496"/>
                <a:ext cx="313" cy="81"/>
              </a:xfrm>
              <a:prstGeom prst="ellipse">
                <a:avLst/>
              </a:prstGeom>
              <a:solidFill>
                <a:schemeClr val="hlink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NZ"/>
              </a:p>
            </p:txBody>
          </p:sp>
          <p:sp>
            <p:nvSpPr>
              <p:cNvPr id="486413" name="Line 13"/>
              <p:cNvSpPr>
                <a:spLocks noChangeShapeType="1"/>
              </p:cNvSpPr>
              <p:nvPr/>
            </p:nvSpPr>
            <p:spPr bwMode="auto">
              <a:xfrm>
                <a:off x="2562" y="1489"/>
                <a:ext cx="0" cy="5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NZ"/>
              </a:p>
            </p:txBody>
          </p:sp>
          <p:sp>
            <p:nvSpPr>
              <p:cNvPr id="486414" name="Line 14"/>
              <p:cNvSpPr>
                <a:spLocks noChangeShapeType="1"/>
              </p:cNvSpPr>
              <p:nvPr/>
            </p:nvSpPr>
            <p:spPr bwMode="auto">
              <a:xfrm>
                <a:off x="2875" y="1489"/>
                <a:ext cx="0" cy="5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NZ"/>
              </a:p>
            </p:txBody>
          </p:sp>
          <p:sp>
            <p:nvSpPr>
              <p:cNvPr id="486415" name="Rectangle 15"/>
              <p:cNvSpPr>
                <a:spLocks noChangeArrowheads="1"/>
              </p:cNvSpPr>
              <p:nvPr/>
            </p:nvSpPr>
            <p:spPr bwMode="auto">
              <a:xfrm>
                <a:off x="2562" y="1489"/>
                <a:ext cx="310" cy="49"/>
              </a:xfrm>
              <a:prstGeom prst="rect">
                <a:avLst/>
              </a:prstGeom>
              <a:solidFill>
                <a:schemeClr val="hlink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endParaRPr lang="en-US" altLang="en-US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486416" name="Oval 16"/>
              <p:cNvSpPr>
                <a:spLocks noChangeArrowheads="1"/>
              </p:cNvSpPr>
              <p:nvPr/>
            </p:nvSpPr>
            <p:spPr bwMode="auto">
              <a:xfrm>
                <a:off x="2559" y="1430"/>
                <a:ext cx="313" cy="95"/>
              </a:xfrm>
              <a:prstGeom prst="ellipse">
                <a:avLst/>
              </a:prstGeom>
              <a:solidFill>
                <a:schemeClr val="hlink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NZ"/>
              </a:p>
            </p:txBody>
          </p:sp>
          <p:sp>
            <p:nvSpPr>
              <p:cNvPr id="486417" name="Oval 17"/>
              <p:cNvSpPr>
                <a:spLocks noChangeArrowheads="1"/>
              </p:cNvSpPr>
              <p:nvPr/>
            </p:nvSpPr>
            <p:spPr bwMode="auto">
              <a:xfrm>
                <a:off x="3245" y="1492"/>
                <a:ext cx="312" cy="81"/>
              </a:xfrm>
              <a:prstGeom prst="ellipse">
                <a:avLst/>
              </a:prstGeom>
              <a:solidFill>
                <a:schemeClr val="hlink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NZ"/>
              </a:p>
            </p:txBody>
          </p:sp>
          <p:sp>
            <p:nvSpPr>
              <p:cNvPr id="486418" name="Line 18"/>
              <p:cNvSpPr>
                <a:spLocks noChangeShapeType="1"/>
              </p:cNvSpPr>
              <p:nvPr/>
            </p:nvSpPr>
            <p:spPr bwMode="auto">
              <a:xfrm>
                <a:off x="3245" y="1485"/>
                <a:ext cx="0" cy="5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NZ"/>
              </a:p>
            </p:txBody>
          </p:sp>
          <p:sp>
            <p:nvSpPr>
              <p:cNvPr id="486419" name="Line 19"/>
              <p:cNvSpPr>
                <a:spLocks noChangeShapeType="1"/>
              </p:cNvSpPr>
              <p:nvPr/>
            </p:nvSpPr>
            <p:spPr bwMode="auto">
              <a:xfrm>
                <a:off x="3557" y="1485"/>
                <a:ext cx="0" cy="5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NZ"/>
              </a:p>
            </p:txBody>
          </p:sp>
          <p:sp>
            <p:nvSpPr>
              <p:cNvPr id="486420" name="Rectangle 20"/>
              <p:cNvSpPr>
                <a:spLocks noChangeArrowheads="1"/>
              </p:cNvSpPr>
              <p:nvPr/>
            </p:nvSpPr>
            <p:spPr bwMode="auto">
              <a:xfrm>
                <a:off x="3245" y="1485"/>
                <a:ext cx="309" cy="49"/>
              </a:xfrm>
              <a:prstGeom prst="rect">
                <a:avLst/>
              </a:prstGeom>
              <a:solidFill>
                <a:schemeClr val="hlink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endParaRPr lang="en-US" altLang="en-US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486421" name="Oval 21"/>
              <p:cNvSpPr>
                <a:spLocks noChangeArrowheads="1"/>
              </p:cNvSpPr>
              <p:nvPr/>
            </p:nvSpPr>
            <p:spPr bwMode="auto">
              <a:xfrm>
                <a:off x="3248" y="1429"/>
                <a:ext cx="312" cy="95"/>
              </a:xfrm>
              <a:prstGeom prst="ellipse">
                <a:avLst/>
              </a:prstGeom>
              <a:solidFill>
                <a:schemeClr val="hlink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NZ"/>
              </a:p>
            </p:txBody>
          </p:sp>
          <p:sp>
            <p:nvSpPr>
              <p:cNvPr id="486422" name="Oval 22"/>
              <p:cNvSpPr>
                <a:spLocks noChangeArrowheads="1"/>
              </p:cNvSpPr>
              <p:nvPr/>
            </p:nvSpPr>
            <p:spPr bwMode="auto">
              <a:xfrm>
                <a:off x="3255" y="2183"/>
                <a:ext cx="313" cy="81"/>
              </a:xfrm>
              <a:prstGeom prst="ellipse">
                <a:avLst/>
              </a:prstGeom>
              <a:solidFill>
                <a:schemeClr val="hlink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NZ"/>
              </a:p>
            </p:txBody>
          </p:sp>
          <p:sp>
            <p:nvSpPr>
              <p:cNvPr id="486423" name="Line 23"/>
              <p:cNvSpPr>
                <a:spLocks noChangeShapeType="1"/>
              </p:cNvSpPr>
              <p:nvPr/>
            </p:nvSpPr>
            <p:spPr bwMode="auto">
              <a:xfrm>
                <a:off x="3255" y="2176"/>
                <a:ext cx="0" cy="5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NZ"/>
              </a:p>
            </p:txBody>
          </p:sp>
          <p:sp>
            <p:nvSpPr>
              <p:cNvPr id="486424" name="Rectangle 24"/>
              <p:cNvSpPr>
                <a:spLocks noChangeArrowheads="1"/>
              </p:cNvSpPr>
              <p:nvPr/>
            </p:nvSpPr>
            <p:spPr bwMode="auto">
              <a:xfrm>
                <a:off x="3255" y="2176"/>
                <a:ext cx="310" cy="49"/>
              </a:xfrm>
              <a:prstGeom prst="rect">
                <a:avLst/>
              </a:prstGeom>
              <a:solidFill>
                <a:schemeClr val="hlink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endParaRPr lang="en-US" altLang="en-US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486425" name="Oval 25"/>
              <p:cNvSpPr>
                <a:spLocks noChangeArrowheads="1"/>
              </p:cNvSpPr>
              <p:nvPr/>
            </p:nvSpPr>
            <p:spPr bwMode="auto">
              <a:xfrm>
                <a:off x="3252" y="2117"/>
                <a:ext cx="313" cy="95"/>
              </a:xfrm>
              <a:prstGeom prst="ellipse">
                <a:avLst/>
              </a:prstGeom>
              <a:solidFill>
                <a:schemeClr val="hlink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NZ"/>
              </a:p>
            </p:txBody>
          </p:sp>
          <p:sp>
            <p:nvSpPr>
              <p:cNvPr id="486426" name="Freeform 26"/>
              <p:cNvSpPr>
                <a:spLocks/>
              </p:cNvSpPr>
              <p:nvPr/>
            </p:nvSpPr>
            <p:spPr bwMode="auto">
              <a:xfrm>
                <a:off x="3411" y="1584"/>
                <a:ext cx="1" cy="522"/>
              </a:xfrm>
              <a:custGeom>
                <a:avLst/>
                <a:gdLst>
                  <a:gd name="T0" fmla="*/ 0 w 1"/>
                  <a:gd name="T1" fmla="*/ 0 h 522"/>
                  <a:gd name="T2" fmla="*/ 0 w 1"/>
                  <a:gd name="T3" fmla="*/ 522 h 52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1" h="522">
                    <a:moveTo>
                      <a:pt x="0" y="0"/>
                    </a:moveTo>
                    <a:lnTo>
                      <a:pt x="0" y="522"/>
                    </a:lnTo>
                  </a:path>
                </a:pathLst>
              </a:cu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NZ"/>
              </a:p>
            </p:txBody>
          </p:sp>
          <p:sp>
            <p:nvSpPr>
              <p:cNvPr id="486427" name="Freeform 27"/>
              <p:cNvSpPr>
                <a:spLocks/>
              </p:cNvSpPr>
              <p:nvPr/>
            </p:nvSpPr>
            <p:spPr bwMode="auto">
              <a:xfrm>
                <a:off x="2718" y="1590"/>
                <a:ext cx="1" cy="537"/>
              </a:xfrm>
              <a:custGeom>
                <a:avLst/>
                <a:gdLst>
                  <a:gd name="T0" fmla="*/ 0 w 1"/>
                  <a:gd name="T1" fmla="*/ 0 h 537"/>
                  <a:gd name="T2" fmla="*/ 0 w 1"/>
                  <a:gd name="T3" fmla="*/ 537 h 5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1" h="537">
                    <a:moveTo>
                      <a:pt x="0" y="0"/>
                    </a:moveTo>
                    <a:lnTo>
                      <a:pt x="0" y="537"/>
                    </a:lnTo>
                  </a:path>
                </a:pathLst>
              </a:cu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NZ"/>
              </a:p>
            </p:txBody>
          </p:sp>
          <p:sp>
            <p:nvSpPr>
              <p:cNvPr id="486428" name="Freeform 28"/>
              <p:cNvSpPr>
                <a:spLocks/>
              </p:cNvSpPr>
              <p:nvPr/>
            </p:nvSpPr>
            <p:spPr bwMode="auto">
              <a:xfrm>
                <a:off x="2889" y="2205"/>
                <a:ext cx="366" cy="1"/>
              </a:xfrm>
              <a:custGeom>
                <a:avLst/>
                <a:gdLst>
                  <a:gd name="T0" fmla="*/ 366 w 366"/>
                  <a:gd name="T1" fmla="*/ 0 h 1"/>
                  <a:gd name="T2" fmla="*/ 0 w 366"/>
                  <a:gd name="T3" fmla="*/ 0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366" h="1">
                    <a:moveTo>
                      <a:pt x="366" y="0"/>
                    </a:moveTo>
                    <a:lnTo>
                      <a:pt x="0" y="0"/>
                    </a:lnTo>
                  </a:path>
                </a:pathLst>
              </a:cu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NZ"/>
              </a:p>
            </p:txBody>
          </p:sp>
          <p:sp>
            <p:nvSpPr>
              <p:cNvPr id="486429" name="Freeform 29"/>
              <p:cNvSpPr>
                <a:spLocks/>
              </p:cNvSpPr>
              <p:nvPr/>
            </p:nvSpPr>
            <p:spPr bwMode="auto">
              <a:xfrm>
                <a:off x="2883" y="1515"/>
                <a:ext cx="366" cy="1"/>
              </a:xfrm>
              <a:custGeom>
                <a:avLst/>
                <a:gdLst>
                  <a:gd name="T0" fmla="*/ 366 w 366"/>
                  <a:gd name="T1" fmla="*/ 0 h 1"/>
                  <a:gd name="T2" fmla="*/ 0 w 366"/>
                  <a:gd name="T3" fmla="*/ 0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366" h="1">
                    <a:moveTo>
                      <a:pt x="366" y="0"/>
                    </a:moveTo>
                    <a:lnTo>
                      <a:pt x="0" y="0"/>
                    </a:lnTo>
                  </a:path>
                </a:pathLst>
              </a:cu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NZ"/>
              </a:p>
            </p:txBody>
          </p:sp>
          <p:grpSp>
            <p:nvGrpSpPr>
              <p:cNvPr id="486430" name="Group 30"/>
              <p:cNvGrpSpPr>
                <a:grpSpLocks/>
              </p:cNvGrpSpPr>
              <p:nvPr/>
            </p:nvGrpSpPr>
            <p:grpSpPr bwMode="auto">
              <a:xfrm>
                <a:off x="3298" y="2069"/>
                <a:ext cx="231" cy="250"/>
                <a:chOff x="2941" y="2429"/>
                <a:chExt cx="234" cy="250"/>
              </a:xfrm>
            </p:grpSpPr>
            <p:sp>
              <p:nvSpPr>
                <p:cNvPr id="486431" name="Rectangle 31"/>
                <p:cNvSpPr>
                  <a:spLocks noChangeArrowheads="1"/>
                </p:cNvSpPr>
                <p:nvPr/>
              </p:nvSpPr>
              <p:spPr bwMode="auto"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chemeClr val="hlink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NZ"/>
                </a:p>
              </p:txBody>
            </p:sp>
            <p:sp>
              <p:nvSpPr>
                <p:cNvPr id="486432" name="Text Box 32"/>
                <p:cNvSpPr txBox="1">
                  <a:spLocks noChangeArrowheads="1"/>
                </p:cNvSpPr>
                <p:nvPr/>
              </p:nvSpPr>
              <p:spPr bwMode="auto">
                <a:xfrm>
                  <a:off x="2941" y="2429"/>
                  <a:ext cx="234" cy="25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/>
                <a:p>
                  <a:pPr algn="ctr"/>
                  <a:r>
                    <a:rPr lang="en-US" altLang="en-US" sz="2000"/>
                    <a:t>D</a:t>
                  </a:r>
                  <a:endParaRPr lang="en-US" altLang="en-US" sz="2400">
                    <a:latin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486433" name="Group 33"/>
              <p:cNvGrpSpPr>
                <a:grpSpLocks/>
              </p:cNvGrpSpPr>
              <p:nvPr/>
            </p:nvGrpSpPr>
            <p:grpSpPr bwMode="auto">
              <a:xfrm>
                <a:off x="2616" y="2036"/>
                <a:ext cx="232" cy="288"/>
                <a:chOff x="2941" y="2399"/>
                <a:chExt cx="233" cy="288"/>
              </a:xfrm>
            </p:grpSpPr>
            <p:sp>
              <p:nvSpPr>
                <p:cNvPr id="486434" name="Rectangle 34"/>
                <p:cNvSpPr>
                  <a:spLocks noChangeArrowheads="1"/>
                </p:cNvSpPr>
                <p:nvPr/>
              </p:nvSpPr>
              <p:spPr bwMode="auto"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chemeClr val="hlink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NZ"/>
                </a:p>
              </p:txBody>
            </p:sp>
            <p:sp>
              <p:nvSpPr>
                <p:cNvPr id="486435" name="Text Box 35"/>
                <p:cNvSpPr txBox="1">
                  <a:spLocks noChangeArrowheads="1"/>
                </p:cNvSpPr>
                <p:nvPr/>
              </p:nvSpPr>
              <p:spPr bwMode="auto">
                <a:xfrm>
                  <a:off x="2941" y="2399"/>
                  <a:ext cx="233" cy="28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/>
                <a:p>
                  <a:pPr algn="ctr"/>
                  <a:r>
                    <a:rPr lang="en-US" altLang="en-US" sz="2400"/>
                    <a:t>C</a:t>
                  </a:r>
                </a:p>
              </p:txBody>
            </p:sp>
          </p:grpSp>
          <p:grpSp>
            <p:nvGrpSpPr>
              <p:cNvPr id="486436" name="Group 36"/>
              <p:cNvGrpSpPr>
                <a:grpSpLocks/>
              </p:cNvGrpSpPr>
              <p:nvPr/>
            </p:nvGrpSpPr>
            <p:grpSpPr bwMode="auto">
              <a:xfrm>
                <a:off x="3299" y="1379"/>
                <a:ext cx="217" cy="250"/>
                <a:chOff x="2948" y="2429"/>
                <a:chExt cx="220" cy="250"/>
              </a:xfrm>
            </p:grpSpPr>
            <p:sp>
              <p:nvSpPr>
                <p:cNvPr id="486437" name="Rectangle 37"/>
                <p:cNvSpPr>
                  <a:spLocks noChangeArrowheads="1"/>
                </p:cNvSpPr>
                <p:nvPr/>
              </p:nvSpPr>
              <p:spPr bwMode="auto"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chemeClr val="hlink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NZ"/>
                </a:p>
              </p:txBody>
            </p:sp>
            <p:sp>
              <p:nvSpPr>
                <p:cNvPr id="486438" name="Text Box 38"/>
                <p:cNvSpPr txBox="1">
                  <a:spLocks noChangeArrowheads="1"/>
                </p:cNvSpPr>
                <p:nvPr/>
              </p:nvSpPr>
              <p:spPr bwMode="auto">
                <a:xfrm>
                  <a:off x="2948" y="2429"/>
                  <a:ext cx="220" cy="25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/>
                <a:p>
                  <a:pPr algn="ctr"/>
                  <a:r>
                    <a:rPr lang="en-US" altLang="en-US" sz="2000"/>
                    <a:t>B</a:t>
                  </a:r>
                  <a:endParaRPr lang="en-US" altLang="en-US" sz="2400">
                    <a:latin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486439" name="Group 39"/>
              <p:cNvGrpSpPr>
                <a:grpSpLocks/>
              </p:cNvGrpSpPr>
              <p:nvPr/>
            </p:nvGrpSpPr>
            <p:grpSpPr bwMode="auto">
              <a:xfrm>
                <a:off x="2607" y="1379"/>
                <a:ext cx="233" cy="250"/>
                <a:chOff x="2940" y="2429"/>
                <a:chExt cx="236" cy="250"/>
              </a:xfrm>
            </p:grpSpPr>
            <p:sp>
              <p:nvSpPr>
                <p:cNvPr id="486440" name="Rectangle 40"/>
                <p:cNvSpPr>
                  <a:spLocks noChangeArrowheads="1"/>
                </p:cNvSpPr>
                <p:nvPr/>
              </p:nvSpPr>
              <p:spPr bwMode="auto"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chemeClr val="hlink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NZ"/>
                </a:p>
              </p:txBody>
            </p:sp>
            <p:sp>
              <p:nvSpPr>
                <p:cNvPr id="486441" name="Text Box 41"/>
                <p:cNvSpPr txBox="1">
                  <a:spLocks noChangeArrowheads="1"/>
                </p:cNvSpPr>
                <p:nvPr/>
              </p:nvSpPr>
              <p:spPr bwMode="auto">
                <a:xfrm>
                  <a:off x="2940" y="2429"/>
                  <a:ext cx="236" cy="25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/>
                <a:p>
                  <a:pPr algn="ctr"/>
                  <a:r>
                    <a:rPr lang="en-US" altLang="en-US" sz="2000"/>
                    <a:t>A</a:t>
                  </a:r>
                  <a:endParaRPr lang="en-US" altLang="en-US" sz="2400">
                    <a:latin typeface="Times New Roman" panose="02020603050405020304" pitchFamily="18" charset="0"/>
                  </a:endParaRPr>
                </a:p>
              </p:txBody>
            </p:sp>
          </p:grpSp>
          <p:sp>
            <p:nvSpPr>
              <p:cNvPr id="486442" name="Line 42"/>
              <p:cNvSpPr>
                <a:spLocks noChangeShapeType="1"/>
              </p:cNvSpPr>
              <p:nvPr/>
            </p:nvSpPr>
            <p:spPr bwMode="auto">
              <a:xfrm>
                <a:off x="3552" y="1488"/>
                <a:ext cx="336" cy="14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NZ"/>
              </a:p>
            </p:txBody>
          </p:sp>
          <p:sp>
            <p:nvSpPr>
              <p:cNvPr id="486443" name="Line 43"/>
              <p:cNvSpPr>
                <a:spLocks noChangeShapeType="1"/>
              </p:cNvSpPr>
              <p:nvPr/>
            </p:nvSpPr>
            <p:spPr bwMode="auto">
              <a:xfrm flipV="1">
                <a:off x="3504" y="1248"/>
                <a:ext cx="144" cy="19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NZ"/>
              </a:p>
            </p:txBody>
          </p:sp>
          <p:sp>
            <p:nvSpPr>
              <p:cNvPr id="486444" name="Line 44"/>
              <p:cNvSpPr>
                <a:spLocks noChangeShapeType="1"/>
              </p:cNvSpPr>
              <p:nvPr/>
            </p:nvSpPr>
            <p:spPr bwMode="auto">
              <a:xfrm flipV="1">
                <a:off x="3552" y="1920"/>
                <a:ext cx="240" cy="24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NZ"/>
              </a:p>
            </p:txBody>
          </p:sp>
          <p:sp>
            <p:nvSpPr>
              <p:cNvPr id="486445" name="Line 45"/>
              <p:cNvSpPr>
                <a:spLocks noChangeShapeType="1"/>
              </p:cNvSpPr>
              <p:nvPr/>
            </p:nvSpPr>
            <p:spPr bwMode="auto">
              <a:xfrm>
                <a:off x="3552" y="2208"/>
                <a:ext cx="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NZ"/>
              </a:p>
            </p:txBody>
          </p:sp>
          <p:sp>
            <p:nvSpPr>
              <p:cNvPr id="486446" name="Line 46"/>
              <p:cNvSpPr>
                <a:spLocks noChangeShapeType="1"/>
              </p:cNvSpPr>
              <p:nvPr/>
            </p:nvSpPr>
            <p:spPr bwMode="auto">
              <a:xfrm>
                <a:off x="3552" y="2208"/>
                <a:ext cx="288" cy="9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NZ"/>
              </a:p>
            </p:txBody>
          </p:sp>
          <p:sp>
            <p:nvSpPr>
              <p:cNvPr id="486447" name="Line 47"/>
              <p:cNvSpPr>
                <a:spLocks noChangeShapeType="1"/>
              </p:cNvSpPr>
              <p:nvPr/>
            </p:nvSpPr>
            <p:spPr bwMode="auto">
              <a:xfrm flipH="1" flipV="1">
                <a:off x="2352" y="1200"/>
                <a:ext cx="288" cy="24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NZ"/>
              </a:p>
            </p:txBody>
          </p:sp>
          <p:sp>
            <p:nvSpPr>
              <p:cNvPr id="486448" name="Line 48"/>
              <p:cNvSpPr>
                <a:spLocks noChangeShapeType="1"/>
              </p:cNvSpPr>
              <p:nvPr/>
            </p:nvSpPr>
            <p:spPr bwMode="auto">
              <a:xfrm flipH="1" flipV="1">
                <a:off x="2208" y="2112"/>
                <a:ext cx="384" cy="4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NZ"/>
              </a:p>
            </p:txBody>
          </p:sp>
          <p:sp>
            <p:nvSpPr>
              <p:cNvPr id="486449" name="Text Box 49"/>
              <p:cNvSpPr txBox="1">
                <a:spLocks noChangeArrowheads="1"/>
              </p:cNvSpPr>
              <p:nvPr/>
            </p:nvSpPr>
            <p:spPr bwMode="auto">
              <a:xfrm>
                <a:off x="2448" y="1104"/>
                <a:ext cx="191" cy="2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eaLnBrk="1" hangingPunct="1"/>
                <a:r>
                  <a:rPr lang="en-US" altLang="en-US" dirty="0"/>
                  <a:t>u</a:t>
                </a:r>
              </a:p>
            </p:txBody>
          </p:sp>
          <p:sp>
            <p:nvSpPr>
              <p:cNvPr id="486450" name="Text Box 50"/>
              <p:cNvSpPr txBox="1">
                <a:spLocks noChangeArrowheads="1"/>
              </p:cNvSpPr>
              <p:nvPr/>
            </p:nvSpPr>
            <p:spPr bwMode="auto">
              <a:xfrm>
                <a:off x="3408" y="1107"/>
                <a:ext cx="186" cy="2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eaLnBrk="1" hangingPunct="1"/>
                <a:r>
                  <a:rPr lang="en-US" altLang="en-US"/>
                  <a:t>v</a:t>
                </a:r>
              </a:p>
            </p:txBody>
          </p:sp>
          <p:sp>
            <p:nvSpPr>
              <p:cNvPr id="486451" name="Text Box 51"/>
              <p:cNvSpPr txBox="1">
                <a:spLocks noChangeArrowheads="1"/>
              </p:cNvSpPr>
              <p:nvPr/>
            </p:nvSpPr>
            <p:spPr bwMode="auto">
              <a:xfrm>
                <a:off x="3648" y="1347"/>
                <a:ext cx="215" cy="2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eaLnBrk="1" hangingPunct="1"/>
                <a:r>
                  <a:rPr lang="en-US" altLang="en-US"/>
                  <a:t>w</a:t>
                </a:r>
              </a:p>
            </p:txBody>
          </p:sp>
          <p:sp>
            <p:nvSpPr>
              <p:cNvPr id="486452" name="Text Box 52"/>
              <p:cNvSpPr txBox="1">
                <a:spLocks noChangeArrowheads="1"/>
              </p:cNvSpPr>
              <p:nvPr/>
            </p:nvSpPr>
            <p:spPr bwMode="auto">
              <a:xfrm>
                <a:off x="3696" y="1923"/>
                <a:ext cx="201" cy="2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eaLnBrk="1" hangingPunct="1"/>
                <a:r>
                  <a:rPr lang="en-US" altLang="en-US"/>
                  <a:t>x</a:t>
                </a:r>
              </a:p>
            </p:txBody>
          </p:sp>
          <p:sp>
            <p:nvSpPr>
              <p:cNvPr id="486453" name="Text Box 53"/>
              <p:cNvSpPr txBox="1">
                <a:spLocks noChangeArrowheads="1"/>
              </p:cNvSpPr>
              <p:nvPr/>
            </p:nvSpPr>
            <p:spPr bwMode="auto">
              <a:xfrm>
                <a:off x="3600" y="2259"/>
                <a:ext cx="191" cy="2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eaLnBrk="1" hangingPunct="1"/>
                <a:r>
                  <a:rPr lang="en-US" altLang="en-US"/>
                  <a:t>y</a:t>
                </a:r>
              </a:p>
            </p:txBody>
          </p:sp>
          <p:sp>
            <p:nvSpPr>
              <p:cNvPr id="486454" name="Text Box 54"/>
              <p:cNvSpPr txBox="1">
                <a:spLocks noChangeArrowheads="1"/>
              </p:cNvSpPr>
              <p:nvPr/>
            </p:nvSpPr>
            <p:spPr bwMode="auto">
              <a:xfrm>
                <a:off x="2304" y="2115"/>
                <a:ext cx="193" cy="2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eaLnBrk="1" hangingPunct="1"/>
                <a:r>
                  <a:rPr lang="en-US" altLang="en-US"/>
                  <a:t>z</a:t>
                </a:r>
              </a:p>
            </p:txBody>
          </p:sp>
        </p:grpSp>
        <p:sp>
          <p:nvSpPr>
            <p:cNvPr id="486455" name="Text Box 55"/>
            <p:cNvSpPr txBox="1">
              <a:spLocks noChangeArrowheads="1"/>
            </p:cNvSpPr>
            <p:nvPr/>
          </p:nvSpPr>
          <p:spPr bwMode="auto">
            <a:xfrm>
              <a:off x="3686" y="1274"/>
              <a:ext cx="1301" cy="144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1" hangingPunct="1"/>
              <a:r>
                <a:rPr lang="en-US" altLang="en-US" u="sng"/>
                <a:t>destination</a:t>
              </a:r>
              <a:r>
                <a:rPr lang="en-US" altLang="en-US"/>
                <a:t>   </a:t>
              </a:r>
              <a:r>
                <a:rPr lang="en-US" altLang="en-US" u="sng"/>
                <a:t>hops</a:t>
              </a:r>
            </a:p>
            <a:p>
              <a:pPr eaLnBrk="1" hangingPunct="1"/>
              <a:r>
                <a:rPr lang="en-US" altLang="en-US"/>
                <a:t>      u                1</a:t>
              </a:r>
            </a:p>
            <a:p>
              <a:pPr eaLnBrk="1" hangingPunct="1"/>
              <a:r>
                <a:rPr lang="en-US" altLang="en-US"/>
                <a:t>      v                2</a:t>
              </a:r>
            </a:p>
            <a:p>
              <a:pPr eaLnBrk="1" hangingPunct="1"/>
              <a:r>
                <a:rPr lang="en-US" altLang="en-US"/>
                <a:t>      w               2</a:t>
              </a:r>
            </a:p>
            <a:p>
              <a:pPr eaLnBrk="1" hangingPunct="1"/>
              <a:r>
                <a:rPr lang="en-US" altLang="en-US"/>
                <a:t>      x                3</a:t>
              </a:r>
            </a:p>
            <a:p>
              <a:pPr eaLnBrk="1" hangingPunct="1"/>
              <a:r>
                <a:rPr lang="en-US" altLang="en-US"/>
                <a:t>      y                3</a:t>
              </a:r>
            </a:p>
            <a:p>
              <a:pPr eaLnBrk="1" hangingPunct="1"/>
              <a:r>
                <a:rPr lang="en-US" altLang="en-US"/>
                <a:t>      z                2</a:t>
              </a:r>
            </a:p>
            <a:p>
              <a:pPr eaLnBrk="1" hangingPunct="1"/>
              <a:r>
                <a:rPr lang="en-US" altLang="en-US">
                  <a:latin typeface="Arial" panose="020B0604020202020204" pitchFamily="34" charset="0"/>
                </a:rPr>
                <a:t>  </a:t>
              </a:r>
            </a:p>
          </p:txBody>
        </p:sp>
      </p:grpSp>
      <p:sp>
        <p:nvSpPr>
          <p:cNvPr id="2" name="Slide Number Placeholder 4">
            <a:extLst>
              <a:ext uri="{FF2B5EF4-FFF2-40B4-BE49-F238E27FC236}">
                <a16:creationId xmlns:a16="http://schemas.microsoft.com/office/drawing/2014/main" id="{66C2588F-35A4-9C0C-CAA2-2109055932E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972300" y="6553200"/>
            <a:ext cx="2011363" cy="278273"/>
          </a:xfrm>
          <a:prstGeom prst="rect">
            <a:avLst/>
          </a:prstGeom>
        </p:spPr>
        <p:txBody>
          <a:bodyPr/>
          <a:lstStyle/>
          <a:p>
            <a:fld id="{E78ED231-9667-4A02-BE2A-4195CA2A97D4}" type="slidenum">
              <a:rPr lang="en-US" altLang="en-US"/>
              <a:pPr/>
              <a:t>30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97512548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10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RIP Basics (cont.)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BF350DC-B4FF-9D02-8984-35CE675263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135064"/>
            <a:ext cx="8229600" cy="1760536"/>
          </a:xfrm>
        </p:spPr>
        <p:txBody>
          <a:bodyPr/>
          <a:lstStyle/>
          <a:p>
            <a:pPr>
              <a:spcBef>
                <a:spcPts val="1200"/>
              </a:spcBef>
              <a:spcAft>
                <a:spcPts val="600"/>
              </a:spcAft>
            </a:pPr>
            <a:r>
              <a:rPr lang="en-GB" sz="2800" dirty="0"/>
              <a:t>RIP is a </a:t>
            </a:r>
            <a:r>
              <a:rPr lang="en-GB" sz="2800" dirty="0">
                <a:solidFill>
                  <a:srgbClr val="FF0000"/>
                </a:solidFill>
              </a:rPr>
              <a:t>UDP-based protocol </a:t>
            </a:r>
            <a:r>
              <a:rPr lang="en-GB" sz="2800" dirty="0"/>
              <a:t>(port number 520)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lang="en-GB" sz="2800" dirty="0"/>
              <a:t>RIP is typically implemented as an </a:t>
            </a:r>
            <a:r>
              <a:rPr lang="en-GB" sz="2800" dirty="0">
                <a:solidFill>
                  <a:srgbClr val="FF0000"/>
                </a:solidFill>
              </a:rPr>
              <a:t>application-layer process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"/>
          </p:nvPr>
        </p:nvSpPr>
        <p:spPr>
          <a:prstGeom prst="rect">
            <a:avLst/>
          </a:prstGeom>
        </p:spPr>
        <p:txBody>
          <a:bodyPr/>
          <a:lstStyle/>
          <a:p>
            <a:fld id="{E78ED231-9667-4A02-BE2A-4195CA2A97D4}" type="slidenum">
              <a:rPr lang="en-US" altLang="en-US"/>
              <a:pPr/>
              <a:t>31</a:t>
            </a:fld>
            <a:endParaRPr lang="en-US" altLang="en-US"/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18EE9E7E-BF07-33D3-99DF-8E1A0F2DB3C7}"/>
              </a:ext>
            </a:extLst>
          </p:cNvPr>
          <p:cNvGrpSpPr/>
          <p:nvPr/>
        </p:nvGrpSpPr>
        <p:grpSpPr>
          <a:xfrm>
            <a:off x="1263650" y="3346450"/>
            <a:ext cx="6716713" cy="2814638"/>
            <a:chOff x="1263650" y="3346450"/>
            <a:chExt cx="6716713" cy="2814638"/>
          </a:xfrm>
        </p:grpSpPr>
        <p:sp>
          <p:nvSpPr>
            <p:cNvPr id="2" name="Text Box 4">
              <a:extLst>
                <a:ext uri="{FF2B5EF4-FFF2-40B4-BE49-F238E27FC236}">
                  <a16:creationId xmlns:a16="http://schemas.microsoft.com/office/drawing/2014/main" id="{9F277F99-E3F0-2D1A-28A6-38C10EDE7A3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63650" y="5778500"/>
              <a:ext cx="2655888" cy="37623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lang="en-US" altLang="en-US" dirty="0"/>
                <a:t>Physical</a:t>
              </a:r>
            </a:p>
          </p:txBody>
        </p:sp>
        <p:sp>
          <p:nvSpPr>
            <p:cNvPr id="3" name="Text Box 5">
              <a:extLst>
                <a:ext uri="{FF2B5EF4-FFF2-40B4-BE49-F238E27FC236}">
                  <a16:creationId xmlns:a16="http://schemas.microsoft.com/office/drawing/2014/main" id="{E9C09641-6A2F-F5CA-F791-1C0352C4E7D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68413" y="5402263"/>
              <a:ext cx="2651125" cy="376237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lang="en-US" altLang="en-US" dirty="0"/>
                <a:t>Data link</a:t>
              </a:r>
            </a:p>
          </p:txBody>
        </p:sp>
        <p:sp>
          <p:nvSpPr>
            <p:cNvPr id="6" name="Text Box 6">
              <a:extLst>
                <a:ext uri="{FF2B5EF4-FFF2-40B4-BE49-F238E27FC236}">
                  <a16:creationId xmlns:a16="http://schemas.microsoft.com/office/drawing/2014/main" id="{21A97914-627C-7023-AE7B-7CDE414895B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68413" y="4751388"/>
              <a:ext cx="2651125" cy="650875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lang="en-US" altLang="en-US" dirty="0"/>
                <a:t>Network     Forwarding</a:t>
              </a:r>
            </a:p>
            <a:p>
              <a:r>
                <a:rPr lang="en-US" altLang="en-US" dirty="0"/>
                <a:t>   (IP)            table</a:t>
              </a:r>
            </a:p>
          </p:txBody>
        </p:sp>
        <p:sp>
          <p:nvSpPr>
            <p:cNvPr id="7" name="Rectangle 7">
              <a:extLst>
                <a:ext uri="{FF2B5EF4-FFF2-40B4-BE49-F238E27FC236}">
                  <a16:creationId xmlns:a16="http://schemas.microsoft.com/office/drawing/2014/main" id="{ABFBE3B5-C4FE-22EC-5B3C-FEB0D13E5DD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16176" y="4787209"/>
              <a:ext cx="1233488" cy="574675"/>
            </a:xfrm>
            <a:prstGeom prst="rect">
              <a:avLst/>
            </a:prstGeom>
            <a:noFill/>
            <a:ln w="9525">
              <a:solidFill>
                <a:srgbClr val="FF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NZ"/>
            </a:p>
          </p:txBody>
        </p:sp>
        <p:sp>
          <p:nvSpPr>
            <p:cNvPr id="8" name="Text Box 8">
              <a:extLst>
                <a:ext uri="{FF2B5EF4-FFF2-40B4-BE49-F238E27FC236}">
                  <a16:creationId xmlns:a16="http://schemas.microsoft.com/office/drawing/2014/main" id="{50866DAE-8151-F478-ECBD-22AF512A9F4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68413" y="4100513"/>
              <a:ext cx="2651125" cy="650875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lang="en-US" altLang="en-US"/>
                <a:t>Transprt</a:t>
              </a:r>
            </a:p>
            <a:p>
              <a:r>
                <a:rPr lang="en-US" altLang="en-US"/>
                <a:t>  (UDP)</a:t>
              </a:r>
            </a:p>
          </p:txBody>
        </p:sp>
        <p:grpSp>
          <p:nvGrpSpPr>
            <p:cNvPr id="9" name="Group 9">
              <a:extLst>
                <a:ext uri="{FF2B5EF4-FFF2-40B4-BE49-F238E27FC236}">
                  <a16:creationId xmlns:a16="http://schemas.microsoft.com/office/drawing/2014/main" id="{62A58BAB-5CF5-6686-925F-9601BBDA27B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112963" y="3346450"/>
              <a:ext cx="1258887" cy="560388"/>
              <a:chOff x="1315" y="2154"/>
              <a:chExt cx="793" cy="353"/>
            </a:xfrm>
          </p:grpSpPr>
          <p:sp>
            <p:nvSpPr>
              <p:cNvPr id="10" name="Oval 10">
                <a:extLst>
                  <a:ext uri="{FF2B5EF4-FFF2-40B4-BE49-F238E27FC236}">
                    <a16:creationId xmlns:a16="http://schemas.microsoft.com/office/drawing/2014/main" id="{1419CFC6-328C-8644-6882-9C54E0BBF70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15" y="2154"/>
                <a:ext cx="793" cy="353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NZ"/>
              </a:p>
            </p:txBody>
          </p:sp>
          <p:sp>
            <p:nvSpPr>
              <p:cNvPr id="11" name="Text Box 11">
                <a:extLst>
                  <a:ext uri="{FF2B5EF4-FFF2-40B4-BE49-F238E27FC236}">
                    <a16:creationId xmlns:a16="http://schemas.microsoft.com/office/drawing/2014/main" id="{7E474761-9C82-48BF-BA1C-95D8B0BA064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434" y="2211"/>
                <a:ext cx="568" cy="2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 altLang="en-US"/>
                  <a:t>routed</a:t>
                </a:r>
              </a:p>
            </p:txBody>
          </p:sp>
        </p:grpSp>
        <p:sp>
          <p:nvSpPr>
            <p:cNvPr id="12" name="Line 12">
              <a:extLst>
                <a:ext uri="{FF2B5EF4-FFF2-40B4-BE49-F238E27FC236}">
                  <a16:creationId xmlns:a16="http://schemas.microsoft.com/office/drawing/2014/main" id="{54F4AC8E-7E99-B04C-BD29-DB0D6025939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381250" y="3883025"/>
              <a:ext cx="0" cy="2060574"/>
            </a:xfrm>
            <a:prstGeom prst="line">
              <a:avLst/>
            </a:prstGeom>
            <a:noFill/>
            <a:ln w="19050">
              <a:solidFill>
                <a:schemeClr val="accent2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NZ" dirty="0"/>
            </a:p>
          </p:txBody>
        </p:sp>
        <p:sp>
          <p:nvSpPr>
            <p:cNvPr id="13" name="Text Box 13">
              <a:extLst>
                <a:ext uri="{FF2B5EF4-FFF2-40B4-BE49-F238E27FC236}">
                  <a16:creationId xmlns:a16="http://schemas.microsoft.com/office/drawing/2014/main" id="{62860A0B-D462-26FE-0A03-5AE8A30F359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324475" y="5784850"/>
              <a:ext cx="2655888" cy="37623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r"/>
              <a:r>
                <a:rPr lang="en-US" altLang="en-US" dirty="0"/>
                <a:t>Physical</a:t>
              </a:r>
            </a:p>
          </p:txBody>
        </p:sp>
        <p:sp>
          <p:nvSpPr>
            <p:cNvPr id="14" name="Text Box 14">
              <a:extLst>
                <a:ext uri="{FF2B5EF4-FFF2-40B4-BE49-F238E27FC236}">
                  <a16:creationId xmlns:a16="http://schemas.microsoft.com/office/drawing/2014/main" id="{F0B75718-900D-4E93-E022-74B9806D553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329238" y="5408613"/>
              <a:ext cx="2651125" cy="376237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r"/>
              <a:r>
                <a:rPr lang="en-US" altLang="en-US" dirty="0"/>
                <a:t>Data link</a:t>
              </a:r>
            </a:p>
          </p:txBody>
        </p:sp>
        <p:sp>
          <p:nvSpPr>
            <p:cNvPr id="15" name="Text Box 15">
              <a:extLst>
                <a:ext uri="{FF2B5EF4-FFF2-40B4-BE49-F238E27FC236}">
                  <a16:creationId xmlns:a16="http://schemas.microsoft.com/office/drawing/2014/main" id="{C23E3E42-18E9-031A-EE0B-EDB91DF9690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329238" y="4757738"/>
              <a:ext cx="2651125" cy="650875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r"/>
              <a:r>
                <a:rPr lang="en-US" altLang="en-US" dirty="0"/>
                <a:t>Network</a:t>
              </a:r>
            </a:p>
            <a:p>
              <a:pPr algn="r"/>
              <a:r>
                <a:rPr lang="en-US" altLang="en-US" dirty="0"/>
                <a:t>   (IP)</a:t>
              </a:r>
            </a:p>
          </p:txBody>
        </p:sp>
        <p:sp>
          <p:nvSpPr>
            <p:cNvPr id="16" name="Text Box 16">
              <a:extLst>
                <a:ext uri="{FF2B5EF4-FFF2-40B4-BE49-F238E27FC236}">
                  <a16:creationId xmlns:a16="http://schemas.microsoft.com/office/drawing/2014/main" id="{9AF8C6EF-721A-9EC2-5C02-44F7FF93C7A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329238" y="4106863"/>
              <a:ext cx="2651125" cy="650875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r"/>
              <a:r>
                <a:rPr lang="en-US" altLang="en-US"/>
                <a:t>Transprt</a:t>
              </a:r>
            </a:p>
            <a:p>
              <a:pPr algn="r"/>
              <a:r>
                <a:rPr lang="en-US" altLang="en-US"/>
                <a:t>  (UDP)</a:t>
              </a:r>
            </a:p>
          </p:txBody>
        </p:sp>
        <p:grpSp>
          <p:nvGrpSpPr>
            <p:cNvPr id="17" name="Group 17">
              <a:extLst>
                <a:ext uri="{FF2B5EF4-FFF2-40B4-BE49-F238E27FC236}">
                  <a16:creationId xmlns:a16="http://schemas.microsoft.com/office/drawing/2014/main" id="{07C79895-0E08-EA04-06E0-15D064B20CB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978525" y="3352800"/>
              <a:ext cx="1258888" cy="560388"/>
              <a:chOff x="1315" y="2154"/>
              <a:chExt cx="793" cy="353"/>
            </a:xfrm>
          </p:grpSpPr>
          <p:sp>
            <p:nvSpPr>
              <p:cNvPr id="18" name="Oval 18">
                <a:extLst>
                  <a:ext uri="{FF2B5EF4-FFF2-40B4-BE49-F238E27FC236}">
                    <a16:creationId xmlns:a16="http://schemas.microsoft.com/office/drawing/2014/main" id="{4E3741E1-3148-BFF0-12D0-066B34C4532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15" y="2154"/>
                <a:ext cx="793" cy="353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NZ"/>
              </a:p>
            </p:txBody>
          </p:sp>
          <p:sp>
            <p:nvSpPr>
              <p:cNvPr id="19" name="Text Box 19">
                <a:extLst>
                  <a:ext uri="{FF2B5EF4-FFF2-40B4-BE49-F238E27FC236}">
                    <a16:creationId xmlns:a16="http://schemas.microsoft.com/office/drawing/2014/main" id="{D7CDE2FB-E5CC-C5AC-5B0A-672A3FF9871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434" y="2211"/>
                <a:ext cx="568" cy="2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 altLang="en-US"/>
                  <a:t>routed</a:t>
                </a:r>
              </a:p>
            </p:txBody>
          </p:sp>
        </p:grpSp>
        <p:sp>
          <p:nvSpPr>
            <p:cNvPr id="20" name="Line 20">
              <a:extLst>
                <a:ext uri="{FF2B5EF4-FFF2-40B4-BE49-F238E27FC236}">
                  <a16:creationId xmlns:a16="http://schemas.microsoft.com/office/drawing/2014/main" id="{42CA9ED8-B73D-C129-672B-49CE3965396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6781802" y="3925888"/>
              <a:ext cx="3173" cy="2017711"/>
            </a:xfrm>
            <a:prstGeom prst="line">
              <a:avLst/>
            </a:prstGeom>
            <a:noFill/>
            <a:ln w="19050">
              <a:solidFill>
                <a:schemeClr val="accent2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NZ"/>
            </a:p>
          </p:txBody>
        </p:sp>
        <p:sp>
          <p:nvSpPr>
            <p:cNvPr id="21" name="Rectangle 21">
              <a:extLst>
                <a:ext uri="{FF2B5EF4-FFF2-40B4-BE49-F238E27FC236}">
                  <a16:creationId xmlns:a16="http://schemas.microsoft.com/office/drawing/2014/main" id="{5449A7C8-1844-3A15-6137-B31C8FD987D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64163" y="4794250"/>
              <a:ext cx="1233487" cy="574675"/>
            </a:xfrm>
            <a:prstGeom prst="rect">
              <a:avLst/>
            </a:prstGeom>
            <a:noFill/>
            <a:ln w="9525">
              <a:solidFill>
                <a:srgbClr val="FF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en-US" dirty="0"/>
                <a:t>Forwarding</a:t>
              </a:r>
            </a:p>
            <a:p>
              <a:pPr algn="ctr"/>
              <a:r>
                <a:rPr lang="en-US" altLang="en-US" dirty="0"/>
                <a:t>table</a:t>
              </a:r>
            </a:p>
          </p:txBody>
        </p:sp>
        <p:sp>
          <p:nvSpPr>
            <p:cNvPr id="22" name="Line 22">
              <a:extLst>
                <a:ext uri="{FF2B5EF4-FFF2-40B4-BE49-F238E27FC236}">
                  <a16:creationId xmlns:a16="http://schemas.microsoft.com/office/drawing/2014/main" id="{0BAA0415-5B4A-F6BD-FA87-43B679812F6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81250" y="5943600"/>
              <a:ext cx="4408488" cy="0"/>
            </a:xfrm>
            <a:prstGeom prst="line">
              <a:avLst/>
            </a:prstGeom>
            <a:noFill/>
            <a:ln w="19050">
              <a:solidFill>
                <a:schemeClr val="accent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NZ"/>
            </a:p>
          </p:txBody>
        </p:sp>
        <p:sp>
          <p:nvSpPr>
            <p:cNvPr id="23" name="Line 23">
              <a:extLst>
                <a:ext uri="{FF2B5EF4-FFF2-40B4-BE49-F238E27FC236}">
                  <a16:creationId xmlns:a16="http://schemas.microsoft.com/office/drawing/2014/main" id="{D48EC88B-E27C-ACDB-1433-9BFD9085187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94013" y="3932238"/>
              <a:ext cx="0" cy="866775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NZ"/>
            </a:p>
          </p:txBody>
        </p:sp>
        <p:sp>
          <p:nvSpPr>
            <p:cNvPr id="24" name="Line 24">
              <a:extLst>
                <a:ext uri="{FF2B5EF4-FFF2-40B4-BE49-F238E27FC236}">
                  <a16:creationId xmlns:a16="http://schemas.microsoft.com/office/drawing/2014/main" id="{3B4D6F29-BE2B-6773-A55B-BAB00476486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380163" y="3900488"/>
              <a:ext cx="0" cy="866775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NZ"/>
            </a:p>
          </p:txBody>
        </p:sp>
      </p:grpSp>
    </p:spTree>
    <p:extLst>
      <p:ext uri="{BB962C8B-B14F-4D97-AF65-F5344CB8AC3E}">
        <p14:creationId xmlns:p14="http://schemas.microsoft.com/office/powerpoint/2010/main" val="2467272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10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RIP Basics (cont.)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BF350DC-B4FF-9D02-8984-35CE675263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Bef>
                <a:spcPts val="1200"/>
              </a:spcBef>
              <a:spcAft>
                <a:spcPts val="600"/>
              </a:spcAft>
            </a:pPr>
            <a:r>
              <a:rPr lang="en-GB" sz="2800" dirty="0"/>
              <a:t>Each router sends its advertisement every 30 seconds (or whenever its RIP table changes) to all its neighbours via a Response Message. </a:t>
            </a:r>
          </a:p>
          <a:p>
            <a:pPr lvl="1">
              <a:spcBef>
                <a:spcPts val="1200"/>
              </a:spcBef>
              <a:spcAft>
                <a:spcPts val="600"/>
              </a:spcAft>
            </a:pPr>
            <a:r>
              <a:rPr lang="en-GB" sz="2200" dirty="0"/>
              <a:t>Each response message contains a list of up to 25 destination subnets within the AS and the sender’s distance to each of those subnets.</a:t>
            </a:r>
          </a:p>
          <a:p>
            <a:pPr>
              <a:spcBef>
                <a:spcPts val="1800"/>
              </a:spcBef>
              <a:spcAft>
                <a:spcPts val="600"/>
              </a:spcAft>
            </a:pPr>
            <a:r>
              <a:rPr lang="en-GB" altLang="en-US" sz="2800" dirty="0"/>
              <a:t>The route is considered to have expired upon the </a:t>
            </a:r>
            <a:r>
              <a:rPr lang="en-GB" altLang="en-US" sz="2800" dirty="0">
                <a:solidFill>
                  <a:srgbClr val="FF0000"/>
                </a:solidFill>
              </a:rPr>
              <a:t>timeout</a:t>
            </a:r>
            <a:r>
              <a:rPr lang="en-GB" altLang="en-US" sz="2800" dirty="0"/>
              <a:t> (180 seconds).</a:t>
            </a:r>
            <a:endParaRPr lang="en-GB" sz="2800" dirty="0"/>
          </a:p>
          <a:p>
            <a:pPr>
              <a:spcBef>
                <a:spcPts val="1800"/>
              </a:spcBef>
              <a:spcAft>
                <a:spcPts val="600"/>
              </a:spcAft>
            </a:pPr>
            <a:r>
              <a:rPr lang="en-GB" sz="2800" dirty="0"/>
              <a:t>The route is removed from the RIP table upon expiration of the </a:t>
            </a:r>
            <a:r>
              <a:rPr lang="en-GB" sz="2800" dirty="0">
                <a:solidFill>
                  <a:srgbClr val="FF0000"/>
                </a:solidFill>
              </a:rPr>
              <a:t>garbage-collection timer </a:t>
            </a:r>
            <a:r>
              <a:rPr lang="en-GB" sz="2800" dirty="0"/>
              <a:t>(120 seconds).</a:t>
            </a:r>
            <a:endParaRPr lang="en-AU" sz="28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"/>
          </p:nvPr>
        </p:nvSpPr>
        <p:spPr>
          <a:prstGeom prst="rect">
            <a:avLst/>
          </a:prstGeom>
        </p:spPr>
        <p:txBody>
          <a:bodyPr/>
          <a:lstStyle/>
          <a:p>
            <a:fld id="{E78ED231-9667-4A02-BE2A-4195CA2A97D4}" type="slidenum">
              <a:rPr lang="en-US" altLang="en-US"/>
              <a:pPr/>
              <a:t>32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2470697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477E8E-2672-4019-BDE8-DF9A03E7D8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70056"/>
            <a:ext cx="9144000" cy="723900"/>
          </a:xfrm>
        </p:spPr>
        <p:txBody>
          <a:bodyPr/>
          <a:lstStyle/>
          <a:p>
            <a:r>
              <a:rPr lang="en-AU" sz="3200" dirty="0"/>
              <a:t>RIP Solutions to the Count-to-Infinity Problem</a:t>
            </a: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45498E81-6394-CB7B-64D0-331EF2F3712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27284558"/>
              </p:ext>
            </p:extLst>
          </p:nvPr>
        </p:nvGraphicFramePr>
        <p:xfrm>
          <a:off x="457200" y="1143000"/>
          <a:ext cx="8229600" cy="5334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5AE255A-E7FD-E6C8-3D5A-9BB41DC7156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DACE9E11-39C8-4E20-894F-A4A883CCF6EF}" type="slidenum">
              <a:rPr lang="en-US" smtClean="0"/>
              <a:pPr>
                <a:defRPr/>
              </a:pPr>
              <a:t>33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8734693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4294967295"/>
          </p:nvPr>
        </p:nvSpPr>
        <p:spPr>
          <a:xfrm>
            <a:off x="8162925" y="6400800"/>
            <a:ext cx="676275" cy="457200"/>
          </a:xfrm>
          <a:prstGeom prst="rect">
            <a:avLst/>
          </a:prstGeom>
        </p:spPr>
        <p:txBody>
          <a:bodyPr/>
          <a:lstStyle/>
          <a:p>
            <a:fld id="{81FEF44F-B2F2-4A54-BAD8-7B5C809F5658}" type="slidenum">
              <a:rPr lang="en-US" altLang="en-US"/>
              <a:pPr/>
              <a:t>34</a:t>
            </a:fld>
            <a:endParaRPr lang="en-US" altLang="en-US"/>
          </a:p>
        </p:txBody>
      </p:sp>
      <p:sp>
        <p:nvSpPr>
          <p:cNvPr id="4925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600" dirty="0"/>
              <a:t>Open Shortest Path First (OSPF)</a:t>
            </a:r>
          </a:p>
        </p:txBody>
      </p:sp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88BA29BF-9859-8F41-46C9-063CA396097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44511530"/>
              </p:ext>
            </p:extLst>
          </p:nvPr>
        </p:nvGraphicFramePr>
        <p:xfrm>
          <a:off x="605589" y="1044678"/>
          <a:ext cx="8229600" cy="51054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38312170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2A2804-0B7B-9261-3672-84770FC036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OSFP Basics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0024E6-BF9F-BDEE-348A-FA24C1AAC2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990600"/>
            <a:ext cx="8229600" cy="1524000"/>
          </a:xfrm>
        </p:spPr>
        <p:txBody>
          <a:bodyPr/>
          <a:lstStyle/>
          <a:p>
            <a:r>
              <a:rPr lang="en-GB" sz="2800" dirty="0"/>
              <a:t>Each router maintains a database that reflects the known topology of the autonomous system of which it is a part. </a:t>
            </a:r>
            <a:endParaRPr lang="en-AU" sz="28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0B7A08-A18D-2CFB-4C37-9BBD73D6775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DACE9E11-39C8-4E20-894F-A4A883CCF6EF}" type="slidenum">
              <a:rPr lang="en-US" smtClean="0"/>
              <a:pPr>
                <a:defRPr/>
              </a:pPr>
              <a:t>35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0E89D52-B973-B775-0E64-478A8ADD4D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465397"/>
            <a:ext cx="6611109" cy="1852604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1F711AD5-110F-03CB-C21D-4193168B37D0}"/>
              </a:ext>
            </a:extLst>
          </p:cNvPr>
          <p:cNvSpPr txBox="1"/>
          <p:nvPr/>
        </p:nvSpPr>
        <p:spPr>
          <a:xfrm>
            <a:off x="5257800" y="3896149"/>
            <a:ext cx="990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dirty="0">
                <a:solidFill>
                  <a:schemeClr val="accent1">
                    <a:lumMod val="50000"/>
                  </a:schemeClr>
                </a:solidFill>
              </a:rPr>
              <a:t>An AS</a:t>
            </a:r>
          </a:p>
        </p:txBody>
      </p:sp>
      <p:sp>
        <p:nvSpPr>
          <p:cNvPr id="13" name="TextBox 7">
            <a:extLst>
              <a:ext uri="{FF2B5EF4-FFF2-40B4-BE49-F238E27FC236}">
                <a16:creationId xmlns:a16="http://schemas.microsoft.com/office/drawing/2014/main" id="{9D15F74E-B348-37F0-400C-5956343872A5}"/>
              </a:ext>
            </a:extLst>
          </p:cNvPr>
          <p:cNvSpPr txBox="1"/>
          <p:nvPr/>
        </p:nvSpPr>
        <p:spPr>
          <a:xfrm>
            <a:off x="990600" y="6576592"/>
            <a:ext cx="71628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9pPr>
          </a:lstStyle>
          <a:p>
            <a:r>
              <a:rPr lang="en-GB" sz="1100" dirty="0"/>
              <a:t>Source: Andrew S. Tanenbaum &amp; David J. Wetherall, Computer Networks, 5th edition, 2010, Figure 5-64. </a:t>
            </a:r>
            <a:endParaRPr lang="en-AU" sz="1100" dirty="0"/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0C39B863-AC1E-205A-2B0C-43F2FD8705B8}"/>
              </a:ext>
            </a:extLst>
          </p:cNvPr>
          <p:cNvGrpSpPr/>
          <p:nvPr/>
        </p:nvGrpSpPr>
        <p:grpSpPr>
          <a:xfrm>
            <a:off x="2226511" y="4582293"/>
            <a:ext cx="6485689" cy="1953974"/>
            <a:chOff x="2226511" y="4582293"/>
            <a:chExt cx="6485689" cy="1953974"/>
          </a:xfrm>
        </p:grpSpPr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12719E1B-5D8F-93F5-7FC9-6809CD3A2BF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226511" y="4582293"/>
              <a:ext cx="6485689" cy="1953974"/>
            </a:xfrm>
            <a:prstGeom prst="rect">
              <a:avLst/>
            </a:prstGeom>
          </p:spPr>
        </p:pic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0EB0C66A-5453-6DFB-448B-2512F2DCFA03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6115049" y="5452122"/>
              <a:ext cx="514351" cy="212347"/>
            </a:xfrm>
            <a:prstGeom prst="rect">
              <a:avLst/>
            </a:prstGeom>
          </p:spPr>
        </p:pic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AD4BC303-AE03-9C97-1BC5-5F1DF972C2C4}"/>
              </a:ext>
            </a:extLst>
          </p:cNvPr>
          <p:cNvSpPr txBox="1"/>
          <p:nvPr/>
        </p:nvSpPr>
        <p:spPr>
          <a:xfrm>
            <a:off x="304800" y="5246469"/>
            <a:ext cx="25908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AU" dirty="0">
                <a:solidFill>
                  <a:schemeClr val="accent1">
                    <a:lumMod val="50000"/>
                  </a:schemeClr>
                </a:solidFill>
              </a:rPr>
              <a:t>A graph representation of the AS</a:t>
            </a:r>
          </a:p>
        </p:txBody>
      </p:sp>
    </p:spTree>
    <p:extLst>
      <p:ext uri="{BB962C8B-B14F-4D97-AF65-F5344CB8AC3E}">
        <p14:creationId xmlns:p14="http://schemas.microsoft.com/office/powerpoint/2010/main" val="27221371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1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4294967295"/>
          </p:nvPr>
        </p:nvSpPr>
        <p:spPr>
          <a:xfrm>
            <a:off x="8162925" y="6400800"/>
            <a:ext cx="676275" cy="457200"/>
          </a:xfrm>
          <a:prstGeom prst="rect">
            <a:avLst/>
          </a:prstGeom>
        </p:spPr>
        <p:txBody>
          <a:bodyPr/>
          <a:lstStyle/>
          <a:p>
            <a:fld id="{9B114215-004B-46E0-8E57-548C6D1CB8D6}" type="slidenum">
              <a:rPr lang="en-US" altLang="en-US"/>
              <a:pPr/>
              <a:t>36</a:t>
            </a:fld>
            <a:endParaRPr lang="en-US" altLang="en-US"/>
          </a:p>
        </p:txBody>
      </p:sp>
      <p:sp>
        <p:nvSpPr>
          <p:cNvPr id="4935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OSPF Basics (cont.)</a:t>
            </a:r>
          </a:p>
        </p:txBody>
      </p:sp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989D0A3B-D94D-90FC-8035-7EBEF7ABD1A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806248679"/>
              </p:ext>
            </p:extLst>
          </p:nvPr>
        </p:nvGraphicFramePr>
        <p:xfrm>
          <a:off x="493295" y="1138924"/>
          <a:ext cx="8229600" cy="510947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6DF8DF7A-C84F-B933-DC45-C9400787FE7A}"/>
              </a:ext>
            </a:extLst>
          </p:cNvPr>
          <p:cNvSpPr txBox="1"/>
          <p:nvPr/>
        </p:nvSpPr>
        <p:spPr>
          <a:xfrm>
            <a:off x="2000250" y="6497603"/>
            <a:ext cx="51435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U" sz="1100" dirty="0"/>
              <a:t>Source: https://info.support.huawei.com/info-finder/encyclopedia/en/OSPF.html</a:t>
            </a:r>
          </a:p>
        </p:txBody>
      </p:sp>
    </p:spTree>
    <p:extLst>
      <p:ext uri="{BB962C8B-B14F-4D97-AF65-F5344CB8AC3E}">
        <p14:creationId xmlns:p14="http://schemas.microsoft.com/office/powerpoint/2010/main" val="211684246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8069F8-A343-1B2B-F82D-0F22320030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600" dirty="0"/>
              <a:t>Hierarchical OSPF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5B7363-C21B-BF35-F553-5038BB9F87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990600"/>
            <a:ext cx="8229600" cy="1295400"/>
          </a:xfrm>
        </p:spPr>
        <p:txBody>
          <a:bodyPr/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GB" sz="2400" dirty="0"/>
              <a:t>An area is a network or a set of contiguous networks.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NZ" sz="2400" dirty="0"/>
              <a:t>Each area runs a separate copy of the OSPF algorithm.</a:t>
            </a:r>
            <a:endParaRPr lang="en-GB" sz="24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930E2B1-7D3E-925E-0E55-63480218E58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DACE9E11-39C8-4E20-894F-A4A883CCF6EF}" type="slidenum">
              <a:rPr lang="en-US" smtClean="0"/>
              <a:pPr>
                <a:defRPr/>
              </a:pPr>
              <a:t>37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2794023-745B-34D6-2754-730032D291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951617"/>
            <a:ext cx="7791450" cy="3240767"/>
          </a:xfrm>
          <a:prstGeom prst="rect">
            <a:avLst/>
          </a:prstGeom>
        </p:spPr>
      </p:pic>
      <p:sp>
        <p:nvSpPr>
          <p:cNvPr id="7" name="TextBox 7">
            <a:extLst>
              <a:ext uri="{FF2B5EF4-FFF2-40B4-BE49-F238E27FC236}">
                <a16:creationId xmlns:a16="http://schemas.microsoft.com/office/drawing/2014/main" id="{464E9BE1-78CD-8797-A4DE-3F986CB765C1}"/>
              </a:ext>
            </a:extLst>
          </p:cNvPr>
          <p:cNvSpPr txBox="1"/>
          <p:nvPr/>
        </p:nvSpPr>
        <p:spPr>
          <a:xfrm>
            <a:off x="1295400" y="6515928"/>
            <a:ext cx="71628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9pPr>
          </a:lstStyle>
          <a:p>
            <a:r>
              <a:rPr lang="en-GB" sz="1100" dirty="0"/>
              <a:t>Source: Andrew S. Tanenbaum &amp; David J. Wetherall, Computer Networks, 5th edition, 2010, Figure 5-65. </a:t>
            </a:r>
            <a:endParaRPr lang="en-AU" sz="1100" dirty="0"/>
          </a:p>
        </p:txBody>
      </p:sp>
    </p:spTree>
    <p:extLst>
      <p:ext uri="{BB962C8B-B14F-4D97-AF65-F5344CB8AC3E}">
        <p14:creationId xmlns:p14="http://schemas.microsoft.com/office/powerpoint/2010/main" val="149302534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CEC74C-ECFD-7F72-035F-928747B673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NZ" dirty="0"/>
              <a:t>Hierarchical OSPF (cont.)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4A5ACC-DED5-1332-E115-7AE752B5F3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752600"/>
            <a:ext cx="8229600" cy="4572000"/>
          </a:xfrm>
        </p:spPr>
        <p:txBody>
          <a:bodyPr/>
          <a:lstStyle/>
          <a:p>
            <a:r>
              <a:rPr lang="en-NZ" dirty="0"/>
              <a:t>There can be multiple AS boundary routers in an AS.</a:t>
            </a:r>
          </a:p>
          <a:p>
            <a:endParaRPr lang="en-NZ" dirty="0"/>
          </a:p>
          <a:p>
            <a:r>
              <a:rPr lang="en-NZ" dirty="0"/>
              <a:t>AS boundary routers may be internal or area border routers and may or may not participate in the backbone.</a:t>
            </a:r>
          </a:p>
          <a:p>
            <a:endParaRPr lang="en-NZ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DC52069-2BFF-72B7-73C9-E0F0189DFF6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DACE9E11-39C8-4E20-894F-A4A883CCF6EF}" type="slidenum">
              <a:rPr lang="en-US" smtClean="0"/>
              <a:pPr>
                <a:defRPr/>
              </a:pPr>
              <a:t>38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00668232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9530CAD8-72E1-2DBE-D53F-56AD047FFF1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AU" dirty="0"/>
              <a:t>IP Addresses</a:t>
            </a:r>
          </a:p>
        </p:txBody>
      </p:sp>
      <p:sp>
        <p:nvSpPr>
          <p:cNvPr id="6" name="Subtitle 5">
            <a:extLst>
              <a:ext uri="{FF2B5EF4-FFF2-40B4-BE49-F238E27FC236}">
                <a16:creationId xmlns:a16="http://schemas.microsoft.com/office/drawing/2014/main" id="{F69EC18F-6036-97BA-9D7B-D7293645151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74A7A7F-B671-436F-925A-E1EC084F19F7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7132638" y="6553200"/>
            <a:ext cx="2011362" cy="277813"/>
          </a:xfrm>
        </p:spPr>
        <p:txBody>
          <a:bodyPr/>
          <a:lstStyle/>
          <a:p>
            <a:pPr>
              <a:defRPr/>
            </a:pPr>
            <a:fld id="{DACE9E11-39C8-4E20-894F-A4A883CCF6EF}" type="slidenum">
              <a:rPr lang="en-US" smtClean="0"/>
              <a:pPr>
                <a:defRPr/>
              </a:pPr>
              <a:t>39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144589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9CF63A-5295-248D-A024-37BB494E70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NZ" dirty="0"/>
              <a:t>IP addresses are scarce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4EFABC-F97D-1F6E-D162-31CED45746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990600"/>
            <a:ext cx="8229600" cy="723900"/>
          </a:xfrm>
        </p:spPr>
        <p:txBody>
          <a:bodyPr/>
          <a:lstStyle/>
          <a:p>
            <a:r>
              <a:rPr lang="en-NZ" dirty="0"/>
              <a:t>IPv4 address exhaustion timeline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5F97D62-19CC-6E76-AF43-808FD0AF15C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DACE9E11-39C8-4E20-894F-A4A883CCF6EF}" type="slidenum">
              <a:rPr lang="en-US" smtClean="0"/>
              <a:pPr>
                <a:defRPr/>
              </a:pPr>
              <a:t>40</a:t>
            </a:fld>
            <a:endParaRPr lang="en-US" dirty="0"/>
          </a:p>
        </p:txBody>
      </p:sp>
      <p:pic>
        <p:nvPicPr>
          <p:cNvPr id="1026" name="Picture 2" descr="undefined">
            <a:extLst>
              <a:ext uri="{FF2B5EF4-FFF2-40B4-BE49-F238E27FC236}">
                <a16:creationId xmlns:a16="http://schemas.microsoft.com/office/drawing/2014/main" id="{0F325E42-094F-FE36-263B-7110DCD3828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328863"/>
            <a:ext cx="9144000" cy="30051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F205643-C2D1-C0F9-C2E4-D1471A1F91A7}"/>
              </a:ext>
            </a:extLst>
          </p:cNvPr>
          <p:cNvSpPr txBox="1"/>
          <p:nvPr/>
        </p:nvSpPr>
        <p:spPr>
          <a:xfrm>
            <a:off x="2438400" y="6452876"/>
            <a:ext cx="42672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NZ" sz="1100" dirty="0"/>
              <a:t>Source: https://en.wikipedia.org/wiki/IPv4_address_exhaustion</a:t>
            </a:r>
          </a:p>
        </p:txBody>
      </p:sp>
    </p:spTree>
    <p:extLst>
      <p:ext uri="{BB962C8B-B14F-4D97-AF65-F5344CB8AC3E}">
        <p14:creationId xmlns:p14="http://schemas.microsoft.com/office/powerpoint/2010/main" val="3655079009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E2C7F1-7ADB-EEB5-749D-B057A867EA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600" dirty="0"/>
              <a:t>Network Address Translation (NAT)</a:t>
            </a:r>
            <a:endParaRPr lang="en-NZ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A70BF5-3A2B-2599-6304-1CA2BAEDF0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NZ" sz="2800" dirty="0"/>
              <a:t>The ISP assigns each home or business a single IP address (or at most, a small number of them) for Internet traffic.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BCDEE8D-D597-E52D-E11B-02BCE325AA2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DACE9E11-39C8-4E20-894F-A4A883CCF6EF}" type="slidenum">
              <a:rPr lang="en-US" smtClean="0"/>
              <a:pPr>
                <a:defRPr/>
              </a:pPr>
              <a:t>41</a:t>
            </a:fld>
            <a:endParaRPr lang="en-US" dirty="0"/>
          </a:p>
        </p:txBody>
      </p:sp>
      <p:pic>
        <p:nvPicPr>
          <p:cNvPr id="1026" name="Picture 2" descr="What Is Network Address Translation (NAT)?">
            <a:extLst>
              <a:ext uri="{FF2B5EF4-FFF2-40B4-BE49-F238E27FC236}">
                <a16:creationId xmlns:a16="http://schemas.microsoft.com/office/drawing/2014/main" id="{3F2346E4-1D2F-26BD-4985-1C4B5AA35B6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45587" y="2667000"/>
            <a:ext cx="6252825" cy="35147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6BE68A4-C9E2-D57A-09A5-78BE9A39E9B3}"/>
              </a:ext>
            </a:extLst>
          </p:cNvPr>
          <p:cNvSpPr txBox="1"/>
          <p:nvPr/>
        </p:nvSpPr>
        <p:spPr>
          <a:xfrm>
            <a:off x="1733550" y="6526334"/>
            <a:ext cx="58674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NZ" sz="1100" dirty="0"/>
              <a:t>Source: https://www.cisco.com/c/en/us/products/routers/network-address-translation.html</a:t>
            </a:r>
          </a:p>
        </p:txBody>
      </p:sp>
    </p:spTree>
    <p:extLst>
      <p:ext uri="{BB962C8B-B14F-4D97-AF65-F5344CB8AC3E}">
        <p14:creationId xmlns:p14="http://schemas.microsoft.com/office/powerpoint/2010/main" val="1499971915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552BA0-AC1C-11EC-BBE3-6242E34723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600" dirty="0"/>
              <a:t>The Operation of NAT</a:t>
            </a:r>
            <a:endParaRPr lang="en-A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CCA693-CA6B-8F39-F349-13B8D79725F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DACE9E11-39C8-4E20-894F-A4A883CCF6EF}" type="slidenum">
              <a:rPr lang="en-US" smtClean="0"/>
              <a:pPr>
                <a:defRPr/>
              </a:pPr>
              <a:t>42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80B2347-86E6-AB3A-A753-5CF79D72BC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874004"/>
            <a:ext cx="9144000" cy="3319887"/>
          </a:xfrm>
          <a:prstGeom prst="rect">
            <a:avLst/>
          </a:prstGeom>
        </p:spPr>
      </p:pic>
      <p:sp>
        <p:nvSpPr>
          <p:cNvPr id="7" name="TextBox 7">
            <a:extLst>
              <a:ext uri="{FF2B5EF4-FFF2-40B4-BE49-F238E27FC236}">
                <a16:creationId xmlns:a16="http://schemas.microsoft.com/office/drawing/2014/main" id="{03562C90-BD37-AA13-EBC6-6199AF496FB5}"/>
              </a:ext>
            </a:extLst>
          </p:cNvPr>
          <p:cNvSpPr txBox="1"/>
          <p:nvPr/>
        </p:nvSpPr>
        <p:spPr>
          <a:xfrm>
            <a:off x="990600" y="6576592"/>
            <a:ext cx="71628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9pPr>
          </a:lstStyle>
          <a:p>
            <a:r>
              <a:rPr lang="en-GB" sz="1100" dirty="0"/>
              <a:t>Source: Andrew S. Tanenbaum &amp; David J. Wetherall, Computer Networks, 5th edition, 2010, Figure 5-55. </a:t>
            </a:r>
            <a:endParaRPr lang="en-AU" sz="1100" dirty="0"/>
          </a:p>
        </p:txBody>
      </p:sp>
      <p:sp>
        <p:nvSpPr>
          <p:cNvPr id="15" name="Speech Bubble: Rectangle with Corners Rounded 14">
            <a:extLst>
              <a:ext uri="{FF2B5EF4-FFF2-40B4-BE49-F238E27FC236}">
                <a16:creationId xmlns:a16="http://schemas.microsoft.com/office/drawing/2014/main" id="{879A2D77-4EFE-1D13-BFEC-1F7F61153532}"/>
              </a:ext>
            </a:extLst>
          </p:cNvPr>
          <p:cNvSpPr/>
          <p:nvPr/>
        </p:nvSpPr>
        <p:spPr>
          <a:xfrm>
            <a:off x="685800" y="5411718"/>
            <a:ext cx="4343400" cy="968165"/>
          </a:xfrm>
          <a:prstGeom prst="wedgeRoundRectCallout">
            <a:avLst>
              <a:gd name="adj1" fmla="val -27117"/>
              <a:gd name="adj2" fmla="val -69106"/>
              <a:gd name="adj3" fmla="val 16667"/>
            </a:avLst>
          </a:prstGeom>
          <a:solidFill>
            <a:schemeClr val="accent1"/>
          </a:solidFill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en-US" sz="1400" dirty="0"/>
              <a:t>Every host gets a unique IP address through DHCP</a:t>
            </a:r>
          </a:p>
          <a:p>
            <a:pPr algn="ctr"/>
            <a:r>
              <a:rPr lang="en-US" altLang="en-US" sz="1400" dirty="0"/>
              <a:t>(Dynamic Host Configuration Protocol). </a:t>
            </a:r>
          </a:p>
        </p:txBody>
      </p:sp>
      <p:sp>
        <p:nvSpPr>
          <p:cNvPr id="16" name="Speech Bubble: Rectangle with Corners Rounded 15">
            <a:extLst>
              <a:ext uri="{FF2B5EF4-FFF2-40B4-BE49-F238E27FC236}">
                <a16:creationId xmlns:a16="http://schemas.microsoft.com/office/drawing/2014/main" id="{2659F26D-5CBB-EF0F-CF3D-751764F2ADA0}"/>
              </a:ext>
            </a:extLst>
          </p:cNvPr>
          <p:cNvSpPr/>
          <p:nvPr/>
        </p:nvSpPr>
        <p:spPr>
          <a:xfrm>
            <a:off x="3733800" y="967673"/>
            <a:ext cx="4648200" cy="968165"/>
          </a:xfrm>
          <a:prstGeom prst="wedgeRoundRectCallout">
            <a:avLst>
              <a:gd name="adj1" fmla="val -18294"/>
              <a:gd name="adj2" fmla="val 72564"/>
              <a:gd name="adj3" fmla="val 16667"/>
            </a:avLst>
          </a:prstGeom>
          <a:solidFill>
            <a:schemeClr val="accent1"/>
          </a:solidFill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/>
              <a:t>Before a packet exits the local network and goes to the ISP, an address translation from the unique internal IP address to the shared public IP address takes place.</a:t>
            </a:r>
            <a:endParaRPr lang="en-US" altLang="en-US" sz="1400" dirty="0"/>
          </a:p>
        </p:txBody>
      </p:sp>
      <p:sp>
        <p:nvSpPr>
          <p:cNvPr id="22" name="Thought Bubble: Cloud 21">
            <a:extLst>
              <a:ext uri="{FF2B5EF4-FFF2-40B4-BE49-F238E27FC236}">
                <a16:creationId xmlns:a16="http://schemas.microsoft.com/office/drawing/2014/main" id="{5287BFD9-7B81-2804-AF19-41B1C79BF9B9}"/>
              </a:ext>
            </a:extLst>
          </p:cNvPr>
          <p:cNvSpPr/>
          <p:nvPr/>
        </p:nvSpPr>
        <p:spPr>
          <a:xfrm>
            <a:off x="5410200" y="5079024"/>
            <a:ext cx="3657600" cy="1375822"/>
          </a:xfrm>
          <a:prstGeom prst="cloudCallout">
            <a:avLst>
              <a:gd name="adj1" fmla="val -15504"/>
              <a:gd name="adj2" fmla="val -92760"/>
            </a:avLst>
          </a:prstGeom>
          <a:solidFill>
            <a:schemeClr val="accent1"/>
          </a:solidFill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dirty="0"/>
              <a:t>How does the NAT box know which internal address to replace it with?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0028269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22" grpId="0" animBg="1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Slide Number Placeholder 11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D0ACCD-6FE5-431B-889B-BCA75330E66F}" type="slidenum">
              <a:rPr lang="en-US" altLang="en-US"/>
              <a:pPr/>
              <a:t>43</a:t>
            </a:fld>
            <a:endParaRPr lang="en-US" altLang="en-US"/>
          </a:p>
        </p:txBody>
      </p:sp>
      <p:sp>
        <p:nvSpPr>
          <p:cNvPr id="233611" name="Freeform 139"/>
          <p:cNvSpPr>
            <a:spLocks/>
          </p:cNvSpPr>
          <p:nvPr/>
        </p:nvSpPr>
        <p:spPr bwMode="auto">
          <a:xfrm>
            <a:off x="179388" y="3651250"/>
            <a:ext cx="4089400" cy="1355725"/>
          </a:xfrm>
          <a:custGeom>
            <a:avLst/>
            <a:gdLst>
              <a:gd name="T0" fmla="*/ 1888 w 2269"/>
              <a:gd name="T1" fmla="*/ 285 h 854"/>
              <a:gd name="T2" fmla="*/ 418 w 2269"/>
              <a:gd name="T3" fmla="*/ 283 h 854"/>
              <a:gd name="T4" fmla="*/ 60 w 2269"/>
              <a:gd name="T5" fmla="*/ 83 h 854"/>
              <a:gd name="T6" fmla="*/ 60 w 2269"/>
              <a:gd name="T7" fmla="*/ 781 h 854"/>
              <a:gd name="T8" fmla="*/ 374 w 2269"/>
              <a:gd name="T9" fmla="*/ 519 h 854"/>
              <a:gd name="T10" fmla="*/ 2017 w 2269"/>
              <a:gd name="T11" fmla="*/ 447 h 854"/>
              <a:gd name="T12" fmla="*/ 1888 w 2269"/>
              <a:gd name="T13" fmla="*/ 285 h 85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2269" h="854">
                <a:moveTo>
                  <a:pt x="1888" y="285"/>
                </a:moveTo>
                <a:cubicBezTo>
                  <a:pt x="1622" y="258"/>
                  <a:pt x="723" y="317"/>
                  <a:pt x="418" y="283"/>
                </a:cubicBezTo>
                <a:cubicBezTo>
                  <a:pt x="113" y="249"/>
                  <a:pt x="120" y="0"/>
                  <a:pt x="60" y="83"/>
                </a:cubicBezTo>
                <a:cubicBezTo>
                  <a:pt x="0" y="166"/>
                  <a:pt x="8" y="708"/>
                  <a:pt x="60" y="781"/>
                </a:cubicBezTo>
                <a:cubicBezTo>
                  <a:pt x="112" y="854"/>
                  <a:pt x="48" y="575"/>
                  <a:pt x="374" y="519"/>
                </a:cubicBezTo>
                <a:cubicBezTo>
                  <a:pt x="700" y="463"/>
                  <a:pt x="1765" y="486"/>
                  <a:pt x="2017" y="447"/>
                </a:cubicBezTo>
                <a:cubicBezTo>
                  <a:pt x="2269" y="408"/>
                  <a:pt x="2110" y="319"/>
                  <a:pt x="1888" y="285"/>
                </a:cubicBezTo>
                <a:close/>
              </a:path>
            </a:pathLst>
          </a:custGeom>
          <a:gradFill rotWithShape="1">
            <a:gsLst>
              <a:gs pos="0">
                <a:srgbClr val="FFFFFF">
                  <a:alpha val="98000"/>
                </a:srgbClr>
              </a:gs>
              <a:gs pos="100000">
                <a:srgbClr val="66CCFF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NZ"/>
          </a:p>
        </p:txBody>
      </p:sp>
      <p:sp>
        <p:nvSpPr>
          <p:cNvPr id="2334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600" dirty="0"/>
              <a:t>The Operation of NAT (cont.)</a:t>
            </a:r>
            <a:endParaRPr lang="en-US" altLang="en-US" dirty="0"/>
          </a:p>
        </p:txBody>
      </p:sp>
      <p:sp>
        <p:nvSpPr>
          <p:cNvPr id="233501" name="Freeform 29"/>
          <p:cNvSpPr>
            <a:spLocks/>
          </p:cNvSpPr>
          <p:nvPr/>
        </p:nvSpPr>
        <p:spPr bwMode="auto">
          <a:xfrm>
            <a:off x="4468813" y="2922588"/>
            <a:ext cx="3738562" cy="2697162"/>
          </a:xfrm>
          <a:custGeom>
            <a:avLst/>
            <a:gdLst>
              <a:gd name="T0" fmla="*/ 349 w 2355"/>
              <a:gd name="T1" fmla="*/ 761 h 1699"/>
              <a:gd name="T2" fmla="*/ 1651 w 2355"/>
              <a:gd name="T3" fmla="*/ 732 h 1699"/>
              <a:gd name="T4" fmla="*/ 1773 w 2355"/>
              <a:gd name="T5" fmla="*/ 230 h 1699"/>
              <a:gd name="T6" fmla="*/ 2029 w 2355"/>
              <a:gd name="T7" fmla="*/ 8 h 1699"/>
              <a:gd name="T8" fmla="*/ 2267 w 2355"/>
              <a:gd name="T9" fmla="*/ 183 h 1699"/>
              <a:gd name="T10" fmla="*/ 2355 w 2355"/>
              <a:gd name="T11" fmla="*/ 942 h 1699"/>
              <a:gd name="T12" fmla="*/ 2267 w 2355"/>
              <a:gd name="T13" fmla="*/ 1592 h 1699"/>
              <a:gd name="T14" fmla="*/ 1840 w 2355"/>
              <a:gd name="T15" fmla="*/ 1586 h 1699"/>
              <a:gd name="T16" fmla="*/ 1670 w 2355"/>
              <a:gd name="T17" fmla="*/ 1025 h 1699"/>
              <a:gd name="T18" fmla="*/ 220 w 2355"/>
              <a:gd name="T19" fmla="*/ 923 h 1699"/>
              <a:gd name="T20" fmla="*/ 349 w 2355"/>
              <a:gd name="T21" fmla="*/ 761 h 169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2355" h="1699">
                <a:moveTo>
                  <a:pt x="349" y="761"/>
                </a:moveTo>
                <a:cubicBezTo>
                  <a:pt x="587" y="729"/>
                  <a:pt x="1414" y="820"/>
                  <a:pt x="1651" y="732"/>
                </a:cubicBezTo>
                <a:cubicBezTo>
                  <a:pt x="1888" y="644"/>
                  <a:pt x="1710" y="351"/>
                  <a:pt x="1773" y="230"/>
                </a:cubicBezTo>
                <a:cubicBezTo>
                  <a:pt x="1836" y="109"/>
                  <a:pt x="1947" y="16"/>
                  <a:pt x="2029" y="8"/>
                </a:cubicBezTo>
                <a:cubicBezTo>
                  <a:pt x="2111" y="0"/>
                  <a:pt x="2213" y="27"/>
                  <a:pt x="2267" y="183"/>
                </a:cubicBezTo>
                <a:cubicBezTo>
                  <a:pt x="2321" y="339"/>
                  <a:pt x="2355" y="707"/>
                  <a:pt x="2355" y="942"/>
                </a:cubicBezTo>
                <a:cubicBezTo>
                  <a:pt x="2355" y="1177"/>
                  <a:pt x="2353" y="1485"/>
                  <a:pt x="2267" y="1592"/>
                </a:cubicBezTo>
                <a:cubicBezTo>
                  <a:pt x="2181" y="1699"/>
                  <a:pt x="1939" y="1680"/>
                  <a:pt x="1840" y="1586"/>
                </a:cubicBezTo>
                <a:cubicBezTo>
                  <a:pt x="1741" y="1492"/>
                  <a:pt x="1940" y="1135"/>
                  <a:pt x="1670" y="1025"/>
                </a:cubicBezTo>
                <a:cubicBezTo>
                  <a:pt x="1400" y="915"/>
                  <a:pt x="440" y="967"/>
                  <a:pt x="220" y="923"/>
                </a:cubicBezTo>
                <a:cubicBezTo>
                  <a:pt x="0" y="879"/>
                  <a:pt x="127" y="795"/>
                  <a:pt x="349" y="761"/>
                </a:cubicBezTo>
                <a:close/>
              </a:path>
            </a:pathLst>
          </a:custGeom>
          <a:solidFill>
            <a:srgbClr val="66CC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NZ"/>
          </a:p>
        </p:txBody>
      </p:sp>
      <p:graphicFrame>
        <p:nvGraphicFramePr>
          <p:cNvPr id="233499" name="Object 27"/>
          <p:cNvGraphicFramePr>
            <a:graphicFrameLocks noGrp="1" noChangeAspect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3887171552"/>
              </p:ext>
            </p:extLst>
          </p:nvPr>
        </p:nvGraphicFramePr>
        <p:xfrm>
          <a:off x="7497763" y="3233738"/>
          <a:ext cx="555625" cy="4619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lip" r:id="rId3" imgW="1305000" imgH="1085760" progId="MS_ClipArt_Gallery.2">
                  <p:embed/>
                </p:oleObj>
              </mc:Choice>
              <mc:Fallback>
                <p:oleObj name="Clip" r:id="rId3" imgW="1305000" imgH="1085760" progId="MS_ClipArt_Gallery.2">
                  <p:embed/>
                  <p:pic>
                    <p:nvPicPr>
                      <p:cNvPr id="233499" name="Object 2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497763" y="3233738"/>
                        <a:ext cx="555625" cy="4619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3502" name="Object 30"/>
          <p:cNvGraphicFramePr>
            <a:graphicFrameLocks noChangeAspect="1"/>
          </p:cNvGraphicFramePr>
          <p:nvPr/>
        </p:nvGraphicFramePr>
        <p:xfrm>
          <a:off x="7546975" y="4022725"/>
          <a:ext cx="579438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lip" r:id="rId3" imgW="1305000" imgH="1085760" progId="MS_ClipArt_Gallery.2">
                  <p:embed/>
                </p:oleObj>
              </mc:Choice>
              <mc:Fallback>
                <p:oleObj name="Clip" r:id="rId3" imgW="1305000" imgH="1085760" progId="MS_ClipArt_Gallery.2">
                  <p:embed/>
                  <p:pic>
                    <p:nvPicPr>
                      <p:cNvPr id="233502" name="Object 3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46975" y="4022725"/>
                        <a:ext cx="579438" cy="482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3503" name="Object 31"/>
          <p:cNvGraphicFramePr>
            <a:graphicFrameLocks noChangeAspect="1"/>
          </p:cNvGraphicFramePr>
          <p:nvPr/>
        </p:nvGraphicFramePr>
        <p:xfrm>
          <a:off x="7518400" y="4787900"/>
          <a:ext cx="563563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lip" r:id="rId3" imgW="1305000" imgH="1085760" progId="MS_ClipArt_Gallery.2">
                  <p:embed/>
                </p:oleObj>
              </mc:Choice>
              <mc:Fallback>
                <p:oleObj name="Clip" r:id="rId3" imgW="1305000" imgH="1085760" progId="MS_ClipArt_Gallery.2">
                  <p:embed/>
                  <p:pic>
                    <p:nvPicPr>
                      <p:cNvPr id="233503" name="Object 3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18400" y="4787900"/>
                        <a:ext cx="563563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3504" name="Line 32"/>
          <p:cNvSpPr>
            <a:spLocks noChangeShapeType="1"/>
          </p:cNvSpPr>
          <p:nvPr/>
        </p:nvSpPr>
        <p:spPr bwMode="auto">
          <a:xfrm>
            <a:off x="4583113" y="4244975"/>
            <a:ext cx="3025775" cy="635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NZ"/>
          </a:p>
        </p:txBody>
      </p:sp>
      <p:sp>
        <p:nvSpPr>
          <p:cNvPr id="233505" name="Line 33"/>
          <p:cNvSpPr>
            <a:spLocks noChangeShapeType="1"/>
          </p:cNvSpPr>
          <p:nvPr/>
        </p:nvSpPr>
        <p:spPr bwMode="auto">
          <a:xfrm flipH="1">
            <a:off x="7418388" y="3502025"/>
            <a:ext cx="9525" cy="149225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NZ"/>
          </a:p>
        </p:txBody>
      </p:sp>
      <p:sp>
        <p:nvSpPr>
          <p:cNvPr id="233506" name="Line 34"/>
          <p:cNvSpPr>
            <a:spLocks noChangeShapeType="1"/>
          </p:cNvSpPr>
          <p:nvPr/>
        </p:nvSpPr>
        <p:spPr bwMode="auto">
          <a:xfrm>
            <a:off x="7423150" y="3497263"/>
            <a:ext cx="133350" cy="635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NZ"/>
          </a:p>
        </p:txBody>
      </p:sp>
      <p:sp>
        <p:nvSpPr>
          <p:cNvPr id="233507" name="Line 35"/>
          <p:cNvSpPr>
            <a:spLocks noChangeShapeType="1"/>
          </p:cNvSpPr>
          <p:nvPr/>
        </p:nvSpPr>
        <p:spPr bwMode="auto">
          <a:xfrm flipV="1">
            <a:off x="7429500" y="5002213"/>
            <a:ext cx="17145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NZ"/>
          </a:p>
        </p:txBody>
      </p:sp>
      <p:sp>
        <p:nvSpPr>
          <p:cNvPr id="233508" name="Text Box 36"/>
          <p:cNvSpPr txBox="1">
            <a:spLocks noChangeArrowheads="1"/>
          </p:cNvSpPr>
          <p:nvPr/>
        </p:nvSpPr>
        <p:spPr bwMode="auto">
          <a:xfrm>
            <a:off x="8048625" y="3232150"/>
            <a:ext cx="892175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sz="1600"/>
              <a:t>10.0.0.1</a:t>
            </a:r>
          </a:p>
        </p:txBody>
      </p:sp>
      <p:sp>
        <p:nvSpPr>
          <p:cNvPr id="233509" name="Text Box 37"/>
          <p:cNvSpPr txBox="1">
            <a:spLocks noChangeArrowheads="1"/>
          </p:cNvSpPr>
          <p:nvPr/>
        </p:nvSpPr>
        <p:spPr bwMode="auto">
          <a:xfrm>
            <a:off x="8175625" y="4000500"/>
            <a:ext cx="923925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sz="1600"/>
              <a:t>10.0.0.2</a:t>
            </a:r>
          </a:p>
        </p:txBody>
      </p:sp>
      <p:sp>
        <p:nvSpPr>
          <p:cNvPr id="233510" name="Text Box 38"/>
          <p:cNvSpPr txBox="1">
            <a:spLocks noChangeArrowheads="1"/>
          </p:cNvSpPr>
          <p:nvPr/>
        </p:nvSpPr>
        <p:spPr bwMode="auto">
          <a:xfrm>
            <a:off x="8137525" y="4895850"/>
            <a:ext cx="923925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sz="1600"/>
              <a:t>10.0.0.3</a:t>
            </a:r>
          </a:p>
        </p:txBody>
      </p:sp>
      <p:grpSp>
        <p:nvGrpSpPr>
          <p:cNvPr id="233560" name="Group 88"/>
          <p:cNvGrpSpPr>
            <a:grpSpLocks/>
          </p:cNvGrpSpPr>
          <p:nvPr/>
        </p:nvGrpSpPr>
        <p:grpSpPr bwMode="auto">
          <a:xfrm>
            <a:off x="5635628" y="2860675"/>
            <a:ext cx="1871664" cy="1033463"/>
            <a:chOff x="3550" y="2055"/>
            <a:chExt cx="1179" cy="651"/>
          </a:xfrm>
        </p:grpSpPr>
        <p:grpSp>
          <p:nvGrpSpPr>
            <p:cNvPr id="233522" name="Group 50"/>
            <p:cNvGrpSpPr>
              <a:grpSpLocks/>
            </p:cNvGrpSpPr>
            <p:nvPr/>
          </p:nvGrpSpPr>
          <p:grpSpPr bwMode="auto">
            <a:xfrm>
              <a:off x="3550" y="2055"/>
              <a:ext cx="1179" cy="357"/>
              <a:chOff x="4381" y="786"/>
              <a:chExt cx="1108" cy="357"/>
            </a:xfrm>
          </p:grpSpPr>
          <p:sp>
            <p:nvSpPr>
              <p:cNvPr id="233512" name="Rectangle 40"/>
              <p:cNvSpPr>
                <a:spLocks noChangeArrowheads="1"/>
              </p:cNvSpPr>
              <p:nvPr/>
            </p:nvSpPr>
            <p:spPr bwMode="auto">
              <a:xfrm>
                <a:off x="4385" y="830"/>
                <a:ext cx="1104" cy="256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NZ"/>
              </a:p>
            </p:txBody>
          </p:sp>
          <p:sp>
            <p:nvSpPr>
              <p:cNvPr id="233511" name="Text Box 39"/>
              <p:cNvSpPr txBox="1">
                <a:spLocks noChangeArrowheads="1"/>
              </p:cNvSpPr>
              <p:nvPr/>
            </p:nvSpPr>
            <p:spPr bwMode="auto">
              <a:xfrm>
                <a:off x="4381" y="813"/>
                <a:ext cx="1101" cy="29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/>
              <a:p>
                <a:r>
                  <a:rPr lang="en-US" altLang="en-US" sz="1200" dirty="0"/>
                  <a:t>S: 10.0.0.1, 3345 </a:t>
                </a:r>
              </a:p>
              <a:p>
                <a:r>
                  <a:rPr lang="en-US" altLang="en-US" sz="1200" dirty="0"/>
                  <a:t>D: 128.119.40.186, 80</a:t>
                </a:r>
              </a:p>
            </p:txBody>
          </p:sp>
          <p:grpSp>
            <p:nvGrpSpPr>
              <p:cNvPr id="233516" name="Group 44"/>
              <p:cNvGrpSpPr>
                <a:grpSpLocks/>
              </p:cNvGrpSpPr>
              <p:nvPr/>
            </p:nvGrpSpPr>
            <p:grpSpPr bwMode="auto">
              <a:xfrm>
                <a:off x="5394" y="786"/>
                <a:ext cx="48" cy="99"/>
                <a:chOff x="5508" y="1599"/>
                <a:chExt cx="48" cy="99"/>
              </a:xfrm>
            </p:grpSpPr>
            <p:sp>
              <p:nvSpPr>
                <p:cNvPr id="233515" name="Freeform 43"/>
                <p:cNvSpPr>
                  <a:spLocks/>
                </p:cNvSpPr>
                <p:nvPr/>
              </p:nvSpPr>
              <p:spPr bwMode="auto">
                <a:xfrm>
                  <a:off x="5508" y="1599"/>
                  <a:ext cx="48" cy="99"/>
                </a:xfrm>
                <a:custGeom>
                  <a:avLst/>
                  <a:gdLst>
                    <a:gd name="T0" fmla="*/ 21 w 48"/>
                    <a:gd name="T1" fmla="*/ 0 h 99"/>
                    <a:gd name="T2" fmla="*/ 0 w 48"/>
                    <a:gd name="T3" fmla="*/ 72 h 99"/>
                    <a:gd name="T4" fmla="*/ 27 w 48"/>
                    <a:gd name="T5" fmla="*/ 99 h 99"/>
                    <a:gd name="T6" fmla="*/ 48 w 48"/>
                    <a:gd name="T7" fmla="*/ 21 h 99"/>
                    <a:gd name="T8" fmla="*/ 21 w 48"/>
                    <a:gd name="T9" fmla="*/ 0 h 9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8" h="99">
                      <a:moveTo>
                        <a:pt x="21" y="0"/>
                      </a:moveTo>
                      <a:lnTo>
                        <a:pt x="0" y="72"/>
                      </a:lnTo>
                      <a:lnTo>
                        <a:pt x="27" y="99"/>
                      </a:lnTo>
                      <a:lnTo>
                        <a:pt x="48" y="21"/>
                      </a:lnTo>
                      <a:lnTo>
                        <a:pt x="21" y="0"/>
                      </a:lnTo>
                      <a:close/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 cap="flat" cmpd="sng">
                      <a:solidFill>
                        <a:schemeClr val="tx1"/>
                      </a:solidFill>
                      <a:prstDash val="solid"/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endParaRPr lang="en-NZ"/>
                </a:p>
              </p:txBody>
            </p:sp>
            <p:sp>
              <p:nvSpPr>
                <p:cNvPr id="233513" name="Line 41"/>
                <p:cNvSpPr>
                  <a:spLocks noChangeShapeType="1"/>
                </p:cNvSpPr>
                <p:nvPr/>
              </p:nvSpPr>
              <p:spPr bwMode="auto">
                <a:xfrm flipH="1">
                  <a:off x="5512" y="1608"/>
                  <a:ext cx="20" cy="68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endParaRPr lang="en-NZ"/>
                </a:p>
              </p:txBody>
            </p:sp>
            <p:sp>
              <p:nvSpPr>
                <p:cNvPr id="233514" name="Line 42"/>
                <p:cNvSpPr>
                  <a:spLocks noChangeShapeType="1"/>
                </p:cNvSpPr>
                <p:nvPr/>
              </p:nvSpPr>
              <p:spPr bwMode="auto">
                <a:xfrm flipH="1">
                  <a:off x="5536" y="1620"/>
                  <a:ext cx="20" cy="68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endParaRPr lang="en-NZ"/>
                </a:p>
              </p:txBody>
            </p:sp>
          </p:grpSp>
          <p:grpSp>
            <p:nvGrpSpPr>
              <p:cNvPr id="233517" name="Group 45"/>
              <p:cNvGrpSpPr>
                <a:grpSpLocks/>
              </p:cNvGrpSpPr>
              <p:nvPr/>
            </p:nvGrpSpPr>
            <p:grpSpPr bwMode="auto">
              <a:xfrm>
                <a:off x="5382" y="1044"/>
                <a:ext cx="48" cy="99"/>
                <a:chOff x="5508" y="1599"/>
                <a:chExt cx="48" cy="99"/>
              </a:xfrm>
            </p:grpSpPr>
            <p:sp>
              <p:nvSpPr>
                <p:cNvPr id="233518" name="Freeform 46"/>
                <p:cNvSpPr>
                  <a:spLocks/>
                </p:cNvSpPr>
                <p:nvPr/>
              </p:nvSpPr>
              <p:spPr bwMode="auto">
                <a:xfrm>
                  <a:off x="5508" y="1599"/>
                  <a:ext cx="48" cy="99"/>
                </a:xfrm>
                <a:custGeom>
                  <a:avLst/>
                  <a:gdLst>
                    <a:gd name="T0" fmla="*/ 21 w 48"/>
                    <a:gd name="T1" fmla="*/ 0 h 99"/>
                    <a:gd name="T2" fmla="*/ 0 w 48"/>
                    <a:gd name="T3" fmla="*/ 72 h 99"/>
                    <a:gd name="T4" fmla="*/ 27 w 48"/>
                    <a:gd name="T5" fmla="*/ 99 h 99"/>
                    <a:gd name="T6" fmla="*/ 48 w 48"/>
                    <a:gd name="T7" fmla="*/ 21 h 99"/>
                    <a:gd name="T8" fmla="*/ 21 w 48"/>
                    <a:gd name="T9" fmla="*/ 0 h 9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8" h="99">
                      <a:moveTo>
                        <a:pt x="21" y="0"/>
                      </a:moveTo>
                      <a:lnTo>
                        <a:pt x="0" y="72"/>
                      </a:lnTo>
                      <a:lnTo>
                        <a:pt x="27" y="99"/>
                      </a:lnTo>
                      <a:lnTo>
                        <a:pt x="48" y="21"/>
                      </a:lnTo>
                      <a:lnTo>
                        <a:pt x="21" y="0"/>
                      </a:lnTo>
                      <a:close/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 cap="flat" cmpd="sng">
                      <a:solidFill>
                        <a:schemeClr val="tx1"/>
                      </a:solidFill>
                      <a:prstDash val="solid"/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endParaRPr lang="en-NZ"/>
                </a:p>
              </p:txBody>
            </p:sp>
            <p:sp>
              <p:nvSpPr>
                <p:cNvPr id="233519" name="Line 47"/>
                <p:cNvSpPr>
                  <a:spLocks noChangeShapeType="1"/>
                </p:cNvSpPr>
                <p:nvPr/>
              </p:nvSpPr>
              <p:spPr bwMode="auto">
                <a:xfrm flipH="1">
                  <a:off x="5512" y="1608"/>
                  <a:ext cx="20" cy="68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endParaRPr lang="en-NZ"/>
                </a:p>
              </p:txBody>
            </p:sp>
            <p:sp>
              <p:nvSpPr>
                <p:cNvPr id="233520" name="Line 48"/>
                <p:cNvSpPr>
                  <a:spLocks noChangeShapeType="1"/>
                </p:cNvSpPr>
                <p:nvPr/>
              </p:nvSpPr>
              <p:spPr bwMode="auto">
                <a:xfrm flipH="1">
                  <a:off x="5536" y="1620"/>
                  <a:ext cx="20" cy="68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endParaRPr lang="en-NZ"/>
                </a:p>
              </p:txBody>
            </p:sp>
          </p:grpSp>
        </p:grpSp>
        <p:sp>
          <p:nvSpPr>
            <p:cNvPr id="233523" name="Freeform 51"/>
            <p:cNvSpPr>
              <a:spLocks/>
            </p:cNvSpPr>
            <p:nvPr/>
          </p:nvSpPr>
          <p:spPr bwMode="auto">
            <a:xfrm>
              <a:off x="3573" y="2364"/>
              <a:ext cx="564" cy="342"/>
            </a:xfrm>
            <a:custGeom>
              <a:avLst/>
              <a:gdLst>
                <a:gd name="T0" fmla="*/ 0 w 417"/>
                <a:gd name="T1" fmla="*/ 264 h 264"/>
                <a:gd name="T2" fmla="*/ 417 w 417"/>
                <a:gd name="T3" fmla="*/ 264 h 264"/>
                <a:gd name="T4" fmla="*/ 417 w 417"/>
                <a:gd name="T5" fmla="*/ 0 h 2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17" h="264">
                  <a:moveTo>
                    <a:pt x="0" y="264"/>
                  </a:moveTo>
                  <a:lnTo>
                    <a:pt x="417" y="264"/>
                  </a:lnTo>
                  <a:lnTo>
                    <a:pt x="417" y="0"/>
                  </a:lnTo>
                </a:path>
              </a:pathLst>
            </a:custGeom>
            <a:noFill/>
            <a:ln w="28575" cap="flat" cmpd="sng">
              <a:solidFill>
                <a:schemeClr val="tx1"/>
              </a:solidFill>
              <a:prstDash val="solid"/>
              <a:round/>
              <a:headEnd type="triangl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NZ"/>
            </a:p>
          </p:txBody>
        </p:sp>
        <p:grpSp>
          <p:nvGrpSpPr>
            <p:cNvPr id="233559" name="Group 87"/>
            <p:cNvGrpSpPr>
              <a:grpSpLocks/>
            </p:cNvGrpSpPr>
            <p:nvPr/>
          </p:nvGrpSpPr>
          <p:grpSpPr bwMode="auto">
            <a:xfrm>
              <a:off x="4032" y="2419"/>
              <a:ext cx="218" cy="231"/>
              <a:chOff x="5140" y="403"/>
              <a:chExt cx="218" cy="231"/>
            </a:xfrm>
          </p:grpSpPr>
          <p:sp>
            <p:nvSpPr>
              <p:cNvPr id="233558" name="Oval 86"/>
              <p:cNvSpPr>
                <a:spLocks noChangeArrowheads="1"/>
              </p:cNvSpPr>
              <p:nvPr/>
            </p:nvSpPr>
            <p:spPr bwMode="auto">
              <a:xfrm>
                <a:off x="5140" y="410"/>
                <a:ext cx="218" cy="218"/>
              </a:xfrm>
              <a:prstGeom prst="ellipse">
                <a:avLst/>
              </a:prstGeom>
              <a:solidFill>
                <a:schemeClr val="bg1"/>
              </a:solidFill>
              <a:ln w="9525">
                <a:solidFill>
                  <a:srgbClr val="FF000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NZ"/>
              </a:p>
            </p:txBody>
          </p:sp>
          <p:sp>
            <p:nvSpPr>
              <p:cNvPr id="233524" name="Text Box 52"/>
              <p:cNvSpPr txBox="1">
                <a:spLocks noChangeArrowheads="1"/>
              </p:cNvSpPr>
              <p:nvPr/>
            </p:nvSpPr>
            <p:spPr bwMode="auto">
              <a:xfrm>
                <a:off x="5154" y="403"/>
                <a:ext cx="181" cy="2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 altLang="en-US">
                    <a:solidFill>
                      <a:srgbClr val="FF0000"/>
                    </a:solidFill>
                  </a:rPr>
                  <a:t>1</a:t>
                </a:r>
              </a:p>
            </p:txBody>
          </p:sp>
        </p:grpSp>
      </p:grpSp>
      <p:sp>
        <p:nvSpPr>
          <p:cNvPr id="233526" name="Text Box 54"/>
          <p:cNvSpPr txBox="1">
            <a:spLocks noChangeArrowheads="1"/>
          </p:cNvSpPr>
          <p:nvPr/>
        </p:nvSpPr>
        <p:spPr bwMode="auto">
          <a:xfrm>
            <a:off x="4533900" y="3822700"/>
            <a:ext cx="923925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sz="1600"/>
              <a:t>10.0.0.4</a:t>
            </a:r>
          </a:p>
        </p:txBody>
      </p:sp>
      <p:sp>
        <p:nvSpPr>
          <p:cNvPr id="233527" name="Line 55"/>
          <p:cNvSpPr>
            <a:spLocks noChangeShapeType="1"/>
          </p:cNvSpPr>
          <p:nvPr/>
        </p:nvSpPr>
        <p:spPr bwMode="auto">
          <a:xfrm flipH="1">
            <a:off x="4657725" y="4073525"/>
            <a:ext cx="85725" cy="128588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NZ"/>
          </a:p>
        </p:txBody>
      </p:sp>
      <p:sp>
        <p:nvSpPr>
          <p:cNvPr id="233528" name="Text Box 56"/>
          <p:cNvSpPr txBox="1">
            <a:spLocks noChangeArrowheads="1"/>
          </p:cNvSpPr>
          <p:nvPr/>
        </p:nvSpPr>
        <p:spPr bwMode="auto">
          <a:xfrm>
            <a:off x="2695575" y="4379913"/>
            <a:ext cx="129540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sz="1600"/>
              <a:t>138.76.29.7</a:t>
            </a:r>
          </a:p>
        </p:txBody>
      </p:sp>
      <p:sp>
        <p:nvSpPr>
          <p:cNvPr id="233529" name="Line 57"/>
          <p:cNvSpPr>
            <a:spLocks noChangeShapeType="1"/>
          </p:cNvSpPr>
          <p:nvPr/>
        </p:nvSpPr>
        <p:spPr bwMode="auto">
          <a:xfrm flipH="1">
            <a:off x="3917950" y="4311650"/>
            <a:ext cx="85725" cy="128588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NZ"/>
          </a:p>
        </p:txBody>
      </p:sp>
      <p:sp>
        <p:nvSpPr>
          <p:cNvPr id="233525" name="Text Box 53"/>
          <p:cNvSpPr txBox="1">
            <a:spLocks noChangeArrowheads="1"/>
          </p:cNvSpPr>
          <p:nvPr/>
        </p:nvSpPr>
        <p:spPr bwMode="auto">
          <a:xfrm>
            <a:off x="6400347" y="1541464"/>
            <a:ext cx="2709869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en-US" altLang="en-US" u="sng" dirty="0">
                <a:solidFill>
                  <a:srgbClr val="FF0000"/>
                </a:solidFill>
              </a:rPr>
              <a:t>1:</a:t>
            </a:r>
            <a:r>
              <a:rPr lang="en-US" altLang="en-US" dirty="0">
                <a:solidFill>
                  <a:srgbClr val="FF0000"/>
                </a:solidFill>
              </a:rPr>
              <a:t> Host 10.0.0.1 </a:t>
            </a:r>
          </a:p>
          <a:p>
            <a:r>
              <a:rPr lang="en-US" altLang="en-US" dirty="0">
                <a:solidFill>
                  <a:srgbClr val="FF0000"/>
                </a:solidFill>
              </a:rPr>
              <a:t>sends a packet to a web server (128.119.40.186, 80)</a:t>
            </a:r>
          </a:p>
        </p:txBody>
      </p:sp>
      <p:sp>
        <p:nvSpPr>
          <p:cNvPr id="233539" name="Freeform 67"/>
          <p:cNvSpPr>
            <a:spLocks/>
          </p:cNvSpPr>
          <p:nvPr/>
        </p:nvSpPr>
        <p:spPr bwMode="auto">
          <a:xfrm>
            <a:off x="2344738" y="2627313"/>
            <a:ext cx="3862387" cy="1531937"/>
          </a:xfrm>
          <a:custGeom>
            <a:avLst/>
            <a:gdLst>
              <a:gd name="T0" fmla="*/ 0 w 2433"/>
              <a:gd name="T1" fmla="*/ 64 h 965"/>
              <a:gd name="T2" fmla="*/ 2352 w 2433"/>
              <a:gd name="T3" fmla="*/ 64 h 965"/>
              <a:gd name="T4" fmla="*/ 1640 w 2433"/>
              <a:gd name="T5" fmla="*/ 450 h 965"/>
              <a:gd name="T6" fmla="*/ 1308 w 2433"/>
              <a:gd name="T7" fmla="*/ 965 h 965"/>
              <a:gd name="T8" fmla="*/ 1159 w 2433"/>
              <a:gd name="T9" fmla="*/ 965 h 965"/>
              <a:gd name="T10" fmla="*/ 820 w 2433"/>
              <a:gd name="T11" fmla="*/ 396 h 965"/>
              <a:gd name="T12" fmla="*/ 0 w 2433"/>
              <a:gd name="T13" fmla="*/ 64 h 96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2433" h="965">
                <a:moveTo>
                  <a:pt x="0" y="64"/>
                </a:moveTo>
                <a:cubicBezTo>
                  <a:pt x="0" y="64"/>
                  <a:pt x="2079" y="0"/>
                  <a:pt x="2352" y="64"/>
                </a:cubicBezTo>
                <a:cubicBezTo>
                  <a:pt x="2433" y="57"/>
                  <a:pt x="1814" y="309"/>
                  <a:pt x="1640" y="450"/>
                </a:cubicBezTo>
                <a:cubicBezTo>
                  <a:pt x="1466" y="591"/>
                  <a:pt x="1383" y="888"/>
                  <a:pt x="1308" y="965"/>
                </a:cubicBezTo>
                <a:lnTo>
                  <a:pt x="1159" y="965"/>
                </a:lnTo>
                <a:cubicBezTo>
                  <a:pt x="1078" y="870"/>
                  <a:pt x="1013" y="546"/>
                  <a:pt x="820" y="396"/>
                </a:cubicBezTo>
                <a:cubicBezTo>
                  <a:pt x="583" y="207"/>
                  <a:pt x="189" y="142"/>
                  <a:pt x="0" y="64"/>
                </a:cubicBezTo>
                <a:close/>
              </a:path>
            </a:pathLst>
          </a:custGeom>
          <a:gradFill rotWithShape="1">
            <a:gsLst>
              <a:gs pos="0">
                <a:schemeClr val="hlink"/>
              </a:gs>
              <a:gs pos="100000">
                <a:schemeClr val="bg1"/>
              </a:gs>
            </a:gsLst>
            <a:lin ang="5400000" scaled="1"/>
          </a:gradFill>
          <a:ln w="3175" cap="flat" cmpd="sng">
            <a:solidFill>
              <a:schemeClr val="hlink"/>
            </a:solidFill>
            <a:prstDash val="solid"/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NZ"/>
          </a:p>
        </p:txBody>
      </p:sp>
      <p:sp>
        <p:nvSpPr>
          <p:cNvPr id="233534" name="Rectangle 62"/>
          <p:cNvSpPr>
            <a:spLocks noChangeArrowheads="1"/>
          </p:cNvSpPr>
          <p:nvPr/>
        </p:nvSpPr>
        <p:spPr bwMode="auto">
          <a:xfrm>
            <a:off x="2344738" y="1374775"/>
            <a:ext cx="3784600" cy="1354138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NZ"/>
          </a:p>
        </p:txBody>
      </p:sp>
      <p:sp>
        <p:nvSpPr>
          <p:cNvPr id="233532" name="Text Box 60"/>
          <p:cNvSpPr txBox="1">
            <a:spLocks noChangeArrowheads="1"/>
          </p:cNvSpPr>
          <p:nvPr/>
        </p:nvSpPr>
        <p:spPr bwMode="auto">
          <a:xfrm>
            <a:off x="2343230" y="1371600"/>
            <a:ext cx="3784601" cy="69762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lang="en-US" altLang="en-US" dirty="0"/>
              <a:t>NAT translation table</a:t>
            </a:r>
          </a:p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lang="en-US" altLang="en-US" dirty="0"/>
              <a:t>  WAN side addr.      LAN side addr.</a:t>
            </a:r>
          </a:p>
        </p:txBody>
      </p:sp>
      <p:sp>
        <p:nvSpPr>
          <p:cNvPr id="233535" name="Line 63"/>
          <p:cNvSpPr>
            <a:spLocks noChangeShapeType="1"/>
          </p:cNvSpPr>
          <p:nvPr/>
        </p:nvSpPr>
        <p:spPr bwMode="auto">
          <a:xfrm flipV="1">
            <a:off x="2344738" y="1747838"/>
            <a:ext cx="3790950" cy="1111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NZ"/>
          </a:p>
        </p:txBody>
      </p:sp>
      <p:sp>
        <p:nvSpPr>
          <p:cNvPr id="233536" name="Line 64"/>
          <p:cNvSpPr>
            <a:spLocks noChangeShapeType="1"/>
          </p:cNvSpPr>
          <p:nvPr/>
        </p:nvSpPr>
        <p:spPr bwMode="auto">
          <a:xfrm flipV="1">
            <a:off x="2359025" y="2025650"/>
            <a:ext cx="3749675" cy="1111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NZ"/>
          </a:p>
        </p:txBody>
      </p:sp>
      <p:sp>
        <p:nvSpPr>
          <p:cNvPr id="233537" name="Line 65"/>
          <p:cNvSpPr>
            <a:spLocks noChangeShapeType="1"/>
          </p:cNvSpPr>
          <p:nvPr/>
        </p:nvSpPr>
        <p:spPr bwMode="auto">
          <a:xfrm>
            <a:off x="4468813" y="1770063"/>
            <a:ext cx="3175" cy="9556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NZ"/>
          </a:p>
        </p:txBody>
      </p:sp>
      <p:sp>
        <p:nvSpPr>
          <p:cNvPr id="233533" name="Text Box 61"/>
          <p:cNvSpPr txBox="1">
            <a:spLocks noChangeArrowheads="1"/>
          </p:cNvSpPr>
          <p:nvPr/>
        </p:nvSpPr>
        <p:spPr bwMode="auto">
          <a:xfrm>
            <a:off x="2362200" y="2049463"/>
            <a:ext cx="3783013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en-US" altLang="en-US" dirty="0">
                <a:solidFill>
                  <a:srgbClr val="FF0000"/>
                </a:solidFill>
              </a:rPr>
              <a:t>138.76.29.7, 5001   10.0.0.1, 3345</a:t>
            </a:r>
          </a:p>
          <a:p>
            <a:pPr algn="ctr"/>
            <a:r>
              <a:rPr lang="en-US" altLang="en-US" dirty="0"/>
              <a:t>   </a:t>
            </a:r>
            <a:r>
              <a:rPr lang="en-US" altLang="en-US" dirty="0">
                <a:solidFill>
                  <a:srgbClr val="FF0000"/>
                </a:solidFill>
              </a:rPr>
              <a:t>……                      ……</a:t>
            </a:r>
          </a:p>
        </p:txBody>
      </p:sp>
      <p:grpSp>
        <p:nvGrpSpPr>
          <p:cNvPr id="233607" name="Group 135"/>
          <p:cNvGrpSpPr>
            <a:grpSpLocks/>
          </p:cNvGrpSpPr>
          <p:nvPr/>
        </p:nvGrpSpPr>
        <p:grpSpPr bwMode="auto">
          <a:xfrm>
            <a:off x="4765675" y="3435350"/>
            <a:ext cx="2784475" cy="1631950"/>
            <a:chOff x="3002" y="2417"/>
            <a:chExt cx="1754" cy="1028"/>
          </a:xfrm>
        </p:grpSpPr>
        <p:sp>
          <p:nvSpPr>
            <p:cNvPr id="233563" name="Rectangle 91"/>
            <p:cNvSpPr>
              <a:spLocks noChangeArrowheads="1"/>
            </p:cNvSpPr>
            <p:nvPr/>
          </p:nvSpPr>
          <p:spPr bwMode="auto">
            <a:xfrm>
              <a:off x="3002" y="3051"/>
              <a:ext cx="1175" cy="256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NZ"/>
            </a:p>
          </p:txBody>
        </p:sp>
        <p:sp>
          <p:nvSpPr>
            <p:cNvPr id="233564" name="Text Box 92"/>
            <p:cNvSpPr txBox="1">
              <a:spLocks noChangeArrowheads="1"/>
            </p:cNvSpPr>
            <p:nvPr/>
          </p:nvSpPr>
          <p:spPr bwMode="auto">
            <a:xfrm>
              <a:off x="3104" y="3042"/>
              <a:ext cx="1112" cy="40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lang="en-US" altLang="en-US" sz="1200"/>
                <a:t>S: 128.119.40.186, 80 </a:t>
              </a:r>
            </a:p>
            <a:p>
              <a:r>
                <a:rPr lang="en-US" altLang="en-US" sz="1200"/>
                <a:t>D: 10.0.0.1, 3345</a:t>
              </a:r>
            </a:p>
            <a:p>
              <a:endParaRPr lang="en-US" altLang="en-US" sz="1200"/>
            </a:p>
          </p:txBody>
        </p:sp>
        <p:grpSp>
          <p:nvGrpSpPr>
            <p:cNvPr id="233565" name="Group 93"/>
            <p:cNvGrpSpPr>
              <a:grpSpLocks/>
            </p:cNvGrpSpPr>
            <p:nvPr/>
          </p:nvGrpSpPr>
          <p:grpSpPr bwMode="auto">
            <a:xfrm>
              <a:off x="3054" y="3007"/>
              <a:ext cx="51" cy="99"/>
              <a:chOff x="5508" y="1599"/>
              <a:chExt cx="48" cy="99"/>
            </a:xfrm>
          </p:grpSpPr>
          <p:sp>
            <p:nvSpPr>
              <p:cNvPr id="233566" name="Freeform 94"/>
              <p:cNvSpPr>
                <a:spLocks/>
              </p:cNvSpPr>
              <p:nvPr/>
            </p:nvSpPr>
            <p:spPr bwMode="auto">
              <a:xfrm>
                <a:off x="5508" y="1599"/>
                <a:ext cx="48" cy="99"/>
              </a:xfrm>
              <a:custGeom>
                <a:avLst/>
                <a:gdLst>
                  <a:gd name="T0" fmla="*/ 21 w 48"/>
                  <a:gd name="T1" fmla="*/ 0 h 99"/>
                  <a:gd name="T2" fmla="*/ 0 w 48"/>
                  <a:gd name="T3" fmla="*/ 72 h 99"/>
                  <a:gd name="T4" fmla="*/ 27 w 48"/>
                  <a:gd name="T5" fmla="*/ 99 h 99"/>
                  <a:gd name="T6" fmla="*/ 48 w 48"/>
                  <a:gd name="T7" fmla="*/ 21 h 99"/>
                  <a:gd name="T8" fmla="*/ 21 w 48"/>
                  <a:gd name="T9" fmla="*/ 0 h 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8" h="99">
                    <a:moveTo>
                      <a:pt x="21" y="0"/>
                    </a:moveTo>
                    <a:lnTo>
                      <a:pt x="0" y="72"/>
                    </a:lnTo>
                    <a:lnTo>
                      <a:pt x="27" y="99"/>
                    </a:lnTo>
                    <a:lnTo>
                      <a:pt x="48" y="21"/>
                    </a:lnTo>
                    <a:lnTo>
                      <a:pt x="21" y="0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chemeClr val="tx1"/>
                    </a:solidFill>
                    <a:prstDash val="solid"/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en-NZ"/>
              </a:p>
            </p:txBody>
          </p:sp>
          <p:sp>
            <p:nvSpPr>
              <p:cNvPr id="233567" name="Line 95"/>
              <p:cNvSpPr>
                <a:spLocks noChangeShapeType="1"/>
              </p:cNvSpPr>
              <p:nvPr/>
            </p:nvSpPr>
            <p:spPr bwMode="auto">
              <a:xfrm flipH="1">
                <a:off x="5512" y="1608"/>
                <a:ext cx="20" cy="6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en-NZ"/>
              </a:p>
            </p:txBody>
          </p:sp>
          <p:sp>
            <p:nvSpPr>
              <p:cNvPr id="233568" name="Line 96"/>
              <p:cNvSpPr>
                <a:spLocks noChangeShapeType="1"/>
              </p:cNvSpPr>
              <p:nvPr/>
            </p:nvSpPr>
            <p:spPr bwMode="auto">
              <a:xfrm flipH="1">
                <a:off x="5536" y="1620"/>
                <a:ext cx="20" cy="6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en-NZ"/>
              </a:p>
            </p:txBody>
          </p:sp>
        </p:grpSp>
        <p:grpSp>
          <p:nvGrpSpPr>
            <p:cNvPr id="233569" name="Group 97"/>
            <p:cNvGrpSpPr>
              <a:grpSpLocks/>
            </p:cNvGrpSpPr>
            <p:nvPr/>
          </p:nvGrpSpPr>
          <p:grpSpPr bwMode="auto">
            <a:xfrm>
              <a:off x="3059" y="3248"/>
              <a:ext cx="51" cy="99"/>
              <a:chOff x="5508" y="1599"/>
              <a:chExt cx="48" cy="99"/>
            </a:xfrm>
          </p:grpSpPr>
          <p:sp>
            <p:nvSpPr>
              <p:cNvPr id="233570" name="Freeform 98"/>
              <p:cNvSpPr>
                <a:spLocks/>
              </p:cNvSpPr>
              <p:nvPr/>
            </p:nvSpPr>
            <p:spPr bwMode="auto">
              <a:xfrm>
                <a:off x="5508" y="1599"/>
                <a:ext cx="48" cy="99"/>
              </a:xfrm>
              <a:custGeom>
                <a:avLst/>
                <a:gdLst>
                  <a:gd name="T0" fmla="*/ 21 w 48"/>
                  <a:gd name="T1" fmla="*/ 0 h 99"/>
                  <a:gd name="T2" fmla="*/ 0 w 48"/>
                  <a:gd name="T3" fmla="*/ 72 h 99"/>
                  <a:gd name="T4" fmla="*/ 27 w 48"/>
                  <a:gd name="T5" fmla="*/ 99 h 99"/>
                  <a:gd name="T6" fmla="*/ 48 w 48"/>
                  <a:gd name="T7" fmla="*/ 21 h 99"/>
                  <a:gd name="T8" fmla="*/ 21 w 48"/>
                  <a:gd name="T9" fmla="*/ 0 h 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8" h="99">
                    <a:moveTo>
                      <a:pt x="21" y="0"/>
                    </a:moveTo>
                    <a:lnTo>
                      <a:pt x="0" y="72"/>
                    </a:lnTo>
                    <a:lnTo>
                      <a:pt x="27" y="99"/>
                    </a:lnTo>
                    <a:lnTo>
                      <a:pt x="48" y="21"/>
                    </a:lnTo>
                    <a:lnTo>
                      <a:pt x="21" y="0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chemeClr val="tx1"/>
                    </a:solidFill>
                    <a:prstDash val="solid"/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en-NZ"/>
              </a:p>
            </p:txBody>
          </p:sp>
          <p:sp>
            <p:nvSpPr>
              <p:cNvPr id="233571" name="Line 99"/>
              <p:cNvSpPr>
                <a:spLocks noChangeShapeType="1"/>
              </p:cNvSpPr>
              <p:nvPr/>
            </p:nvSpPr>
            <p:spPr bwMode="auto">
              <a:xfrm flipH="1">
                <a:off x="5512" y="1608"/>
                <a:ext cx="20" cy="6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en-NZ"/>
              </a:p>
            </p:txBody>
          </p:sp>
          <p:sp>
            <p:nvSpPr>
              <p:cNvPr id="233572" name="Line 100"/>
              <p:cNvSpPr>
                <a:spLocks noChangeShapeType="1"/>
              </p:cNvSpPr>
              <p:nvPr/>
            </p:nvSpPr>
            <p:spPr bwMode="auto">
              <a:xfrm flipH="1">
                <a:off x="5536" y="1620"/>
                <a:ext cx="20" cy="6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en-NZ"/>
              </a:p>
            </p:txBody>
          </p:sp>
        </p:grpSp>
        <p:sp>
          <p:nvSpPr>
            <p:cNvPr id="233573" name="Freeform 101"/>
            <p:cNvSpPr>
              <a:spLocks/>
            </p:cNvSpPr>
            <p:nvPr/>
          </p:nvSpPr>
          <p:spPr bwMode="auto">
            <a:xfrm>
              <a:off x="4179" y="2417"/>
              <a:ext cx="577" cy="768"/>
            </a:xfrm>
            <a:custGeom>
              <a:avLst/>
              <a:gdLst>
                <a:gd name="T0" fmla="*/ 577 w 577"/>
                <a:gd name="T1" fmla="*/ 0 h 768"/>
                <a:gd name="T2" fmla="*/ 342 w 577"/>
                <a:gd name="T3" fmla="*/ 0 h 768"/>
                <a:gd name="T4" fmla="*/ 342 w 577"/>
                <a:gd name="T5" fmla="*/ 768 h 768"/>
                <a:gd name="T6" fmla="*/ 0 w 577"/>
                <a:gd name="T7" fmla="*/ 760 h 7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77" h="768">
                  <a:moveTo>
                    <a:pt x="577" y="0"/>
                  </a:moveTo>
                  <a:lnTo>
                    <a:pt x="342" y="0"/>
                  </a:lnTo>
                  <a:lnTo>
                    <a:pt x="342" y="768"/>
                  </a:lnTo>
                  <a:lnTo>
                    <a:pt x="0" y="760"/>
                  </a:lnTo>
                </a:path>
              </a:pathLst>
            </a:custGeom>
            <a:noFill/>
            <a:ln w="28575" cap="flat" cmpd="sng">
              <a:solidFill>
                <a:schemeClr val="tx1"/>
              </a:solidFill>
              <a:prstDash val="solid"/>
              <a:round/>
              <a:headEnd type="triangl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NZ"/>
            </a:p>
          </p:txBody>
        </p:sp>
        <p:grpSp>
          <p:nvGrpSpPr>
            <p:cNvPr id="233574" name="Group 102"/>
            <p:cNvGrpSpPr>
              <a:grpSpLocks/>
            </p:cNvGrpSpPr>
            <p:nvPr/>
          </p:nvGrpSpPr>
          <p:grpSpPr bwMode="auto">
            <a:xfrm>
              <a:off x="4240" y="3064"/>
              <a:ext cx="218" cy="231"/>
              <a:chOff x="5140" y="403"/>
              <a:chExt cx="218" cy="231"/>
            </a:xfrm>
          </p:grpSpPr>
          <p:sp>
            <p:nvSpPr>
              <p:cNvPr id="233575" name="Oval 103"/>
              <p:cNvSpPr>
                <a:spLocks noChangeArrowheads="1"/>
              </p:cNvSpPr>
              <p:nvPr/>
            </p:nvSpPr>
            <p:spPr bwMode="auto">
              <a:xfrm>
                <a:off x="5140" y="410"/>
                <a:ext cx="218" cy="218"/>
              </a:xfrm>
              <a:prstGeom prst="ellipse">
                <a:avLst/>
              </a:prstGeom>
              <a:solidFill>
                <a:schemeClr val="bg1"/>
              </a:solidFill>
              <a:ln w="9525">
                <a:solidFill>
                  <a:srgbClr val="FF000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NZ"/>
              </a:p>
            </p:txBody>
          </p:sp>
          <p:sp>
            <p:nvSpPr>
              <p:cNvPr id="233576" name="Text Box 104"/>
              <p:cNvSpPr txBox="1">
                <a:spLocks noChangeArrowheads="1"/>
              </p:cNvSpPr>
              <p:nvPr/>
            </p:nvSpPr>
            <p:spPr bwMode="auto">
              <a:xfrm>
                <a:off x="5154" y="403"/>
                <a:ext cx="204" cy="2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 altLang="en-US">
                    <a:solidFill>
                      <a:srgbClr val="FF0000"/>
                    </a:solidFill>
                  </a:rPr>
                  <a:t>4</a:t>
                </a:r>
              </a:p>
            </p:txBody>
          </p:sp>
        </p:grpSp>
      </p:grpSp>
      <p:grpSp>
        <p:nvGrpSpPr>
          <p:cNvPr id="233580" name="Group 108"/>
          <p:cNvGrpSpPr>
            <a:grpSpLocks/>
          </p:cNvGrpSpPr>
          <p:nvPr/>
        </p:nvGrpSpPr>
        <p:grpSpPr bwMode="auto">
          <a:xfrm>
            <a:off x="1531938" y="3641725"/>
            <a:ext cx="2497137" cy="566738"/>
            <a:chOff x="1026" y="3559"/>
            <a:chExt cx="1573" cy="357"/>
          </a:xfrm>
        </p:grpSpPr>
        <p:grpSp>
          <p:nvGrpSpPr>
            <p:cNvPr id="233540" name="Group 68"/>
            <p:cNvGrpSpPr>
              <a:grpSpLocks/>
            </p:cNvGrpSpPr>
            <p:nvPr/>
          </p:nvGrpSpPr>
          <p:grpSpPr bwMode="auto">
            <a:xfrm>
              <a:off x="1412" y="3559"/>
              <a:ext cx="1187" cy="357"/>
              <a:chOff x="4381" y="786"/>
              <a:chExt cx="1108" cy="357"/>
            </a:xfrm>
          </p:grpSpPr>
          <p:sp>
            <p:nvSpPr>
              <p:cNvPr id="233541" name="Rectangle 69"/>
              <p:cNvSpPr>
                <a:spLocks noChangeArrowheads="1"/>
              </p:cNvSpPr>
              <p:nvPr/>
            </p:nvSpPr>
            <p:spPr bwMode="auto">
              <a:xfrm>
                <a:off x="4385" y="830"/>
                <a:ext cx="1104" cy="256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NZ"/>
              </a:p>
            </p:txBody>
          </p:sp>
          <p:sp>
            <p:nvSpPr>
              <p:cNvPr id="233542" name="Text Box 70"/>
              <p:cNvSpPr txBox="1">
                <a:spLocks noChangeArrowheads="1"/>
              </p:cNvSpPr>
              <p:nvPr/>
            </p:nvSpPr>
            <p:spPr bwMode="auto">
              <a:xfrm>
                <a:off x="4381" y="813"/>
                <a:ext cx="1045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r>
                  <a:rPr lang="en-US" altLang="en-US" sz="1200"/>
                  <a:t>S: 138.76.29.7, 5001</a:t>
                </a:r>
              </a:p>
              <a:p>
                <a:r>
                  <a:rPr lang="en-US" altLang="en-US" sz="1200"/>
                  <a:t>D: 128.119.40.186, 80</a:t>
                </a:r>
              </a:p>
            </p:txBody>
          </p:sp>
          <p:grpSp>
            <p:nvGrpSpPr>
              <p:cNvPr id="233543" name="Group 71"/>
              <p:cNvGrpSpPr>
                <a:grpSpLocks/>
              </p:cNvGrpSpPr>
              <p:nvPr/>
            </p:nvGrpSpPr>
            <p:grpSpPr bwMode="auto">
              <a:xfrm>
                <a:off x="5394" y="786"/>
                <a:ext cx="48" cy="99"/>
                <a:chOff x="5508" y="1599"/>
                <a:chExt cx="48" cy="99"/>
              </a:xfrm>
            </p:grpSpPr>
            <p:sp>
              <p:nvSpPr>
                <p:cNvPr id="233544" name="Freeform 72"/>
                <p:cNvSpPr>
                  <a:spLocks/>
                </p:cNvSpPr>
                <p:nvPr/>
              </p:nvSpPr>
              <p:spPr bwMode="auto">
                <a:xfrm>
                  <a:off x="5508" y="1599"/>
                  <a:ext cx="48" cy="99"/>
                </a:xfrm>
                <a:custGeom>
                  <a:avLst/>
                  <a:gdLst>
                    <a:gd name="T0" fmla="*/ 21 w 48"/>
                    <a:gd name="T1" fmla="*/ 0 h 99"/>
                    <a:gd name="T2" fmla="*/ 0 w 48"/>
                    <a:gd name="T3" fmla="*/ 72 h 99"/>
                    <a:gd name="T4" fmla="*/ 27 w 48"/>
                    <a:gd name="T5" fmla="*/ 99 h 99"/>
                    <a:gd name="T6" fmla="*/ 48 w 48"/>
                    <a:gd name="T7" fmla="*/ 21 h 99"/>
                    <a:gd name="T8" fmla="*/ 21 w 48"/>
                    <a:gd name="T9" fmla="*/ 0 h 9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8" h="99">
                      <a:moveTo>
                        <a:pt x="21" y="0"/>
                      </a:moveTo>
                      <a:lnTo>
                        <a:pt x="0" y="72"/>
                      </a:lnTo>
                      <a:lnTo>
                        <a:pt x="27" y="99"/>
                      </a:lnTo>
                      <a:lnTo>
                        <a:pt x="48" y="21"/>
                      </a:lnTo>
                      <a:lnTo>
                        <a:pt x="21" y="0"/>
                      </a:lnTo>
                      <a:close/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 cap="flat" cmpd="sng">
                      <a:solidFill>
                        <a:schemeClr val="tx1"/>
                      </a:solidFill>
                      <a:prstDash val="solid"/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endParaRPr lang="en-NZ"/>
                </a:p>
              </p:txBody>
            </p:sp>
            <p:sp>
              <p:nvSpPr>
                <p:cNvPr id="233545" name="Line 73"/>
                <p:cNvSpPr>
                  <a:spLocks noChangeShapeType="1"/>
                </p:cNvSpPr>
                <p:nvPr/>
              </p:nvSpPr>
              <p:spPr bwMode="auto">
                <a:xfrm flipH="1">
                  <a:off x="5512" y="1608"/>
                  <a:ext cx="20" cy="68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endParaRPr lang="en-NZ"/>
                </a:p>
              </p:txBody>
            </p:sp>
            <p:sp>
              <p:nvSpPr>
                <p:cNvPr id="233546" name="Line 74"/>
                <p:cNvSpPr>
                  <a:spLocks noChangeShapeType="1"/>
                </p:cNvSpPr>
                <p:nvPr/>
              </p:nvSpPr>
              <p:spPr bwMode="auto">
                <a:xfrm flipH="1">
                  <a:off x="5536" y="1620"/>
                  <a:ext cx="20" cy="68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endParaRPr lang="en-NZ"/>
                </a:p>
              </p:txBody>
            </p:sp>
          </p:grpSp>
          <p:grpSp>
            <p:nvGrpSpPr>
              <p:cNvPr id="233547" name="Group 75"/>
              <p:cNvGrpSpPr>
                <a:grpSpLocks/>
              </p:cNvGrpSpPr>
              <p:nvPr/>
            </p:nvGrpSpPr>
            <p:grpSpPr bwMode="auto">
              <a:xfrm>
                <a:off x="5382" y="1044"/>
                <a:ext cx="48" cy="99"/>
                <a:chOff x="5508" y="1599"/>
                <a:chExt cx="48" cy="99"/>
              </a:xfrm>
            </p:grpSpPr>
            <p:sp>
              <p:nvSpPr>
                <p:cNvPr id="233548" name="Freeform 76"/>
                <p:cNvSpPr>
                  <a:spLocks/>
                </p:cNvSpPr>
                <p:nvPr/>
              </p:nvSpPr>
              <p:spPr bwMode="auto">
                <a:xfrm>
                  <a:off x="5508" y="1599"/>
                  <a:ext cx="48" cy="99"/>
                </a:xfrm>
                <a:custGeom>
                  <a:avLst/>
                  <a:gdLst>
                    <a:gd name="T0" fmla="*/ 21 w 48"/>
                    <a:gd name="T1" fmla="*/ 0 h 99"/>
                    <a:gd name="T2" fmla="*/ 0 w 48"/>
                    <a:gd name="T3" fmla="*/ 72 h 99"/>
                    <a:gd name="T4" fmla="*/ 27 w 48"/>
                    <a:gd name="T5" fmla="*/ 99 h 99"/>
                    <a:gd name="T6" fmla="*/ 48 w 48"/>
                    <a:gd name="T7" fmla="*/ 21 h 99"/>
                    <a:gd name="T8" fmla="*/ 21 w 48"/>
                    <a:gd name="T9" fmla="*/ 0 h 9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8" h="99">
                      <a:moveTo>
                        <a:pt x="21" y="0"/>
                      </a:moveTo>
                      <a:lnTo>
                        <a:pt x="0" y="72"/>
                      </a:lnTo>
                      <a:lnTo>
                        <a:pt x="27" y="99"/>
                      </a:lnTo>
                      <a:lnTo>
                        <a:pt x="48" y="21"/>
                      </a:lnTo>
                      <a:lnTo>
                        <a:pt x="21" y="0"/>
                      </a:lnTo>
                      <a:close/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 cap="flat" cmpd="sng">
                      <a:solidFill>
                        <a:schemeClr val="tx1"/>
                      </a:solidFill>
                      <a:prstDash val="solid"/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endParaRPr lang="en-NZ"/>
                </a:p>
              </p:txBody>
            </p:sp>
            <p:sp>
              <p:nvSpPr>
                <p:cNvPr id="233549" name="Line 77"/>
                <p:cNvSpPr>
                  <a:spLocks noChangeShapeType="1"/>
                </p:cNvSpPr>
                <p:nvPr/>
              </p:nvSpPr>
              <p:spPr bwMode="auto">
                <a:xfrm flipH="1">
                  <a:off x="5512" y="1608"/>
                  <a:ext cx="20" cy="68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endParaRPr lang="en-NZ"/>
                </a:p>
              </p:txBody>
            </p:sp>
            <p:sp>
              <p:nvSpPr>
                <p:cNvPr id="233550" name="Line 78"/>
                <p:cNvSpPr>
                  <a:spLocks noChangeShapeType="1"/>
                </p:cNvSpPr>
                <p:nvPr/>
              </p:nvSpPr>
              <p:spPr bwMode="auto">
                <a:xfrm flipH="1">
                  <a:off x="5536" y="1620"/>
                  <a:ext cx="20" cy="68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endParaRPr lang="en-NZ"/>
                </a:p>
              </p:txBody>
            </p:sp>
          </p:grpSp>
        </p:grpSp>
        <p:sp>
          <p:nvSpPr>
            <p:cNvPr id="233551" name="Line 79"/>
            <p:cNvSpPr>
              <a:spLocks noChangeShapeType="1"/>
            </p:cNvSpPr>
            <p:nvPr/>
          </p:nvSpPr>
          <p:spPr bwMode="auto">
            <a:xfrm flipH="1">
              <a:off x="1026" y="3729"/>
              <a:ext cx="376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NZ"/>
            </a:p>
          </p:txBody>
        </p:sp>
        <p:grpSp>
          <p:nvGrpSpPr>
            <p:cNvPr id="233577" name="Group 105"/>
            <p:cNvGrpSpPr>
              <a:grpSpLocks/>
            </p:cNvGrpSpPr>
            <p:nvPr/>
          </p:nvGrpSpPr>
          <p:grpSpPr bwMode="auto">
            <a:xfrm>
              <a:off x="1143" y="3616"/>
              <a:ext cx="218" cy="231"/>
              <a:chOff x="5140" y="403"/>
              <a:chExt cx="218" cy="231"/>
            </a:xfrm>
          </p:grpSpPr>
          <p:sp>
            <p:nvSpPr>
              <p:cNvPr id="233578" name="Oval 106"/>
              <p:cNvSpPr>
                <a:spLocks noChangeArrowheads="1"/>
              </p:cNvSpPr>
              <p:nvPr/>
            </p:nvSpPr>
            <p:spPr bwMode="auto">
              <a:xfrm>
                <a:off x="5140" y="410"/>
                <a:ext cx="218" cy="218"/>
              </a:xfrm>
              <a:prstGeom prst="ellipse">
                <a:avLst/>
              </a:prstGeom>
              <a:solidFill>
                <a:schemeClr val="bg1"/>
              </a:solidFill>
              <a:ln w="9525">
                <a:solidFill>
                  <a:srgbClr val="FF000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NZ"/>
              </a:p>
            </p:txBody>
          </p:sp>
          <p:sp>
            <p:nvSpPr>
              <p:cNvPr id="233579" name="Text Box 107"/>
              <p:cNvSpPr txBox="1">
                <a:spLocks noChangeArrowheads="1"/>
              </p:cNvSpPr>
              <p:nvPr/>
            </p:nvSpPr>
            <p:spPr bwMode="auto">
              <a:xfrm>
                <a:off x="5154" y="403"/>
                <a:ext cx="204" cy="2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 altLang="en-US">
                    <a:solidFill>
                      <a:srgbClr val="FF0000"/>
                    </a:solidFill>
                  </a:rPr>
                  <a:t>2</a:t>
                </a:r>
              </a:p>
            </p:txBody>
          </p:sp>
        </p:grpSp>
      </p:grpSp>
      <p:sp>
        <p:nvSpPr>
          <p:cNvPr id="233554" name="Text Box 82"/>
          <p:cNvSpPr txBox="1">
            <a:spLocks noChangeArrowheads="1"/>
          </p:cNvSpPr>
          <p:nvPr/>
        </p:nvSpPr>
        <p:spPr bwMode="auto">
          <a:xfrm>
            <a:off x="1" y="1643063"/>
            <a:ext cx="2222500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en-US" altLang="en-US" u="sng" dirty="0">
                <a:solidFill>
                  <a:srgbClr val="FF0000"/>
                </a:solidFill>
              </a:rPr>
              <a:t>2:</a:t>
            </a:r>
            <a:r>
              <a:rPr lang="en-US" altLang="en-US" dirty="0">
                <a:solidFill>
                  <a:srgbClr val="FF0000"/>
                </a:solidFill>
              </a:rPr>
              <a:t> NAT box changes the</a:t>
            </a:r>
          </a:p>
          <a:p>
            <a:r>
              <a:rPr lang="en-US" altLang="en-US" dirty="0">
                <a:solidFill>
                  <a:srgbClr val="FF0000"/>
                </a:solidFill>
              </a:rPr>
              <a:t>source addr. and port number from</a:t>
            </a:r>
          </a:p>
          <a:p>
            <a:r>
              <a:rPr lang="en-US" altLang="en-US" dirty="0">
                <a:solidFill>
                  <a:srgbClr val="FF0000"/>
                </a:solidFill>
              </a:rPr>
              <a:t>10.0.0.1, 3345 to</a:t>
            </a:r>
          </a:p>
          <a:p>
            <a:r>
              <a:rPr lang="en-US" altLang="en-US" dirty="0">
                <a:solidFill>
                  <a:srgbClr val="FF0000"/>
                </a:solidFill>
              </a:rPr>
              <a:t>138.76.29.7, 5001 and adds an entry </a:t>
            </a:r>
          </a:p>
          <a:p>
            <a:r>
              <a:rPr lang="en-US" altLang="en-US" dirty="0">
                <a:solidFill>
                  <a:srgbClr val="FF0000"/>
                </a:solidFill>
              </a:rPr>
              <a:t>into the table</a:t>
            </a:r>
          </a:p>
        </p:txBody>
      </p:sp>
      <p:grpSp>
        <p:nvGrpSpPr>
          <p:cNvPr id="233601" name="Group 129"/>
          <p:cNvGrpSpPr>
            <a:grpSpLocks/>
          </p:cNvGrpSpPr>
          <p:nvPr/>
        </p:nvGrpSpPr>
        <p:grpSpPr bwMode="auto">
          <a:xfrm>
            <a:off x="1360488" y="4681538"/>
            <a:ext cx="2471737" cy="696912"/>
            <a:chOff x="1163" y="3752"/>
            <a:chExt cx="1557" cy="439"/>
          </a:xfrm>
        </p:grpSpPr>
        <p:sp>
          <p:nvSpPr>
            <p:cNvPr id="233587" name="Rectangle 115"/>
            <p:cNvSpPr>
              <a:spLocks noChangeArrowheads="1"/>
            </p:cNvSpPr>
            <p:nvPr/>
          </p:nvSpPr>
          <p:spPr bwMode="auto">
            <a:xfrm>
              <a:off x="1163" y="3796"/>
              <a:ext cx="1183" cy="256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NZ"/>
            </a:p>
          </p:txBody>
        </p:sp>
        <p:sp>
          <p:nvSpPr>
            <p:cNvPr id="233588" name="Text Box 116"/>
            <p:cNvSpPr txBox="1">
              <a:spLocks noChangeArrowheads="1"/>
            </p:cNvSpPr>
            <p:nvPr/>
          </p:nvSpPr>
          <p:spPr bwMode="auto">
            <a:xfrm>
              <a:off x="1281" y="3788"/>
              <a:ext cx="1120" cy="40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lang="en-US" altLang="en-US" sz="1200" dirty="0"/>
                <a:t>S: 128.119.40.186, 80 </a:t>
              </a:r>
            </a:p>
            <a:p>
              <a:r>
                <a:rPr lang="en-US" altLang="en-US" sz="1200" dirty="0"/>
                <a:t>D: 138.76.29.7, 5001</a:t>
              </a:r>
            </a:p>
            <a:p>
              <a:endParaRPr lang="en-US" altLang="en-US" sz="1200" dirty="0"/>
            </a:p>
          </p:txBody>
        </p:sp>
        <p:grpSp>
          <p:nvGrpSpPr>
            <p:cNvPr id="233589" name="Group 117"/>
            <p:cNvGrpSpPr>
              <a:grpSpLocks/>
            </p:cNvGrpSpPr>
            <p:nvPr/>
          </p:nvGrpSpPr>
          <p:grpSpPr bwMode="auto">
            <a:xfrm>
              <a:off x="1214" y="3752"/>
              <a:ext cx="52" cy="99"/>
              <a:chOff x="5508" y="1599"/>
              <a:chExt cx="48" cy="99"/>
            </a:xfrm>
          </p:grpSpPr>
          <p:sp>
            <p:nvSpPr>
              <p:cNvPr id="233590" name="Freeform 118"/>
              <p:cNvSpPr>
                <a:spLocks/>
              </p:cNvSpPr>
              <p:nvPr/>
            </p:nvSpPr>
            <p:spPr bwMode="auto">
              <a:xfrm>
                <a:off x="5508" y="1599"/>
                <a:ext cx="48" cy="99"/>
              </a:xfrm>
              <a:custGeom>
                <a:avLst/>
                <a:gdLst>
                  <a:gd name="T0" fmla="*/ 21 w 48"/>
                  <a:gd name="T1" fmla="*/ 0 h 99"/>
                  <a:gd name="T2" fmla="*/ 0 w 48"/>
                  <a:gd name="T3" fmla="*/ 72 h 99"/>
                  <a:gd name="T4" fmla="*/ 27 w 48"/>
                  <a:gd name="T5" fmla="*/ 99 h 99"/>
                  <a:gd name="T6" fmla="*/ 48 w 48"/>
                  <a:gd name="T7" fmla="*/ 21 h 99"/>
                  <a:gd name="T8" fmla="*/ 21 w 48"/>
                  <a:gd name="T9" fmla="*/ 0 h 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8" h="99">
                    <a:moveTo>
                      <a:pt x="21" y="0"/>
                    </a:moveTo>
                    <a:lnTo>
                      <a:pt x="0" y="72"/>
                    </a:lnTo>
                    <a:lnTo>
                      <a:pt x="27" y="99"/>
                    </a:lnTo>
                    <a:lnTo>
                      <a:pt x="48" y="21"/>
                    </a:lnTo>
                    <a:lnTo>
                      <a:pt x="21" y="0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chemeClr val="tx1"/>
                    </a:solidFill>
                    <a:prstDash val="solid"/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en-NZ"/>
              </a:p>
            </p:txBody>
          </p:sp>
          <p:sp>
            <p:nvSpPr>
              <p:cNvPr id="233591" name="Line 119"/>
              <p:cNvSpPr>
                <a:spLocks noChangeShapeType="1"/>
              </p:cNvSpPr>
              <p:nvPr/>
            </p:nvSpPr>
            <p:spPr bwMode="auto">
              <a:xfrm flipH="1">
                <a:off x="5512" y="1608"/>
                <a:ext cx="20" cy="6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en-NZ"/>
              </a:p>
            </p:txBody>
          </p:sp>
          <p:sp>
            <p:nvSpPr>
              <p:cNvPr id="233592" name="Line 120"/>
              <p:cNvSpPr>
                <a:spLocks noChangeShapeType="1"/>
              </p:cNvSpPr>
              <p:nvPr/>
            </p:nvSpPr>
            <p:spPr bwMode="auto">
              <a:xfrm flipH="1">
                <a:off x="5536" y="1620"/>
                <a:ext cx="20" cy="6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en-NZ"/>
              </a:p>
            </p:txBody>
          </p:sp>
        </p:grpSp>
        <p:grpSp>
          <p:nvGrpSpPr>
            <p:cNvPr id="233593" name="Group 121"/>
            <p:cNvGrpSpPr>
              <a:grpSpLocks/>
            </p:cNvGrpSpPr>
            <p:nvPr/>
          </p:nvGrpSpPr>
          <p:grpSpPr bwMode="auto">
            <a:xfrm>
              <a:off x="1193" y="3984"/>
              <a:ext cx="52" cy="99"/>
              <a:chOff x="5508" y="1599"/>
              <a:chExt cx="48" cy="99"/>
            </a:xfrm>
          </p:grpSpPr>
          <p:sp>
            <p:nvSpPr>
              <p:cNvPr id="233594" name="Freeform 122"/>
              <p:cNvSpPr>
                <a:spLocks/>
              </p:cNvSpPr>
              <p:nvPr/>
            </p:nvSpPr>
            <p:spPr bwMode="auto">
              <a:xfrm>
                <a:off x="5508" y="1599"/>
                <a:ext cx="48" cy="99"/>
              </a:xfrm>
              <a:custGeom>
                <a:avLst/>
                <a:gdLst>
                  <a:gd name="T0" fmla="*/ 21 w 48"/>
                  <a:gd name="T1" fmla="*/ 0 h 99"/>
                  <a:gd name="T2" fmla="*/ 0 w 48"/>
                  <a:gd name="T3" fmla="*/ 72 h 99"/>
                  <a:gd name="T4" fmla="*/ 27 w 48"/>
                  <a:gd name="T5" fmla="*/ 99 h 99"/>
                  <a:gd name="T6" fmla="*/ 48 w 48"/>
                  <a:gd name="T7" fmla="*/ 21 h 99"/>
                  <a:gd name="T8" fmla="*/ 21 w 48"/>
                  <a:gd name="T9" fmla="*/ 0 h 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8" h="99">
                    <a:moveTo>
                      <a:pt x="21" y="0"/>
                    </a:moveTo>
                    <a:lnTo>
                      <a:pt x="0" y="72"/>
                    </a:lnTo>
                    <a:lnTo>
                      <a:pt x="27" y="99"/>
                    </a:lnTo>
                    <a:lnTo>
                      <a:pt x="48" y="21"/>
                    </a:lnTo>
                    <a:lnTo>
                      <a:pt x="21" y="0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chemeClr val="tx1"/>
                    </a:solidFill>
                    <a:prstDash val="solid"/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en-NZ"/>
              </a:p>
            </p:txBody>
          </p:sp>
          <p:sp>
            <p:nvSpPr>
              <p:cNvPr id="233595" name="Line 123"/>
              <p:cNvSpPr>
                <a:spLocks noChangeShapeType="1"/>
              </p:cNvSpPr>
              <p:nvPr/>
            </p:nvSpPr>
            <p:spPr bwMode="auto">
              <a:xfrm flipH="1">
                <a:off x="5512" y="1608"/>
                <a:ext cx="20" cy="6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en-NZ"/>
              </a:p>
            </p:txBody>
          </p:sp>
          <p:sp>
            <p:nvSpPr>
              <p:cNvPr id="233596" name="Line 124"/>
              <p:cNvSpPr>
                <a:spLocks noChangeShapeType="1"/>
              </p:cNvSpPr>
              <p:nvPr/>
            </p:nvSpPr>
            <p:spPr bwMode="auto">
              <a:xfrm flipH="1">
                <a:off x="5536" y="1620"/>
                <a:ext cx="20" cy="6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en-NZ"/>
              </a:p>
            </p:txBody>
          </p:sp>
        </p:grpSp>
        <p:sp>
          <p:nvSpPr>
            <p:cNvPr id="233597" name="Line 125"/>
            <p:cNvSpPr>
              <a:spLocks noChangeShapeType="1"/>
            </p:cNvSpPr>
            <p:nvPr/>
          </p:nvSpPr>
          <p:spPr bwMode="auto">
            <a:xfrm flipH="1">
              <a:off x="2344" y="3931"/>
              <a:ext cx="376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NZ"/>
            </a:p>
          </p:txBody>
        </p:sp>
        <p:grpSp>
          <p:nvGrpSpPr>
            <p:cNvPr id="233598" name="Group 126"/>
            <p:cNvGrpSpPr>
              <a:grpSpLocks/>
            </p:cNvGrpSpPr>
            <p:nvPr/>
          </p:nvGrpSpPr>
          <p:grpSpPr bwMode="auto">
            <a:xfrm>
              <a:off x="2409" y="3818"/>
              <a:ext cx="218" cy="231"/>
              <a:chOff x="5140" y="403"/>
              <a:chExt cx="218" cy="231"/>
            </a:xfrm>
          </p:grpSpPr>
          <p:sp>
            <p:nvSpPr>
              <p:cNvPr id="233599" name="Oval 127"/>
              <p:cNvSpPr>
                <a:spLocks noChangeArrowheads="1"/>
              </p:cNvSpPr>
              <p:nvPr/>
            </p:nvSpPr>
            <p:spPr bwMode="auto">
              <a:xfrm>
                <a:off x="5140" y="410"/>
                <a:ext cx="218" cy="218"/>
              </a:xfrm>
              <a:prstGeom prst="ellipse">
                <a:avLst/>
              </a:prstGeom>
              <a:solidFill>
                <a:schemeClr val="bg1"/>
              </a:solidFill>
              <a:ln w="9525">
                <a:solidFill>
                  <a:srgbClr val="FF000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NZ"/>
              </a:p>
            </p:txBody>
          </p:sp>
          <p:sp>
            <p:nvSpPr>
              <p:cNvPr id="233600" name="Text Box 128"/>
              <p:cNvSpPr txBox="1">
                <a:spLocks noChangeArrowheads="1"/>
              </p:cNvSpPr>
              <p:nvPr/>
            </p:nvSpPr>
            <p:spPr bwMode="auto">
              <a:xfrm>
                <a:off x="5154" y="403"/>
                <a:ext cx="204" cy="2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 altLang="en-US">
                    <a:solidFill>
                      <a:srgbClr val="FF0000"/>
                    </a:solidFill>
                  </a:rPr>
                  <a:t>3</a:t>
                </a:r>
              </a:p>
            </p:txBody>
          </p:sp>
        </p:grpSp>
      </p:grpSp>
      <p:sp>
        <p:nvSpPr>
          <p:cNvPr id="233603" name="Text Box 131"/>
          <p:cNvSpPr txBox="1">
            <a:spLocks noChangeArrowheads="1"/>
          </p:cNvSpPr>
          <p:nvPr/>
        </p:nvSpPr>
        <p:spPr bwMode="auto">
          <a:xfrm>
            <a:off x="1317626" y="5221069"/>
            <a:ext cx="3025776" cy="1477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en-US" altLang="en-US" u="sng" dirty="0">
                <a:solidFill>
                  <a:srgbClr val="FF0000"/>
                </a:solidFill>
              </a:rPr>
              <a:t>3:</a:t>
            </a:r>
            <a:r>
              <a:rPr lang="en-US" altLang="en-US" dirty="0">
                <a:solidFill>
                  <a:srgbClr val="FF0000"/>
                </a:solidFill>
              </a:rPr>
              <a:t> When a reply arrives, NAT box </a:t>
            </a:r>
            <a:r>
              <a:rPr lang="en-GB" altLang="en-US" dirty="0">
                <a:solidFill>
                  <a:srgbClr val="FF0000"/>
                </a:solidFill>
              </a:rPr>
              <a:t>indexes the NAT translation table using the destination </a:t>
            </a:r>
            <a:r>
              <a:rPr lang="en-GB" altLang="en-US" dirty="0" err="1">
                <a:solidFill>
                  <a:srgbClr val="FF0000"/>
                </a:solidFill>
              </a:rPr>
              <a:t>addr</a:t>
            </a:r>
            <a:r>
              <a:rPr lang="en-GB" altLang="en-US" dirty="0">
                <a:solidFill>
                  <a:srgbClr val="FF0000"/>
                </a:solidFill>
              </a:rPr>
              <a:t>. and port number</a:t>
            </a:r>
            <a:endParaRPr lang="en-US" altLang="en-US" dirty="0">
              <a:solidFill>
                <a:srgbClr val="FF0000"/>
              </a:solidFill>
            </a:endParaRPr>
          </a:p>
        </p:txBody>
      </p:sp>
      <p:sp>
        <p:nvSpPr>
          <p:cNvPr id="233608" name="Text Box 136"/>
          <p:cNvSpPr txBox="1">
            <a:spLocks noChangeArrowheads="1"/>
          </p:cNvSpPr>
          <p:nvPr/>
        </p:nvSpPr>
        <p:spPr bwMode="auto">
          <a:xfrm>
            <a:off x="4741863" y="4976813"/>
            <a:ext cx="2987145" cy="1477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en-US" altLang="en-US" u="sng" dirty="0">
                <a:solidFill>
                  <a:srgbClr val="FF0000"/>
                </a:solidFill>
              </a:rPr>
              <a:t>4:</a:t>
            </a:r>
            <a:r>
              <a:rPr lang="en-US" altLang="en-US" dirty="0">
                <a:solidFill>
                  <a:srgbClr val="FF0000"/>
                </a:solidFill>
              </a:rPr>
              <a:t> NAT box changes the destination addr. and port number from 138.76.29.7, 5001 to 10.0.0.1, 3345</a:t>
            </a:r>
            <a:r>
              <a:rPr lang="en-US" altLang="en-US" dirty="0"/>
              <a:t> </a:t>
            </a:r>
            <a:endParaRPr lang="en-US" altLang="en-US" dirty="0">
              <a:solidFill>
                <a:srgbClr val="FF0000"/>
              </a:solidFill>
            </a:endParaRPr>
          </a:p>
          <a:p>
            <a:endParaRPr lang="en-US" altLang="en-US" dirty="0">
              <a:solidFill>
                <a:srgbClr val="FF0000"/>
              </a:solidFill>
            </a:endParaRPr>
          </a:p>
        </p:txBody>
      </p:sp>
      <p:sp>
        <p:nvSpPr>
          <p:cNvPr id="233610" name="Line 138"/>
          <p:cNvSpPr>
            <a:spLocks noChangeShapeType="1"/>
          </p:cNvSpPr>
          <p:nvPr/>
        </p:nvSpPr>
        <p:spPr bwMode="auto">
          <a:xfrm>
            <a:off x="1022350" y="4273550"/>
            <a:ext cx="3025775" cy="635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NZ"/>
          </a:p>
        </p:txBody>
      </p:sp>
      <p:grpSp>
        <p:nvGrpSpPr>
          <p:cNvPr id="91" name="Group 90">
            <a:extLst>
              <a:ext uri="{FF2B5EF4-FFF2-40B4-BE49-F238E27FC236}">
                <a16:creationId xmlns:a16="http://schemas.microsoft.com/office/drawing/2014/main" id="{3B8C21EA-B5F7-E10F-AF7B-946BD1CC2512}"/>
              </a:ext>
            </a:extLst>
          </p:cNvPr>
          <p:cNvGrpSpPr/>
          <p:nvPr/>
        </p:nvGrpSpPr>
        <p:grpSpPr>
          <a:xfrm>
            <a:off x="4037013" y="4128771"/>
            <a:ext cx="555625" cy="307975"/>
            <a:chOff x="-1317624" y="4595496"/>
            <a:chExt cx="555625" cy="307975"/>
          </a:xfrm>
        </p:grpSpPr>
        <p:grpSp>
          <p:nvGrpSpPr>
            <p:cNvPr id="90" name="Group 89">
              <a:extLst>
                <a:ext uri="{FF2B5EF4-FFF2-40B4-BE49-F238E27FC236}">
                  <a16:creationId xmlns:a16="http://schemas.microsoft.com/office/drawing/2014/main" id="{01EF53D9-774A-2DCC-3BE1-0407DF360EE0}"/>
                </a:ext>
              </a:extLst>
            </p:cNvPr>
            <p:cNvGrpSpPr/>
            <p:nvPr/>
          </p:nvGrpSpPr>
          <p:grpSpPr>
            <a:xfrm>
              <a:off x="-1317624" y="4595496"/>
              <a:ext cx="555625" cy="307975"/>
              <a:chOff x="-1346200" y="4961364"/>
              <a:chExt cx="555625" cy="307975"/>
            </a:xfrm>
          </p:grpSpPr>
          <p:sp>
            <p:nvSpPr>
              <p:cNvPr id="75" name="Oval 74">
                <a:extLst>
                  <a:ext uri="{FF2B5EF4-FFF2-40B4-BE49-F238E27FC236}">
                    <a16:creationId xmlns:a16="http://schemas.microsoft.com/office/drawing/2014/main" id="{03FCCA4D-1A44-A6B3-4B00-73487E43862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-1341570" y="5098633"/>
                <a:ext cx="550995" cy="170706"/>
              </a:xfrm>
              <a:prstGeom prst="ellipse">
                <a:avLst/>
              </a:prstGeom>
              <a:solidFill>
                <a:schemeClr val="hlink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defPPr>
                  <a:defRPr lang="en-US"/>
                </a:defPPr>
                <a:lvl1pPr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Arial" charset="0"/>
                  </a:defRPr>
                </a:lvl1pPr>
                <a:lvl2pPr marL="4572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Arial" charset="0"/>
                  </a:defRPr>
                </a:lvl2pPr>
                <a:lvl3pPr marL="9144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Arial" charset="0"/>
                  </a:defRPr>
                </a:lvl3pPr>
                <a:lvl4pPr marL="13716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Arial" charset="0"/>
                  </a:defRPr>
                </a:lvl4pPr>
                <a:lvl5pPr marL="18288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Arial" charset="0"/>
                  </a:defRPr>
                </a:lvl5pPr>
                <a:lvl6pPr marL="22860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Arial" charset="0"/>
                  </a:defRPr>
                </a:lvl6pPr>
                <a:lvl7pPr marL="27432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Arial" charset="0"/>
                  </a:defRPr>
                </a:lvl7pPr>
                <a:lvl8pPr marL="32004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Arial" charset="0"/>
                  </a:defRPr>
                </a:lvl8pPr>
                <a:lvl9pPr marL="36576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Arial" charset="0"/>
                  </a:defRPr>
                </a:lvl9pPr>
              </a:lstStyle>
              <a:p>
                <a:endParaRPr lang="en-NZ"/>
              </a:p>
            </p:txBody>
          </p:sp>
          <p:sp>
            <p:nvSpPr>
              <p:cNvPr id="76" name="Line 21">
                <a:extLst>
                  <a:ext uri="{FF2B5EF4-FFF2-40B4-BE49-F238E27FC236}">
                    <a16:creationId xmlns:a16="http://schemas.microsoft.com/office/drawing/2014/main" id="{A5A4C47B-6B3A-6934-A771-9A6830527E9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-1341570" y="5084554"/>
                <a:ext cx="0" cy="105591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defPPr>
                  <a:defRPr lang="en-US"/>
                </a:defPPr>
                <a:lvl1pPr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Arial" charset="0"/>
                  </a:defRPr>
                </a:lvl1pPr>
                <a:lvl2pPr marL="4572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Arial" charset="0"/>
                  </a:defRPr>
                </a:lvl2pPr>
                <a:lvl3pPr marL="9144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Arial" charset="0"/>
                  </a:defRPr>
                </a:lvl3pPr>
                <a:lvl4pPr marL="13716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Arial" charset="0"/>
                  </a:defRPr>
                </a:lvl4pPr>
                <a:lvl5pPr marL="18288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Arial" charset="0"/>
                  </a:defRPr>
                </a:lvl5pPr>
                <a:lvl6pPr marL="22860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Arial" charset="0"/>
                  </a:defRPr>
                </a:lvl6pPr>
                <a:lvl7pPr marL="27432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Arial" charset="0"/>
                  </a:defRPr>
                </a:lvl7pPr>
                <a:lvl8pPr marL="32004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Arial" charset="0"/>
                  </a:defRPr>
                </a:lvl8pPr>
                <a:lvl9pPr marL="36576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Arial" charset="0"/>
                  </a:defRPr>
                </a:lvl9pPr>
              </a:lstStyle>
              <a:p>
                <a:endParaRPr lang="en-NZ"/>
              </a:p>
            </p:txBody>
          </p:sp>
          <p:sp>
            <p:nvSpPr>
              <p:cNvPr id="77" name="Line 22">
                <a:extLst>
                  <a:ext uri="{FF2B5EF4-FFF2-40B4-BE49-F238E27FC236}">
                    <a16:creationId xmlns:a16="http://schemas.microsoft.com/office/drawing/2014/main" id="{DE311145-A3F5-4BC2-1DCF-62CCFAA5415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-790575" y="5084554"/>
                <a:ext cx="0" cy="105591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defPPr>
                  <a:defRPr lang="en-US"/>
                </a:defPPr>
                <a:lvl1pPr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Arial" charset="0"/>
                  </a:defRPr>
                </a:lvl1pPr>
                <a:lvl2pPr marL="4572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Arial" charset="0"/>
                  </a:defRPr>
                </a:lvl2pPr>
                <a:lvl3pPr marL="9144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Arial" charset="0"/>
                  </a:defRPr>
                </a:lvl3pPr>
                <a:lvl4pPr marL="13716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Arial" charset="0"/>
                  </a:defRPr>
                </a:lvl4pPr>
                <a:lvl5pPr marL="18288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Arial" charset="0"/>
                  </a:defRPr>
                </a:lvl5pPr>
                <a:lvl6pPr marL="22860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Arial" charset="0"/>
                  </a:defRPr>
                </a:lvl6pPr>
                <a:lvl7pPr marL="27432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Arial" charset="0"/>
                  </a:defRPr>
                </a:lvl7pPr>
                <a:lvl8pPr marL="32004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Arial" charset="0"/>
                  </a:defRPr>
                </a:lvl8pPr>
                <a:lvl9pPr marL="36576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Arial" charset="0"/>
                  </a:defRPr>
                </a:lvl9pPr>
              </a:lstStyle>
              <a:p>
                <a:endParaRPr lang="en-NZ"/>
              </a:p>
            </p:txBody>
          </p:sp>
          <p:sp>
            <p:nvSpPr>
              <p:cNvPr id="78" name="Rectangle 77">
                <a:extLst>
                  <a:ext uri="{FF2B5EF4-FFF2-40B4-BE49-F238E27FC236}">
                    <a16:creationId xmlns:a16="http://schemas.microsoft.com/office/drawing/2014/main" id="{A1EB2E55-7B26-E9FF-8E32-257B707C70E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-1341570" y="5084554"/>
                <a:ext cx="546365" cy="103831"/>
              </a:xfrm>
              <a:prstGeom prst="rect">
                <a:avLst/>
              </a:prstGeom>
              <a:solidFill>
                <a:schemeClr val="hlink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defPPr>
                  <a:defRPr lang="en-US"/>
                </a:defPPr>
                <a:lvl1pPr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Arial" charset="0"/>
                  </a:defRPr>
                </a:lvl1pPr>
                <a:lvl2pPr marL="4572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Arial" charset="0"/>
                  </a:defRPr>
                </a:lvl2pPr>
                <a:lvl3pPr marL="9144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Arial" charset="0"/>
                  </a:defRPr>
                </a:lvl3pPr>
                <a:lvl4pPr marL="13716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Arial" charset="0"/>
                  </a:defRPr>
                </a:lvl4pPr>
                <a:lvl5pPr marL="18288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Arial" charset="0"/>
                  </a:defRPr>
                </a:lvl5pPr>
                <a:lvl6pPr marL="22860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Arial" charset="0"/>
                  </a:defRPr>
                </a:lvl6pPr>
                <a:lvl7pPr marL="27432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Arial" charset="0"/>
                  </a:defRPr>
                </a:lvl7pPr>
                <a:lvl8pPr marL="32004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Arial" charset="0"/>
                  </a:defRPr>
                </a:lvl8pPr>
                <a:lvl9pPr marL="36576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Arial" charset="0"/>
                  </a:defRPr>
                </a:lvl9pPr>
              </a:lstStyle>
              <a:p>
                <a:pPr algn="ctr"/>
                <a:endParaRPr lang="en-US" altLang="en-US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79" name="Oval 78">
                <a:extLst>
                  <a:ext uri="{FF2B5EF4-FFF2-40B4-BE49-F238E27FC236}">
                    <a16:creationId xmlns:a16="http://schemas.microsoft.com/office/drawing/2014/main" id="{1D3C0E0B-E0A0-04D2-0048-1667B2CCAE5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-1346200" y="4961364"/>
                <a:ext cx="550995" cy="198864"/>
              </a:xfrm>
              <a:prstGeom prst="ellipse">
                <a:avLst/>
              </a:prstGeom>
              <a:solidFill>
                <a:schemeClr val="hlink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defPPr>
                  <a:defRPr lang="en-US"/>
                </a:defPPr>
                <a:lvl1pPr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Arial" charset="0"/>
                  </a:defRPr>
                </a:lvl1pPr>
                <a:lvl2pPr marL="4572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Arial" charset="0"/>
                  </a:defRPr>
                </a:lvl2pPr>
                <a:lvl3pPr marL="9144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Arial" charset="0"/>
                  </a:defRPr>
                </a:lvl3pPr>
                <a:lvl4pPr marL="13716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Arial" charset="0"/>
                  </a:defRPr>
                </a:lvl4pPr>
                <a:lvl5pPr marL="18288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Arial" charset="0"/>
                  </a:defRPr>
                </a:lvl5pPr>
                <a:lvl6pPr marL="22860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Arial" charset="0"/>
                  </a:defRPr>
                </a:lvl6pPr>
                <a:lvl7pPr marL="27432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Arial" charset="0"/>
                  </a:defRPr>
                </a:lvl7pPr>
                <a:lvl8pPr marL="32004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Arial" charset="0"/>
                  </a:defRPr>
                </a:lvl8pPr>
                <a:lvl9pPr marL="36576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Arial" charset="0"/>
                  </a:defRPr>
                </a:lvl9pPr>
              </a:lstStyle>
              <a:p>
                <a:endParaRPr lang="en-NZ"/>
              </a:p>
            </p:txBody>
          </p:sp>
        </p:grpSp>
        <p:grpSp>
          <p:nvGrpSpPr>
            <p:cNvPr id="89" name="Group 88">
              <a:extLst>
                <a:ext uri="{FF2B5EF4-FFF2-40B4-BE49-F238E27FC236}">
                  <a16:creationId xmlns:a16="http://schemas.microsoft.com/office/drawing/2014/main" id="{2939EBF1-DBEF-7416-883B-8AB3E7DF45D9}"/>
                </a:ext>
              </a:extLst>
            </p:cNvPr>
            <p:cNvGrpSpPr/>
            <p:nvPr/>
          </p:nvGrpSpPr>
          <p:grpSpPr>
            <a:xfrm>
              <a:off x="-1186039" y="4648200"/>
              <a:ext cx="271639" cy="86233"/>
              <a:chOff x="-1186039" y="4648200"/>
              <a:chExt cx="271639" cy="86233"/>
            </a:xfrm>
          </p:grpSpPr>
          <p:grpSp>
            <p:nvGrpSpPr>
              <p:cNvPr id="80" name="Group 79">
                <a:extLst>
                  <a:ext uri="{FF2B5EF4-FFF2-40B4-BE49-F238E27FC236}">
                    <a16:creationId xmlns:a16="http://schemas.microsoft.com/office/drawing/2014/main" id="{1EB3E4A0-288A-198E-6586-7E9D339CA567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-1186039" y="4648200"/>
                <a:ext cx="271639" cy="86233"/>
                <a:chOff x="2848" y="848"/>
                <a:chExt cx="140" cy="98"/>
              </a:xfrm>
            </p:grpSpPr>
            <p:sp>
              <p:nvSpPr>
                <p:cNvPr id="85" name="Line 26">
                  <a:extLst>
                    <a:ext uri="{FF2B5EF4-FFF2-40B4-BE49-F238E27FC236}">
                      <a16:creationId xmlns:a16="http://schemas.microsoft.com/office/drawing/2014/main" id="{C5840DCC-6670-68E7-9146-3E9371C1BFE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2848" y="848"/>
                  <a:ext cx="50" cy="2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defPPr>
                    <a:defRPr lang="en-US"/>
                  </a:defPPr>
                  <a:lvl1pPr algn="l" rtl="0" fontAlgn="base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Arial" charset="0"/>
                      <a:ea typeface="+mn-ea"/>
                      <a:cs typeface="Arial" charset="0"/>
                    </a:defRPr>
                  </a:lvl1pPr>
                  <a:lvl2pPr marL="457200" algn="l" rtl="0" fontAlgn="base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Arial" charset="0"/>
                      <a:ea typeface="+mn-ea"/>
                      <a:cs typeface="Arial" charset="0"/>
                    </a:defRPr>
                  </a:lvl2pPr>
                  <a:lvl3pPr marL="914400" algn="l" rtl="0" fontAlgn="base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Arial" charset="0"/>
                      <a:ea typeface="+mn-ea"/>
                      <a:cs typeface="Arial" charset="0"/>
                    </a:defRPr>
                  </a:lvl3pPr>
                  <a:lvl4pPr marL="1371600" algn="l" rtl="0" fontAlgn="base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Arial" charset="0"/>
                      <a:ea typeface="+mn-ea"/>
                      <a:cs typeface="Arial" charset="0"/>
                    </a:defRPr>
                  </a:lvl4pPr>
                  <a:lvl5pPr marL="1828800" algn="l" rtl="0" fontAlgn="base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Arial" charset="0"/>
                      <a:ea typeface="+mn-ea"/>
                      <a:cs typeface="Arial" charset="0"/>
                    </a:defRPr>
                  </a:lvl5pPr>
                  <a:lvl6pPr marL="2286000" algn="l" defTabSz="914400" rtl="0" eaLnBrk="1" latinLnBrk="0" hangingPunct="1">
                    <a:defRPr kern="1200">
                      <a:solidFill>
                        <a:schemeClr val="tx1"/>
                      </a:solidFill>
                      <a:latin typeface="Arial" charset="0"/>
                      <a:ea typeface="+mn-ea"/>
                      <a:cs typeface="Arial" charset="0"/>
                    </a:defRPr>
                  </a:lvl6pPr>
                  <a:lvl7pPr marL="2743200" algn="l" defTabSz="914400" rtl="0" eaLnBrk="1" latinLnBrk="0" hangingPunct="1">
                    <a:defRPr kern="1200">
                      <a:solidFill>
                        <a:schemeClr val="tx1"/>
                      </a:solidFill>
                      <a:latin typeface="Arial" charset="0"/>
                      <a:ea typeface="+mn-ea"/>
                      <a:cs typeface="Arial" charset="0"/>
                    </a:defRPr>
                  </a:lvl7pPr>
                  <a:lvl8pPr marL="3200400" algn="l" defTabSz="914400" rtl="0" eaLnBrk="1" latinLnBrk="0" hangingPunct="1">
                    <a:defRPr kern="1200">
                      <a:solidFill>
                        <a:schemeClr val="tx1"/>
                      </a:solidFill>
                      <a:latin typeface="Arial" charset="0"/>
                      <a:ea typeface="+mn-ea"/>
                      <a:cs typeface="Arial" charset="0"/>
                    </a:defRPr>
                  </a:lvl8pPr>
                  <a:lvl9pPr marL="3657600" algn="l" defTabSz="914400" rtl="0" eaLnBrk="1" latinLnBrk="0" hangingPunct="1">
                    <a:defRPr kern="1200">
                      <a:solidFill>
                        <a:schemeClr val="tx1"/>
                      </a:solidFill>
                      <a:latin typeface="Arial" charset="0"/>
                      <a:ea typeface="+mn-ea"/>
                      <a:cs typeface="Arial" charset="0"/>
                    </a:defRPr>
                  </a:lvl9pPr>
                </a:lstStyle>
                <a:p>
                  <a:endParaRPr lang="en-NZ"/>
                </a:p>
              </p:txBody>
            </p:sp>
            <p:sp>
              <p:nvSpPr>
                <p:cNvPr id="86" name="Line 27">
                  <a:extLst>
                    <a:ext uri="{FF2B5EF4-FFF2-40B4-BE49-F238E27FC236}">
                      <a16:creationId xmlns:a16="http://schemas.microsoft.com/office/drawing/2014/main" id="{46312EAE-A44C-7475-C6C0-8CBE8CFB3FA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944" y="946"/>
                  <a:ext cx="44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defPPr>
                    <a:defRPr lang="en-US"/>
                  </a:defPPr>
                  <a:lvl1pPr algn="l" rtl="0" fontAlgn="base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Arial" charset="0"/>
                      <a:ea typeface="+mn-ea"/>
                      <a:cs typeface="Arial" charset="0"/>
                    </a:defRPr>
                  </a:lvl1pPr>
                  <a:lvl2pPr marL="457200" algn="l" rtl="0" fontAlgn="base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Arial" charset="0"/>
                      <a:ea typeface="+mn-ea"/>
                      <a:cs typeface="Arial" charset="0"/>
                    </a:defRPr>
                  </a:lvl2pPr>
                  <a:lvl3pPr marL="914400" algn="l" rtl="0" fontAlgn="base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Arial" charset="0"/>
                      <a:ea typeface="+mn-ea"/>
                      <a:cs typeface="Arial" charset="0"/>
                    </a:defRPr>
                  </a:lvl3pPr>
                  <a:lvl4pPr marL="1371600" algn="l" rtl="0" fontAlgn="base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Arial" charset="0"/>
                      <a:ea typeface="+mn-ea"/>
                      <a:cs typeface="Arial" charset="0"/>
                    </a:defRPr>
                  </a:lvl4pPr>
                  <a:lvl5pPr marL="1828800" algn="l" rtl="0" fontAlgn="base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Arial" charset="0"/>
                      <a:ea typeface="+mn-ea"/>
                      <a:cs typeface="Arial" charset="0"/>
                    </a:defRPr>
                  </a:lvl5pPr>
                  <a:lvl6pPr marL="2286000" algn="l" defTabSz="914400" rtl="0" eaLnBrk="1" latinLnBrk="0" hangingPunct="1">
                    <a:defRPr kern="1200">
                      <a:solidFill>
                        <a:schemeClr val="tx1"/>
                      </a:solidFill>
                      <a:latin typeface="Arial" charset="0"/>
                      <a:ea typeface="+mn-ea"/>
                      <a:cs typeface="Arial" charset="0"/>
                    </a:defRPr>
                  </a:lvl6pPr>
                  <a:lvl7pPr marL="2743200" algn="l" defTabSz="914400" rtl="0" eaLnBrk="1" latinLnBrk="0" hangingPunct="1">
                    <a:defRPr kern="1200">
                      <a:solidFill>
                        <a:schemeClr val="tx1"/>
                      </a:solidFill>
                      <a:latin typeface="Arial" charset="0"/>
                      <a:ea typeface="+mn-ea"/>
                      <a:cs typeface="Arial" charset="0"/>
                    </a:defRPr>
                  </a:lvl7pPr>
                  <a:lvl8pPr marL="3200400" algn="l" defTabSz="914400" rtl="0" eaLnBrk="1" latinLnBrk="0" hangingPunct="1">
                    <a:defRPr kern="1200">
                      <a:solidFill>
                        <a:schemeClr val="tx1"/>
                      </a:solidFill>
                      <a:latin typeface="Arial" charset="0"/>
                      <a:ea typeface="+mn-ea"/>
                      <a:cs typeface="Arial" charset="0"/>
                    </a:defRPr>
                  </a:lvl8pPr>
                  <a:lvl9pPr marL="3657600" algn="l" defTabSz="914400" rtl="0" eaLnBrk="1" latinLnBrk="0" hangingPunct="1">
                    <a:defRPr kern="1200">
                      <a:solidFill>
                        <a:schemeClr val="tx1"/>
                      </a:solidFill>
                      <a:latin typeface="Arial" charset="0"/>
                      <a:ea typeface="+mn-ea"/>
                      <a:cs typeface="Arial" charset="0"/>
                    </a:defRPr>
                  </a:lvl9pPr>
                </a:lstStyle>
                <a:p>
                  <a:endParaRPr lang="en-NZ"/>
                </a:p>
              </p:txBody>
            </p:sp>
            <p:sp>
              <p:nvSpPr>
                <p:cNvPr id="87" name="Line 28">
                  <a:extLst>
                    <a:ext uri="{FF2B5EF4-FFF2-40B4-BE49-F238E27FC236}">
                      <a16:creationId xmlns:a16="http://schemas.microsoft.com/office/drawing/2014/main" id="{8AF895AE-60F2-7EF8-A620-5D65F2BF60C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894" y="850"/>
                  <a:ext cx="52" cy="96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defPPr>
                    <a:defRPr lang="en-US"/>
                  </a:defPPr>
                  <a:lvl1pPr algn="l" rtl="0" fontAlgn="base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Arial" charset="0"/>
                      <a:ea typeface="+mn-ea"/>
                      <a:cs typeface="Arial" charset="0"/>
                    </a:defRPr>
                  </a:lvl1pPr>
                  <a:lvl2pPr marL="457200" algn="l" rtl="0" fontAlgn="base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Arial" charset="0"/>
                      <a:ea typeface="+mn-ea"/>
                      <a:cs typeface="Arial" charset="0"/>
                    </a:defRPr>
                  </a:lvl2pPr>
                  <a:lvl3pPr marL="914400" algn="l" rtl="0" fontAlgn="base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Arial" charset="0"/>
                      <a:ea typeface="+mn-ea"/>
                      <a:cs typeface="Arial" charset="0"/>
                    </a:defRPr>
                  </a:lvl3pPr>
                  <a:lvl4pPr marL="1371600" algn="l" rtl="0" fontAlgn="base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Arial" charset="0"/>
                      <a:ea typeface="+mn-ea"/>
                      <a:cs typeface="Arial" charset="0"/>
                    </a:defRPr>
                  </a:lvl4pPr>
                  <a:lvl5pPr marL="1828800" algn="l" rtl="0" fontAlgn="base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Arial" charset="0"/>
                      <a:ea typeface="+mn-ea"/>
                      <a:cs typeface="Arial" charset="0"/>
                    </a:defRPr>
                  </a:lvl5pPr>
                  <a:lvl6pPr marL="2286000" algn="l" defTabSz="914400" rtl="0" eaLnBrk="1" latinLnBrk="0" hangingPunct="1">
                    <a:defRPr kern="1200">
                      <a:solidFill>
                        <a:schemeClr val="tx1"/>
                      </a:solidFill>
                      <a:latin typeface="Arial" charset="0"/>
                      <a:ea typeface="+mn-ea"/>
                      <a:cs typeface="Arial" charset="0"/>
                    </a:defRPr>
                  </a:lvl6pPr>
                  <a:lvl7pPr marL="2743200" algn="l" defTabSz="914400" rtl="0" eaLnBrk="1" latinLnBrk="0" hangingPunct="1">
                    <a:defRPr kern="1200">
                      <a:solidFill>
                        <a:schemeClr val="tx1"/>
                      </a:solidFill>
                      <a:latin typeface="Arial" charset="0"/>
                      <a:ea typeface="+mn-ea"/>
                      <a:cs typeface="Arial" charset="0"/>
                    </a:defRPr>
                  </a:lvl7pPr>
                  <a:lvl8pPr marL="3200400" algn="l" defTabSz="914400" rtl="0" eaLnBrk="1" latinLnBrk="0" hangingPunct="1">
                    <a:defRPr kern="1200">
                      <a:solidFill>
                        <a:schemeClr val="tx1"/>
                      </a:solidFill>
                      <a:latin typeface="Arial" charset="0"/>
                      <a:ea typeface="+mn-ea"/>
                      <a:cs typeface="Arial" charset="0"/>
                    </a:defRPr>
                  </a:lvl8pPr>
                  <a:lvl9pPr marL="3657600" algn="l" defTabSz="914400" rtl="0" eaLnBrk="1" latinLnBrk="0" hangingPunct="1">
                    <a:defRPr kern="1200">
                      <a:solidFill>
                        <a:schemeClr val="tx1"/>
                      </a:solidFill>
                      <a:latin typeface="Arial" charset="0"/>
                      <a:ea typeface="+mn-ea"/>
                      <a:cs typeface="Arial" charset="0"/>
                    </a:defRPr>
                  </a:lvl9pPr>
                </a:lstStyle>
                <a:p>
                  <a:endParaRPr lang="en-NZ"/>
                </a:p>
              </p:txBody>
            </p:sp>
          </p:grpSp>
          <p:grpSp>
            <p:nvGrpSpPr>
              <p:cNvPr id="81" name="Group 80">
                <a:extLst>
                  <a:ext uri="{FF2B5EF4-FFF2-40B4-BE49-F238E27FC236}">
                    <a16:creationId xmlns:a16="http://schemas.microsoft.com/office/drawing/2014/main" id="{C8F9A1F9-E892-C1F0-1F16-B239B3DF3031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 flipV="1">
                <a:off x="-1186039" y="4648200"/>
                <a:ext cx="271639" cy="86233"/>
                <a:chOff x="2848" y="848"/>
                <a:chExt cx="140" cy="98"/>
              </a:xfrm>
            </p:grpSpPr>
            <p:sp>
              <p:nvSpPr>
                <p:cNvPr id="82" name="Line 30">
                  <a:extLst>
                    <a:ext uri="{FF2B5EF4-FFF2-40B4-BE49-F238E27FC236}">
                      <a16:creationId xmlns:a16="http://schemas.microsoft.com/office/drawing/2014/main" id="{F6E69B63-013F-A25C-65AD-AAF3DBDB3C8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2848" y="848"/>
                  <a:ext cx="50" cy="2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defPPr>
                    <a:defRPr lang="en-US"/>
                  </a:defPPr>
                  <a:lvl1pPr algn="l" rtl="0" fontAlgn="base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Arial" charset="0"/>
                      <a:ea typeface="+mn-ea"/>
                      <a:cs typeface="Arial" charset="0"/>
                    </a:defRPr>
                  </a:lvl1pPr>
                  <a:lvl2pPr marL="457200" algn="l" rtl="0" fontAlgn="base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Arial" charset="0"/>
                      <a:ea typeface="+mn-ea"/>
                      <a:cs typeface="Arial" charset="0"/>
                    </a:defRPr>
                  </a:lvl2pPr>
                  <a:lvl3pPr marL="914400" algn="l" rtl="0" fontAlgn="base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Arial" charset="0"/>
                      <a:ea typeface="+mn-ea"/>
                      <a:cs typeface="Arial" charset="0"/>
                    </a:defRPr>
                  </a:lvl3pPr>
                  <a:lvl4pPr marL="1371600" algn="l" rtl="0" fontAlgn="base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Arial" charset="0"/>
                      <a:ea typeface="+mn-ea"/>
                      <a:cs typeface="Arial" charset="0"/>
                    </a:defRPr>
                  </a:lvl4pPr>
                  <a:lvl5pPr marL="1828800" algn="l" rtl="0" fontAlgn="base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Arial" charset="0"/>
                      <a:ea typeface="+mn-ea"/>
                      <a:cs typeface="Arial" charset="0"/>
                    </a:defRPr>
                  </a:lvl5pPr>
                  <a:lvl6pPr marL="2286000" algn="l" defTabSz="914400" rtl="0" eaLnBrk="1" latinLnBrk="0" hangingPunct="1">
                    <a:defRPr kern="1200">
                      <a:solidFill>
                        <a:schemeClr val="tx1"/>
                      </a:solidFill>
                      <a:latin typeface="Arial" charset="0"/>
                      <a:ea typeface="+mn-ea"/>
                      <a:cs typeface="Arial" charset="0"/>
                    </a:defRPr>
                  </a:lvl6pPr>
                  <a:lvl7pPr marL="2743200" algn="l" defTabSz="914400" rtl="0" eaLnBrk="1" latinLnBrk="0" hangingPunct="1">
                    <a:defRPr kern="1200">
                      <a:solidFill>
                        <a:schemeClr val="tx1"/>
                      </a:solidFill>
                      <a:latin typeface="Arial" charset="0"/>
                      <a:ea typeface="+mn-ea"/>
                      <a:cs typeface="Arial" charset="0"/>
                    </a:defRPr>
                  </a:lvl7pPr>
                  <a:lvl8pPr marL="3200400" algn="l" defTabSz="914400" rtl="0" eaLnBrk="1" latinLnBrk="0" hangingPunct="1">
                    <a:defRPr kern="1200">
                      <a:solidFill>
                        <a:schemeClr val="tx1"/>
                      </a:solidFill>
                      <a:latin typeface="Arial" charset="0"/>
                      <a:ea typeface="+mn-ea"/>
                      <a:cs typeface="Arial" charset="0"/>
                    </a:defRPr>
                  </a:lvl8pPr>
                  <a:lvl9pPr marL="3657600" algn="l" defTabSz="914400" rtl="0" eaLnBrk="1" latinLnBrk="0" hangingPunct="1">
                    <a:defRPr kern="1200">
                      <a:solidFill>
                        <a:schemeClr val="tx1"/>
                      </a:solidFill>
                      <a:latin typeface="Arial" charset="0"/>
                      <a:ea typeface="+mn-ea"/>
                      <a:cs typeface="Arial" charset="0"/>
                    </a:defRPr>
                  </a:lvl9pPr>
                </a:lstStyle>
                <a:p>
                  <a:endParaRPr lang="en-NZ"/>
                </a:p>
              </p:txBody>
            </p:sp>
            <p:sp>
              <p:nvSpPr>
                <p:cNvPr id="83" name="Line 31">
                  <a:extLst>
                    <a:ext uri="{FF2B5EF4-FFF2-40B4-BE49-F238E27FC236}">
                      <a16:creationId xmlns:a16="http://schemas.microsoft.com/office/drawing/2014/main" id="{692D71A4-DE19-1646-7F3B-D17C51FA3C4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944" y="946"/>
                  <a:ext cx="44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defPPr>
                    <a:defRPr lang="en-US"/>
                  </a:defPPr>
                  <a:lvl1pPr algn="l" rtl="0" fontAlgn="base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Arial" charset="0"/>
                      <a:ea typeface="+mn-ea"/>
                      <a:cs typeface="Arial" charset="0"/>
                    </a:defRPr>
                  </a:lvl1pPr>
                  <a:lvl2pPr marL="457200" algn="l" rtl="0" fontAlgn="base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Arial" charset="0"/>
                      <a:ea typeface="+mn-ea"/>
                      <a:cs typeface="Arial" charset="0"/>
                    </a:defRPr>
                  </a:lvl2pPr>
                  <a:lvl3pPr marL="914400" algn="l" rtl="0" fontAlgn="base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Arial" charset="0"/>
                      <a:ea typeface="+mn-ea"/>
                      <a:cs typeface="Arial" charset="0"/>
                    </a:defRPr>
                  </a:lvl3pPr>
                  <a:lvl4pPr marL="1371600" algn="l" rtl="0" fontAlgn="base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Arial" charset="0"/>
                      <a:ea typeface="+mn-ea"/>
                      <a:cs typeface="Arial" charset="0"/>
                    </a:defRPr>
                  </a:lvl4pPr>
                  <a:lvl5pPr marL="1828800" algn="l" rtl="0" fontAlgn="base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Arial" charset="0"/>
                      <a:ea typeface="+mn-ea"/>
                      <a:cs typeface="Arial" charset="0"/>
                    </a:defRPr>
                  </a:lvl5pPr>
                  <a:lvl6pPr marL="2286000" algn="l" defTabSz="914400" rtl="0" eaLnBrk="1" latinLnBrk="0" hangingPunct="1">
                    <a:defRPr kern="1200">
                      <a:solidFill>
                        <a:schemeClr val="tx1"/>
                      </a:solidFill>
                      <a:latin typeface="Arial" charset="0"/>
                      <a:ea typeface="+mn-ea"/>
                      <a:cs typeface="Arial" charset="0"/>
                    </a:defRPr>
                  </a:lvl6pPr>
                  <a:lvl7pPr marL="2743200" algn="l" defTabSz="914400" rtl="0" eaLnBrk="1" latinLnBrk="0" hangingPunct="1">
                    <a:defRPr kern="1200">
                      <a:solidFill>
                        <a:schemeClr val="tx1"/>
                      </a:solidFill>
                      <a:latin typeface="Arial" charset="0"/>
                      <a:ea typeface="+mn-ea"/>
                      <a:cs typeface="Arial" charset="0"/>
                    </a:defRPr>
                  </a:lvl7pPr>
                  <a:lvl8pPr marL="3200400" algn="l" defTabSz="914400" rtl="0" eaLnBrk="1" latinLnBrk="0" hangingPunct="1">
                    <a:defRPr kern="1200">
                      <a:solidFill>
                        <a:schemeClr val="tx1"/>
                      </a:solidFill>
                      <a:latin typeface="Arial" charset="0"/>
                      <a:ea typeface="+mn-ea"/>
                      <a:cs typeface="Arial" charset="0"/>
                    </a:defRPr>
                  </a:lvl8pPr>
                  <a:lvl9pPr marL="3657600" algn="l" defTabSz="914400" rtl="0" eaLnBrk="1" latinLnBrk="0" hangingPunct="1">
                    <a:defRPr kern="1200">
                      <a:solidFill>
                        <a:schemeClr val="tx1"/>
                      </a:solidFill>
                      <a:latin typeface="Arial" charset="0"/>
                      <a:ea typeface="+mn-ea"/>
                      <a:cs typeface="Arial" charset="0"/>
                    </a:defRPr>
                  </a:lvl9pPr>
                </a:lstStyle>
                <a:p>
                  <a:endParaRPr lang="en-NZ"/>
                </a:p>
              </p:txBody>
            </p:sp>
            <p:sp>
              <p:nvSpPr>
                <p:cNvPr id="84" name="Line 32">
                  <a:extLst>
                    <a:ext uri="{FF2B5EF4-FFF2-40B4-BE49-F238E27FC236}">
                      <a16:creationId xmlns:a16="http://schemas.microsoft.com/office/drawing/2014/main" id="{9414B04D-D987-E573-72FD-C901EE22149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894" y="850"/>
                  <a:ext cx="52" cy="96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defPPr>
                    <a:defRPr lang="en-US"/>
                  </a:defPPr>
                  <a:lvl1pPr algn="l" rtl="0" fontAlgn="base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Arial" charset="0"/>
                      <a:ea typeface="+mn-ea"/>
                      <a:cs typeface="Arial" charset="0"/>
                    </a:defRPr>
                  </a:lvl1pPr>
                  <a:lvl2pPr marL="457200" algn="l" rtl="0" fontAlgn="base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Arial" charset="0"/>
                      <a:ea typeface="+mn-ea"/>
                      <a:cs typeface="Arial" charset="0"/>
                    </a:defRPr>
                  </a:lvl2pPr>
                  <a:lvl3pPr marL="914400" algn="l" rtl="0" fontAlgn="base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Arial" charset="0"/>
                      <a:ea typeface="+mn-ea"/>
                      <a:cs typeface="Arial" charset="0"/>
                    </a:defRPr>
                  </a:lvl3pPr>
                  <a:lvl4pPr marL="1371600" algn="l" rtl="0" fontAlgn="base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Arial" charset="0"/>
                      <a:ea typeface="+mn-ea"/>
                      <a:cs typeface="Arial" charset="0"/>
                    </a:defRPr>
                  </a:lvl4pPr>
                  <a:lvl5pPr marL="1828800" algn="l" rtl="0" fontAlgn="base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Arial" charset="0"/>
                      <a:ea typeface="+mn-ea"/>
                      <a:cs typeface="Arial" charset="0"/>
                    </a:defRPr>
                  </a:lvl5pPr>
                  <a:lvl6pPr marL="2286000" algn="l" defTabSz="914400" rtl="0" eaLnBrk="1" latinLnBrk="0" hangingPunct="1">
                    <a:defRPr kern="1200">
                      <a:solidFill>
                        <a:schemeClr val="tx1"/>
                      </a:solidFill>
                      <a:latin typeface="Arial" charset="0"/>
                      <a:ea typeface="+mn-ea"/>
                      <a:cs typeface="Arial" charset="0"/>
                    </a:defRPr>
                  </a:lvl6pPr>
                  <a:lvl7pPr marL="2743200" algn="l" defTabSz="914400" rtl="0" eaLnBrk="1" latinLnBrk="0" hangingPunct="1">
                    <a:defRPr kern="1200">
                      <a:solidFill>
                        <a:schemeClr val="tx1"/>
                      </a:solidFill>
                      <a:latin typeface="Arial" charset="0"/>
                      <a:ea typeface="+mn-ea"/>
                      <a:cs typeface="Arial" charset="0"/>
                    </a:defRPr>
                  </a:lvl7pPr>
                  <a:lvl8pPr marL="3200400" algn="l" defTabSz="914400" rtl="0" eaLnBrk="1" latinLnBrk="0" hangingPunct="1">
                    <a:defRPr kern="1200">
                      <a:solidFill>
                        <a:schemeClr val="tx1"/>
                      </a:solidFill>
                      <a:latin typeface="Arial" charset="0"/>
                      <a:ea typeface="+mn-ea"/>
                      <a:cs typeface="Arial" charset="0"/>
                    </a:defRPr>
                  </a:lvl8pPr>
                  <a:lvl9pPr marL="3657600" algn="l" defTabSz="914400" rtl="0" eaLnBrk="1" latinLnBrk="0" hangingPunct="1">
                    <a:defRPr kern="1200">
                      <a:solidFill>
                        <a:schemeClr val="tx1"/>
                      </a:solidFill>
                      <a:latin typeface="Arial" charset="0"/>
                      <a:ea typeface="+mn-ea"/>
                      <a:cs typeface="Arial" charset="0"/>
                    </a:defRPr>
                  </a:lvl9pPr>
                </a:lstStyle>
                <a:p>
                  <a:endParaRPr lang="en-NZ"/>
                </a:p>
              </p:txBody>
            </p:sp>
          </p:grpSp>
        </p:grpSp>
      </p:grpSp>
    </p:spTree>
    <p:extLst>
      <p:ext uri="{BB962C8B-B14F-4D97-AF65-F5344CB8AC3E}">
        <p14:creationId xmlns:p14="http://schemas.microsoft.com/office/powerpoint/2010/main" val="29671802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5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1000"/>
                                        <p:tgtEl>
                                          <p:spTgt spid="2335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5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5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4" dur="1000"/>
                                        <p:tgtEl>
                                          <p:spTgt spid="2335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5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5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6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1000"/>
                                        <p:tgtEl>
                                          <p:spTgt spid="2336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6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6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1000"/>
                                        <p:tgtEl>
                                          <p:spTgt spid="2336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1000"/>
                            </p:stCondLst>
                            <p:childTnLst>
                              <p:par>
                                <p:cTn id="3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6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3525" grpId="0"/>
      <p:bldP spid="233533" grpId="0"/>
      <p:bldP spid="233554" grpId="0"/>
      <p:bldP spid="233603" grpId="0"/>
      <p:bldP spid="233608" grpId="0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7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Motivations of </a:t>
            </a:r>
            <a:r>
              <a:rPr lang="en-US" altLang="en-US" sz="3600" dirty="0"/>
              <a:t>NAT</a:t>
            </a:r>
          </a:p>
        </p:txBody>
      </p:sp>
      <p:sp>
        <p:nvSpPr>
          <p:cNvPr id="24678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altLang="en-US" sz="2800" dirty="0"/>
              <a:t>The local network uses just one IP address as far as the outside world is concerned</a:t>
            </a:r>
          </a:p>
          <a:p>
            <a:pPr lvl="1">
              <a:spcBef>
                <a:spcPts val="600"/>
              </a:spcBef>
              <a:spcAft>
                <a:spcPts val="600"/>
              </a:spcAft>
            </a:pPr>
            <a:r>
              <a:rPr lang="en-US" altLang="en-US" dirty="0"/>
              <a:t>no need to be allocated a range of addresses from the ISP</a:t>
            </a:r>
          </a:p>
          <a:p>
            <a:pPr lvl="1">
              <a:spcBef>
                <a:spcPts val="600"/>
              </a:spcBef>
              <a:spcAft>
                <a:spcPts val="600"/>
              </a:spcAft>
            </a:pPr>
            <a:r>
              <a:rPr lang="en-US" altLang="en-US" dirty="0"/>
              <a:t>can change addresses of devices in the local network without notifying the outside world</a:t>
            </a:r>
          </a:p>
          <a:p>
            <a:pPr lvl="1">
              <a:spcBef>
                <a:spcPts val="600"/>
              </a:spcBef>
              <a:spcAft>
                <a:spcPts val="600"/>
              </a:spcAft>
            </a:pPr>
            <a:r>
              <a:rPr lang="en-US" altLang="en-US" dirty="0"/>
              <a:t>can change the ISP without changing addresses of devices in the local network</a:t>
            </a:r>
          </a:p>
          <a:p>
            <a:pPr lvl="1">
              <a:spcBef>
                <a:spcPts val="600"/>
              </a:spcBef>
              <a:spcAft>
                <a:spcPts val="600"/>
              </a:spcAft>
            </a:pPr>
            <a:r>
              <a:rPr lang="en-US" altLang="en-US" dirty="0"/>
              <a:t>devices inside the local network not explicitly addressable, visible by the outside world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"/>
          </p:nvPr>
        </p:nvSpPr>
        <p:spPr>
          <a:prstGeom prst="rect">
            <a:avLst/>
          </a:prstGeom>
        </p:spPr>
        <p:txBody>
          <a:bodyPr/>
          <a:lstStyle/>
          <a:p>
            <a:fld id="{203C2424-4B9C-454B-8EE3-8385844D84DE}" type="slidenum">
              <a:rPr lang="en-US" altLang="en-US"/>
              <a:pPr/>
              <a:t>44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404696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7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7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78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78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627A23-A8F1-8068-3E87-A509425617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An Example</a:t>
            </a:r>
            <a:endParaRPr lang="en-A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663D1C-3A62-0A86-A352-DC91812754C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DACE9E11-39C8-4E20-894F-A4A883CCF6EF}" type="slidenum">
              <a:rPr lang="en-US" smtClean="0"/>
              <a:pPr>
                <a:defRPr/>
              </a:pPr>
              <a:t>45</a:t>
            </a:fld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38CB4B5-E4C7-6950-4C0C-743BD07E66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0336" y="1079892"/>
            <a:ext cx="7083327" cy="311110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E46C105-ED15-D3B4-C882-726A785A396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8122" y="4520216"/>
            <a:ext cx="7007756" cy="1804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1195434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4294967295"/>
          </p:nvPr>
        </p:nvSpPr>
        <p:spPr>
          <a:xfrm>
            <a:off x="8162925" y="6400800"/>
            <a:ext cx="676275" cy="457200"/>
          </a:xfrm>
          <a:prstGeom prst="rect">
            <a:avLst/>
          </a:prstGeom>
        </p:spPr>
        <p:txBody>
          <a:bodyPr/>
          <a:lstStyle/>
          <a:p>
            <a:fld id="{1E157E62-7D58-450E-957A-C98556B11DEE}" type="slidenum">
              <a:rPr lang="en-US" altLang="en-US"/>
              <a:pPr/>
              <a:t>46</a:t>
            </a:fld>
            <a:endParaRPr lang="en-US" altLang="en-US"/>
          </a:p>
        </p:txBody>
      </p:sp>
      <p:sp>
        <p:nvSpPr>
          <p:cNvPr id="3481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altLang="en-US" dirty="0"/>
              <a:t>NAT is controversial</a:t>
            </a:r>
          </a:p>
        </p:txBody>
      </p:sp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B36B7CBB-31CF-9EAE-5820-24EF54396D8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242314064"/>
              </p:ext>
            </p:extLst>
          </p:nvPr>
        </p:nvGraphicFramePr>
        <p:xfrm>
          <a:off x="457200" y="1295400"/>
          <a:ext cx="8229600" cy="51816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134525737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3E34E4-C8F5-32DF-B341-DDB395B00A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NZ" dirty="0"/>
              <a:t>CGNAT (Optional Content)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F0D0F9-FBDB-B603-A298-080B9246E4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71600"/>
            <a:ext cx="8229600" cy="4953000"/>
          </a:xfrm>
        </p:spPr>
        <p:txBody>
          <a:bodyPr/>
          <a:lstStyle/>
          <a:p>
            <a:pPr>
              <a:spcBef>
                <a:spcPts val="1200"/>
              </a:spcBef>
              <a:spcAft>
                <a:spcPts val="600"/>
              </a:spcAft>
            </a:pPr>
            <a:r>
              <a:rPr lang="en-NZ" sz="2800" b="0" i="0" dirty="0">
                <a:effectLst/>
                <a:highlight>
                  <a:srgbClr val="FFFFFF"/>
                </a:highlight>
              </a:rPr>
              <a:t>Carrier-grade NAT, known as large-scale NAT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endParaRPr lang="en-NZ" sz="2800" dirty="0">
              <a:highlight>
                <a:srgbClr val="FFFFFF"/>
              </a:highlight>
            </a:endParaRP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lang="en-NZ" sz="2800" dirty="0">
                <a:highlight>
                  <a:srgbClr val="FFFFFF"/>
                </a:highlight>
              </a:rPr>
              <a:t>Used by ISPs to manage the shortage of public IPv4 addresses</a:t>
            </a:r>
          </a:p>
          <a:p>
            <a:pPr lvl="1">
              <a:spcBef>
                <a:spcPts val="1200"/>
              </a:spcBef>
              <a:spcAft>
                <a:spcPts val="600"/>
              </a:spcAft>
            </a:pPr>
            <a:r>
              <a:rPr lang="en-NZ" sz="2300" dirty="0">
                <a:highlight>
                  <a:srgbClr val="FFFFFF"/>
                </a:highlight>
              </a:rPr>
              <a:t>A</a:t>
            </a:r>
            <a:r>
              <a:rPr lang="en-NZ" sz="2300" b="0" i="0" dirty="0">
                <a:effectLst/>
                <a:highlight>
                  <a:srgbClr val="FFFFFF"/>
                </a:highlight>
              </a:rPr>
              <a:t>n ISP assigns private IP addresses (in the 100.64.0.0/10 range, as per RFC 6598) </a:t>
            </a:r>
            <a:r>
              <a:rPr lang="en-NZ" sz="2300" dirty="0"/>
              <a:t>to multiple customers. </a:t>
            </a:r>
          </a:p>
          <a:p>
            <a:pPr lvl="1">
              <a:spcBef>
                <a:spcPts val="1200"/>
              </a:spcBef>
              <a:spcAft>
                <a:spcPts val="600"/>
              </a:spcAft>
            </a:pPr>
            <a:r>
              <a:rPr lang="en-NZ" sz="2300" dirty="0"/>
              <a:t>All customers behind the CGNAT share a smaller pool of public IP addresses.</a:t>
            </a:r>
            <a:endParaRPr lang="en-NZ" sz="2300" b="0" i="0" dirty="0">
              <a:effectLst/>
              <a:highlight>
                <a:srgbClr val="FFFFFF"/>
              </a:highlight>
            </a:endParaRPr>
          </a:p>
          <a:p>
            <a:pPr>
              <a:spcBef>
                <a:spcPts val="1200"/>
              </a:spcBef>
              <a:spcAft>
                <a:spcPts val="600"/>
              </a:spcAft>
            </a:pPr>
            <a:endParaRPr lang="en-NZ" sz="2800" b="0" i="0" dirty="0">
              <a:effectLst/>
              <a:highlight>
                <a:srgbClr val="FFFFFF"/>
              </a:highlight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A55BD35-5B31-BE44-9437-59071494C6C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DACE9E11-39C8-4E20-894F-A4A883CCF6EF}" type="slidenum">
              <a:rPr lang="en-US" smtClean="0"/>
              <a:pPr>
                <a:defRPr/>
              </a:pPr>
              <a:t>47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85425542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25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IPv6 at a glance</a:t>
            </a:r>
          </a:p>
        </p:txBody>
      </p:sp>
      <p:sp>
        <p:nvSpPr>
          <p:cNvPr id="622595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990600"/>
            <a:ext cx="8229600" cy="3200400"/>
          </a:xfrm>
        </p:spPr>
        <p:txBody>
          <a:bodyPr/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altLang="en-US" sz="2800" dirty="0"/>
              <a:t>Longer addresses (128 bits long)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altLang="en-US" sz="2800" dirty="0"/>
              <a:t>Simplification of the header (8 fields) for faster packet processing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altLang="en-US" sz="2800" dirty="0"/>
              <a:t>Better support for options through extension headers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altLang="en-US" sz="2800" dirty="0"/>
              <a:t>Improved QoS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"/>
          </p:nvPr>
        </p:nvSpPr>
        <p:spPr>
          <a:prstGeom prst="rect">
            <a:avLst/>
          </a:prstGeom>
        </p:spPr>
        <p:txBody>
          <a:bodyPr/>
          <a:lstStyle/>
          <a:p>
            <a:fld id="{07E809E1-67D8-41C1-8333-8F6525D0C04E}" type="slidenum">
              <a:rPr lang="en-US" altLang="en-US"/>
              <a:pPr/>
              <a:t>48</a:t>
            </a:fld>
            <a:endParaRPr lang="en-US" alt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EB74838-76C4-67A2-F534-6E6C51E235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95486" y="4348707"/>
            <a:ext cx="5153025" cy="176212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1F2380E2-6D64-1198-E09A-16A758E87B51}"/>
              </a:ext>
            </a:extLst>
          </p:cNvPr>
          <p:cNvSpPr txBox="1"/>
          <p:nvPr/>
        </p:nvSpPr>
        <p:spPr>
          <a:xfrm>
            <a:off x="1562099" y="6422395"/>
            <a:ext cx="60198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NZ" sz="1100" dirty="0"/>
              <a:t>Source: https://www.cisco.com/c/en/us/solutions/ipv6/overview.html#~addressing-structure</a:t>
            </a:r>
          </a:p>
        </p:txBody>
      </p:sp>
    </p:spTree>
    <p:extLst>
      <p:ext uri="{BB962C8B-B14F-4D97-AF65-F5344CB8AC3E}">
        <p14:creationId xmlns:p14="http://schemas.microsoft.com/office/powerpoint/2010/main" val="38246553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25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25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25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25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4294967295"/>
          </p:nvPr>
        </p:nvSpPr>
        <p:spPr>
          <a:xfrm>
            <a:off x="8162925" y="6400800"/>
            <a:ext cx="676275" cy="457200"/>
          </a:xfrm>
          <a:prstGeom prst="rect">
            <a:avLst/>
          </a:prstGeom>
        </p:spPr>
        <p:txBody>
          <a:bodyPr/>
          <a:lstStyle/>
          <a:p>
            <a:fld id="{5D0933E1-FA17-4966-B546-6F16BE7062C1}" type="slidenum">
              <a:rPr lang="en-US" altLang="en-US"/>
              <a:pPr/>
              <a:t>49</a:t>
            </a:fld>
            <a:endParaRPr lang="en-US" altLang="en-US"/>
          </a:p>
        </p:txBody>
      </p:sp>
      <p:sp>
        <p:nvSpPr>
          <p:cNvPr id="6236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IPv6 Header Format</a:t>
            </a:r>
          </a:p>
        </p:txBody>
      </p:sp>
      <p:sp>
        <p:nvSpPr>
          <p:cNvPr id="623620" name="Rectangle 4"/>
          <p:cNvSpPr>
            <a:spLocks noChangeArrowheads="1"/>
          </p:cNvSpPr>
          <p:nvPr/>
        </p:nvSpPr>
        <p:spPr bwMode="auto">
          <a:xfrm>
            <a:off x="457200" y="1272044"/>
            <a:ext cx="8229599" cy="723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lang="en-US" altLang="en-US" dirty="0">
                <a:solidFill>
                  <a:srgbClr val="FF0000"/>
                </a:solidFill>
              </a:rPr>
              <a:t>Flow Label:</a:t>
            </a:r>
            <a:r>
              <a:rPr lang="en-US" altLang="en-US" dirty="0"/>
              <a:t> mark groups of packets</a:t>
            </a:r>
          </a:p>
          <a:p>
            <a:pPr>
              <a:spcBef>
                <a:spcPts val="600"/>
              </a:spcBef>
            </a:pPr>
            <a:r>
              <a:rPr lang="en-US" altLang="en-US" dirty="0">
                <a:solidFill>
                  <a:srgbClr val="FF0000"/>
                </a:solidFill>
              </a:rPr>
              <a:t>Next header:</a:t>
            </a:r>
            <a:r>
              <a:rPr lang="en-US" altLang="en-US" dirty="0"/>
              <a:t> identify </a:t>
            </a:r>
            <a:r>
              <a:rPr lang="en-GB" altLang="en-US" dirty="0"/>
              <a:t>the type of header immediately following the IPv6 header</a:t>
            </a:r>
            <a:endParaRPr lang="en-US" alt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25D7FDC-D61B-CA93-D76A-E0541A87621E}"/>
              </a:ext>
            </a:extLst>
          </p:cNvPr>
          <p:cNvSpPr txBox="1"/>
          <p:nvPr/>
        </p:nvSpPr>
        <p:spPr>
          <a:xfrm>
            <a:off x="1074444" y="6324600"/>
            <a:ext cx="6995112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9pPr>
          </a:lstStyle>
          <a:p>
            <a:r>
              <a:rPr lang="en-GB" sz="1100" dirty="0"/>
              <a:t>Source: James F. Kurose &amp; Keith W. Ross, Computer networking: a top-down approach featuring the Internet, Addison Wesley, 3rd edition, 2005, Figure 4.22</a:t>
            </a:r>
            <a:endParaRPr lang="en-AU" sz="11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81CB2B9-4373-AC3A-944B-81A5C4F76A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9135" y="2209800"/>
            <a:ext cx="6585730" cy="35319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85950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36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23620" grpId="0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12E804B-A032-DA0F-F07E-B14EAEB85C8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4212" y="3810000"/>
            <a:ext cx="4465733" cy="239498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AB00C5B-51B6-A0C2-4C7E-F8753921CCC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8979" y="1066800"/>
            <a:ext cx="4161389" cy="2988086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5839CA0-E5CC-84FF-4920-5124AAB512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NZ" dirty="0"/>
              <a:t>IPv4 vs. IPv6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E9AE510-5DE8-5E6A-C796-77CF1F37219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DACE9E11-39C8-4E20-894F-A4A883CCF6EF}" type="slidenum">
              <a:rPr lang="en-US" smtClean="0"/>
              <a:pPr>
                <a:defRPr/>
              </a:pPr>
              <a:t>50</a:t>
            </a:fld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0728FFB-B8A0-22FD-8E4F-915AF35294BA}"/>
              </a:ext>
            </a:extLst>
          </p:cNvPr>
          <p:cNvSpPr txBox="1"/>
          <p:nvPr/>
        </p:nvSpPr>
        <p:spPr>
          <a:xfrm>
            <a:off x="959555" y="6396377"/>
            <a:ext cx="7059777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9pPr>
          </a:lstStyle>
          <a:p>
            <a:r>
              <a:rPr lang="en-GB" sz="1100" dirty="0"/>
              <a:t>Source: James F. Kurose &amp; Keith W. Ross, Computer networking: a top-down approach featuring the Internet, Addison Wesley, 3rd edition, 2005, Figure 4.13 &amp; 4.22. </a:t>
            </a:r>
            <a:endParaRPr lang="en-AU" sz="1100" dirty="0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B8E5A728-5324-B4B6-DDCA-BEFA39D0D711}"/>
              </a:ext>
            </a:extLst>
          </p:cNvPr>
          <p:cNvSpPr/>
          <p:nvPr/>
        </p:nvSpPr>
        <p:spPr>
          <a:xfrm>
            <a:off x="1447800" y="1520552"/>
            <a:ext cx="914400" cy="233379"/>
          </a:xfrm>
          <a:prstGeom prst="roundRect">
            <a:avLst/>
          </a:prstGeom>
          <a:noFill/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NZ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CAEC0000-89EE-8CF7-6E88-74FD59E83A62}"/>
              </a:ext>
            </a:extLst>
          </p:cNvPr>
          <p:cNvSpPr/>
          <p:nvPr/>
        </p:nvSpPr>
        <p:spPr>
          <a:xfrm>
            <a:off x="5410200" y="4340828"/>
            <a:ext cx="838200" cy="228600"/>
          </a:xfrm>
          <a:prstGeom prst="roundRect">
            <a:avLst/>
          </a:prstGeom>
          <a:noFill/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NZ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28EF37D0-E44E-643D-5DD2-96D86F814356}"/>
              </a:ext>
            </a:extLst>
          </p:cNvPr>
          <p:cNvSpPr/>
          <p:nvPr/>
        </p:nvSpPr>
        <p:spPr>
          <a:xfrm>
            <a:off x="5574402" y="1246092"/>
            <a:ext cx="1938338" cy="432440"/>
          </a:xfrm>
          <a:prstGeom prst="roundRect">
            <a:avLst/>
          </a:prstGeom>
          <a:solidFill>
            <a:schemeClr val="accent1">
              <a:lumMod val="90000"/>
            </a:schemeClr>
          </a:solidFill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NZ" dirty="0"/>
              <a:t>Facilitate QoS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C574DC5B-CB21-3469-C0A2-DF06FAA9A3CD}"/>
              </a:ext>
            </a:extLst>
          </p:cNvPr>
          <p:cNvSpPr/>
          <p:nvPr/>
        </p:nvSpPr>
        <p:spPr>
          <a:xfrm>
            <a:off x="2465363" y="1520551"/>
            <a:ext cx="1725637" cy="233379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NZ"/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DC663C49-AEF2-5B4D-07D3-39AB7972E93D}"/>
              </a:ext>
            </a:extLst>
          </p:cNvPr>
          <p:cNvSpPr/>
          <p:nvPr/>
        </p:nvSpPr>
        <p:spPr>
          <a:xfrm>
            <a:off x="4832881" y="4730205"/>
            <a:ext cx="1872719" cy="228600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NZ"/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26624B65-9D38-F41A-9706-BEAAB61B5102}"/>
              </a:ext>
            </a:extLst>
          </p:cNvPr>
          <p:cNvSpPr/>
          <p:nvPr/>
        </p:nvSpPr>
        <p:spPr>
          <a:xfrm>
            <a:off x="4832881" y="1990446"/>
            <a:ext cx="3421380" cy="649406"/>
          </a:xfrm>
          <a:prstGeom prst="roundRect">
            <a:avLst/>
          </a:prstGeom>
          <a:solidFill>
            <a:srgbClr val="FF0000">
              <a:alpha val="40000"/>
            </a:srgbClr>
          </a:solidFill>
          <a:ln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NZ" dirty="0"/>
              <a:t>IPv4: header + data</a:t>
            </a:r>
          </a:p>
          <a:p>
            <a:pPr algn="ctr"/>
            <a:r>
              <a:rPr lang="en-NZ" dirty="0"/>
              <a:t>IPv6: data only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A1FCF9D8-56F8-F69E-91FF-BA3DC3BE1A7F}"/>
              </a:ext>
            </a:extLst>
          </p:cNvPr>
          <p:cNvSpPr/>
          <p:nvPr/>
        </p:nvSpPr>
        <p:spPr>
          <a:xfrm>
            <a:off x="1499163" y="2217484"/>
            <a:ext cx="800556" cy="326066"/>
          </a:xfrm>
          <a:prstGeom prst="roundRect">
            <a:avLst/>
          </a:prstGeom>
          <a:noFill/>
          <a:ln>
            <a:solidFill>
              <a:srgbClr val="FFC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NZ"/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EB25A1A5-CCD0-EC43-FC04-1C8BBDDDB798}"/>
              </a:ext>
            </a:extLst>
          </p:cNvPr>
          <p:cNvSpPr/>
          <p:nvPr/>
        </p:nvSpPr>
        <p:spPr>
          <a:xfrm>
            <a:off x="6841667" y="4730205"/>
            <a:ext cx="947739" cy="222210"/>
          </a:xfrm>
          <a:prstGeom prst="roundRect">
            <a:avLst/>
          </a:prstGeom>
          <a:noFill/>
          <a:ln>
            <a:solidFill>
              <a:srgbClr val="FFC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NZ"/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F418E930-A106-3C15-AF54-24AF4917A494}"/>
              </a:ext>
            </a:extLst>
          </p:cNvPr>
          <p:cNvSpPr/>
          <p:nvPr/>
        </p:nvSpPr>
        <p:spPr>
          <a:xfrm>
            <a:off x="457200" y="4844505"/>
            <a:ext cx="3886200" cy="840726"/>
          </a:xfrm>
          <a:prstGeom prst="roundRect">
            <a:avLst/>
          </a:prstGeom>
          <a:solidFill>
            <a:srgbClr val="FFCC00">
              <a:alpha val="40000"/>
            </a:srgbClr>
          </a:solidFill>
          <a:ln>
            <a:solidFill>
              <a:srgbClr val="FFC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NZ" dirty="0"/>
              <a:t>IPv4: the upper-layer protocol</a:t>
            </a:r>
          </a:p>
          <a:p>
            <a:pPr algn="ctr"/>
            <a:r>
              <a:rPr lang="en-NZ" dirty="0"/>
              <a:t>IPv6: the upper-layer protocol or extension header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10F43969-4678-B325-ED89-79F47A38425F}"/>
              </a:ext>
            </a:extLst>
          </p:cNvPr>
          <p:cNvSpPr/>
          <p:nvPr/>
        </p:nvSpPr>
        <p:spPr>
          <a:xfrm>
            <a:off x="457200" y="2283312"/>
            <a:ext cx="800556" cy="173144"/>
          </a:xfrm>
          <a:prstGeom prst="roundRect">
            <a:avLst/>
          </a:prstGeom>
          <a:noFill/>
          <a:ln>
            <a:solidFill>
              <a:schemeClr val="accent6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NZ"/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548C918A-5EC0-ABD6-4AEE-EA1EC2D2530D}"/>
              </a:ext>
            </a:extLst>
          </p:cNvPr>
          <p:cNvSpPr/>
          <p:nvPr/>
        </p:nvSpPr>
        <p:spPr>
          <a:xfrm>
            <a:off x="7977981" y="4736595"/>
            <a:ext cx="708819" cy="222210"/>
          </a:xfrm>
          <a:prstGeom prst="roundRect">
            <a:avLst/>
          </a:prstGeom>
          <a:noFill/>
          <a:ln>
            <a:solidFill>
              <a:schemeClr val="accent6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NZ"/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22D5DD0C-F8F2-6E74-2B38-C031C8730F32}"/>
              </a:ext>
            </a:extLst>
          </p:cNvPr>
          <p:cNvSpPr/>
          <p:nvPr/>
        </p:nvSpPr>
        <p:spPr>
          <a:xfrm>
            <a:off x="4832882" y="2951279"/>
            <a:ext cx="3421380" cy="697944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NZ" dirty="0"/>
              <a:t>A field that is decremented on each hop</a:t>
            </a:r>
          </a:p>
        </p:txBody>
      </p:sp>
    </p:spTree>
    <p:extLst>
      <p:ext uri="{BB962C8B-B14F-4D97-AF65-F5344CB8AC3E}">
        <p14:creationId xmlns:p14="http://schemas.microsoft.com/office/powerpoint/2010/main" val="2492876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C341A7-2601-A6CC-8DEF-2761DBDD1A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Some Examples</a:t>
            </a:r>
            <a:endParaRPr lang="en-A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890363-552F-7037-AA49-4C0583A9125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DACE9E11-39C8-4E20-894F-A4A883CCF6EF}" type="slidenum">
              <a:rPr lang="en-US" smtClean="0"/>
              <a:pPr>
                <a:defRPr/>
              </a:pPr>
              <a:t>51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45F97EB-B942-8B69-85C4-568F269ADE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399" y="1295400"/>
            <a:ext cx="7315200" cy="4483276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DCE78E2A-8BEF-02B4-EC42-34742EF6DF91}"/>
              </a:ext>
            </a:extLst>
          </p:cNvPr>
          <p:cNvSpPr txBox="1"/>
          <p:nvPr/>
        </p:nvSpPr>
        <p:spPr>
          <a:xfrm>
            <a:off x="2549818" y="6436503"/>
            <a:ext cx="4044363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U" sz="1100" dirty="0"/>
              <a:t>Source: https://datatracker.ietf.org/doc/html/rfc8200#section-4</a:t>
            </a:r>
          </a:p>
        </p:txBody>
      </p:sp>
    </p:spTree>
    <p:extLst>
      <p:ext uri="{BB962C8B-B14F-4D97-AF65-F5344CB8AC3E}">
        <p14:creationId xmlns:p14="http://schemas.microsoft.com/office/powerpoint/2010/main" val="1438305735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4294967295"/>
          </p:nvPr>
        </p:nvSpPr>
        <p:spPr>
          <a:xfrm>
            <a:off x="8162925" y="6400800"/>
            <a:ext cx="676275" cy="457200"/>
          </a:xfrm>
          <a:prstGeom prst="rect">
            <a:avLst/>
          </a:prstGeom>
        </p:spPr>
        <p:txBody>
          <a:bodyPr/>
          <a:lstStyle/>
          <a:p>
            <a:fld id="{6904C00D-099F-4B6F-B7F5-0955B2A5F0F2}" type="slidenum">
              <a:rPr lang="en-US" altLang="en-US"/>
              <a:pPr/>
              <a:t>52</a:t>
            </a:fld>
            <a:endParaRPr lang="en-US" altLang="en-US"/>
          </a:p>
        </p:txBody>
      </p:sp>
      <p:sp>
        <p:nvSpPr>
          <p:cNvPr id="6256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Transition From IPv4 To IPv6</a:t>
            </a:r>
          </a:p>
        </p:txBody>
      </p:sp>
      <p:sp>
        <p:nvSpPr>
          <p:cNvPr id="62566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43706" y="1600200"/>
            <a:ext cx="8256588" cy="3857625"/>
          </a:xfrm>
        </p:spPr>
        <p:txBody>
          <a:bodyPr/>
          <a:lstStyle/>
          <a:p>
            <a:pPr>
              <a:spcBef>
                <a:spcPts val="1200"/>
              </a:spcBef>
              <a:spcAft>
                <a:spcPts val="600"/>
              </a:spcAft>
            </a:pPr>
            <a:r>
              <a:rPr lang="en-US" altLang="en-US" dirty="0"/>
              <a:t>How will the network operate with mixed IPv4 and IPv6 routers? </a:t>
            </a:r>
          </a:p>
          <a:p>
            <a:pPr lvl="1">
              <a:spcBef>
                <a:spcPts val="1200"/>
              </a:spcBef>
              <a:spcAft>
                <a:spcPts val="600"/>
              </a:spcAft>
            </a:pPr>
            <a:endParaRPr lang="en-US" altLang="en-US" dirty="0"/>
          </a:p>
          <a:p>
            <a:pPr lvl="1">
              <a:spcBef>
                <a:spcPts val="1200"/>
              </a:spcBef>
              <a:spcAft>
                <a:spcPts val="600"/>
              </a:spcAft>
            </a:pPr>
            <a:r>
              <a:rPr lang="en-US" altLang="en-US" dirty="0"/>
              <a:t>New devices are IPv4 and IPv6 capable; but old ones only supports IPv4.</a:t>
            </a:r>
          </a:p>
          <a:p>
            <a:pPr lvl="1">
              <a:spcBef>
                <a:spcPts val="1200"/>
              </a:spcBef>
              <a:spcAft>
                <a:spcPts val="600"/>
              </a:spcAft>
            </a:pPr>
            <a:r>
              <a:rPr lang="en-US" altLang="en-US" dirty="0"/>
              <a:t>Not all routers can be upgraded.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425DE52-0FD8-A5DE-1287-FF03D4D9648F}"/>
              </a:ext>
            </a:extLst>
          </p:cNvPr>
          <p:cNvSpPr txBox="1"/>
          <p:nvPr/>
        </p:nvSpPr>
        <p:spPr>
          <a:xfrm>
            <a:off x="2819400" y="6521244"/>
            <a:ext cx="35052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NZ" sz="1100" dirty="0"/>
              <a:t>Source: https://datatracker.ietf.org/doc/html/rfc2893</a:t>
            </a:r>
          </a:p>
        </p:txBody>
      </p:sp>
    </p:spTree>
    <p:extLst>
      <p:ext uri="{BB962C8B-B14F-4D97-AF65-F5344CB8AC3E}">
        <p14:creationId xmlns:p14="http://schemas.microsoft.com/office/powerpoint/2010/main" val="2680772904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NZ" dirty="0"/>
              <a:t>Dual-Stack Approach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90600"/>
            <a:ext cx="8229600" cy="993349"/>
          </a:xfrm>
        </p:spPr>
        <p:txBody>
          <a:bodyPr/>
          <a:lstStyle/>
          <a:p>
            <a:r>
              <a:rPr lang="en-NZ" sz="3000" dirty="0"/>
              <a:t>All IPv6 nodes also have a complete IPv4 implementation.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DACE9E11-39C8-4E20-894F-A4A883CCF6EF}" type="slidenum">
              <a:rPr lang="en-US" smtClean="0"/>
              <a:pPr>
                <a:defRPr/>
              </a:pPr>
              <a:t>53</a:t>
            </a:fld>
            <a:endParaRPr lang="en-US" dirty="0"/>
          </a:p>
        </p:txBody>
      </p:sp>
      <p:sp>
        <p:nvSpPr>
          <p:cNvPr id="5" name="Can 4"/>
          <p:cNvSpPr/>
          <p:nvPr/>
        </p:nvSpPr>
        <p:spPr>
          <a:xfrm>
            <a:off x="705266" y="3361205"/>
            <a:ext cx="609600" cy="304800"/>
          </a:xfrm>
          <a:prstGeom prst="ca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NZ" dirty="0">
                <a:solidFill>
                  <a:schemeClr val="tx1"/>
                </a:solidFill>
              </a:rPr>
              <a:t>A</a:t>
            </a:r>
          </a:p>
        </p:txBody>
      </p:sp>
      <p:sp>
        <p:nvSpPr>
          <p:cNvPr id="6" name="Can 5"/>
          <p:cNvSpPr/>
          <p:nvPr/>
        </p:nvSpPr>
        <p:spPr>
          <a:xfrm>
            <a:off x="2038766" y="3377119"/>
            <a:ext cx="609600" cy="304800"/>
          </a:xfrm>
          <a:prstGeom prst="ca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NZ" dirty="0">
                <a:solidFill>
                  <a:schemeClr val="tx1"/>
                </a:solidFill>
              </a:rPr>
              <a:t>B</a:t>
            </a:r>
          </a:p>
        </p:txBody>
      </p:sp>
      <p:sp>
        <p:nvSpPr>
          <p:cNvPr id="7" name="Can 6"/>
          <p:cNvSpPr/>
          <p:nvPr/>
        </p:nvSpPr>
        <p:spPr>
          <a:xfrm>
            <a:off x="3486566" y="3377119"/>
            <a:ext cx="609600" cy="304800"/>
          </a:xfrm>
          <a:prstGeom prst="can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NZ" dirty="0"/>
              <a:t>C</a:t>
            </a:r>
          </a:p>
        </p:txBody>
      </p:sp>
      <p:sp>
        <p:nvSpPr>
          <p:cNvPr id="8" name="Can 7"/>
          <p:cNvSpPr/>
          <p:nvPr/>
        </p:nvSpPr>
        <p:spPr>
          <a:xfrm>
            <a:off x="4934366" y="3377119"/>
            <a:ext cx="609600" cy="304800"/>
          </a:xfrm>
          <a:prstGeom prst="can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NZ" dirty="0"/>
              <a:t>D</a:t>
            </a:r>
          </a:p>
        </p:txBody>
      </p:sp>
      <p:sp>
        <p:nvSpPr>
          <p:cNvPr id="9" name="Can 8"/>
          <p:cNvSpPr/>
          <p:nvPr/>
        </p:nvSpPr>
        <p:spPr>
          <a:xfrm>
            <a:off x="6496466" y="3397236"/>
            <a:ext cx="609600" cy="304800"/>
          </a:xfrm>
          <a:prstGeom prst="ca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NZ" dirty="0">
                <a:solidFill>
                  <a:schemeClr val="tx1"/>
                </a:solidFill>
              </a:rPr>
              <a:t>E</a:t>
            </a:r>
          </a:p>
        </p:txBody>
      </p:sp>
      <p:sp>
        <p:nvSpPr>
          <p:cNvPr id="10" name="Can 9"/>
          <p:cNvSpPr/>
          <p:nvPr/>
        </p:nvSpPr>
        <p:spPr>
          <a:xfrm>
            <a:off x="8058566" y="3377119"/>
            <a:ext cx="609600" cy="304800"/>
          </a:xfrm>
          <a:prstGeom prst="ca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NZ" dirty="0">
                <a:solidFill>
                  <a:schemeClr val="tx1"/>
                </a:solidFill>
              </a:rPr>
              <a:t>F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86566" y="2963853"/>
            <a:ext cx="7104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NZ" dirty="0"/>
              <a:t>IPv4 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83940" y="2963853"/>
            <a:ext cx="7104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NZ" dirty="0"/>
              <a:t>IPv4 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46040" y="2997515"/>
            <a:ext cx="7104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NZ" dirty="0"/>
              <a:t>IPv6 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76349" y="2975756"/>
            <a:ext cx="7104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NZ" dirty="0"/>
              <a:t>IPv6 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88340" y="2963596"/>
            <a:ext cx="7104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NZ" dirty="0"/>
              <a:t>IPv6 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6687" y="3007530"/>
            <a:ext cx="7104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NZ" dirty="0"/>
              <a:t>IPv6 </a:t>
            </a:r>
          </a:p>
        </p:txBody>
      </p:sp>
      <p:cxnSp>
        <p:nvCxnSpPr>
          <p:cNvPr id="19" name="Straight Connector 18"/>
          <p:cNvCxnSpPr>
            <a:stCxn id="5" idx="4"/>
            <a:endCxn id="6" idx="2"/>
          </p:cNvCxnSpPr>
          <p:nvPr/>
        </p:nvCxnSpPr>
        <p:spPr>
          <a:xfrm>
            <a:off x="1314866" y="3513605"/>
            <a:ext cx="723900" cy="15914"/>
          </a:xfrm>
          <a:prstGeom prst="line">
            <a:avLst/>
          </a:prstGeom>
          <a:ln w="25400" cmpd="sng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>
            <a:endCxn id="7" idx="2"/>
          </p:cNvCxnSpPr>
          <p:nvPr/>
        </p:nvCxnSpPr>
        <p:spPr>
          <a:xfrm>
            <a:off x="2629316" y="3521562"/>
            <a:ext cx="857250" cy="7957"/>
          </a:xfrm>
          <a:prstGeom prst="line">
            <a:avLst/>
          </a:prstGeom>
          <a:ln w="25400" cmpd="sng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/>
          <p:cNvCxnSpPr/>
          <p:nvPr/>
        </p:nvCxnSpPr>
        <p:spPr>
          <a:xfrm>
            <a:off x="4067591" y="3541679"/>
            <a:ext cx="857250" cy="7957"/>
          </a:xfrm>
          <a:prstGeom prst="line">
            <a:avLst/>
          </a:prstGeom>
          <a:ln w="25400" cmpd="sng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>
            <a:endCxn id="9" idx="2"/>
          </p:cNvCxnSpPr>
          <p:nvPr/>
        </p:nvCxnSpPr>
        <p:spPr>
          <a:xfrm>
            <a:off x="5535945" y="3549636"/>
            <a:ext cx="960521" cy="0"/>
          </a:xfrm>
          <a:prstGeom prst="line">
            <a:avLst/>
          </a:prstGeom>
          <a:ln w="25400" cmpd="sng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/>
          <p:cNvCxnSpPr>
            <a:endCxn id="10" idx="2"/>
          </p:cNvCxnSpPr>
          <p:nvPr/>
        </p:nvCxnSpPr>
        <p:spPr>
          <a:xfrm flipV="1">
            <a:off x="7108487" y="3529519"/>
            <a:ext cx="950079" cy="25951"/>
          </a:xfrm>
          <a:prstGeom prst="line">
            <a:avLst/>
          </a:prstGeom>
          <a:ln w="25400" cmpd="sng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Left-Right Arrow 26"/>
          <p:cNvSpPr/>
          <p:nvPr/>
        </p:nvSpPr>
        <p:spPr>
          <a:xfrm>
            <a:off x="990600" y="3934709"/>
            <a:ext cx="7467600" cy="457200"/>
          </a:xfrm>
          <a:prstGeom prst="left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NZ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Essentially only IPv4 datagrams can be exchanged.</a:t>
            </a:r>
            <a:endParaRPr lang="en-NZ" dirty="0"/>
          </a:p>
        </p:txBody>
      </p:sp>
      <p:sp>
        <p:nvSpPr>
          <p:cNvPr id="28" name="Wave 27"/>
          <p:cNvSpPr/>
          <p:nvPr/>
        </p:nvSpPr>
        <p:spPr>
          <a:xfrm>
            <a:off x="1010066" y="5105389"/>
            <a:ext cx="7154447" cy="685811"/>
          </a:xfrm>
          <a:prstGeom prst="wav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NZ" dirty="0">
                <a:solidFill>
                  <a:schemeClr val="tx1"/>
                </a:solidFill>
              </a:rPr>
              <a:t>Information in some IPv6-specific fields will be lost. </a:t>
            </a:r>
          </a:p>
        </p:txBody>
      </p:sp>
      <p:sp>
        <p:nvSpPr>
          <p:cNvPr id="29" name="Curved Down Arrow 28"/>
          <p:cNvSpPr/>
          <p:nvPr/>
        </p:nvSpPr>
        <p:spPr>
          <a:xfrm>
            <a:off x="2384466" y="2529759"/>
            <a:ext cx="1457325" cy="361616"/>
          </a:xfrm>
          <a:prstGeom prst="curved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NZ" dirty="0">
                <a:solidFill>
                  <a:schemeClr val="tx1"/>
                </a:solidFill>
              </a:rPr>
              <a:t>conversion</a:t>
            </a:r>
          </a:p>
        </p:txBody>
      </p:sp>
    </p:spTree>
    <p:extLst>
      <p:ext uri="{BB962C8B-B14F-4D97-AF65-F5344CB8AC3E}">
        <p14:creationId xmlns:p14="http://schemas.microsoft.com/office/powerpoint/2010/main" val="7420211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1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 animBg="1"/>
      <p:bldP spid="28" grpId="0" animBg="1"/>
      <p:bldP spid="29" grpId="0" animBg="1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66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Tunnelling</a:t>
            </a:r>
          </a:p>
        </p:txBody>
      </p:sp>
      <p:sp>
        <p:nvSpPr>
          <p:cNvPr id="213" name="Slide Number Placeholder 212"/>
          <p:cNvSpPr>
            <a:spLocks noGrp="1"/>
          </p:cNvSpPr>
          <p:nvPr>
            <p:ph type="sldNum" sz="quarter" idx="4"/>
          </p:nvPr>
        </p:nvSpPr>
        <p:spPr>
          <a:prstGeom prst="rect">
            <a:avLst/>
          </a:prstGeom>
        </p:spPr>
        <p:txBody>
          <a:bodyPr/>
          <a:lstStyle/>
          <a:p>
            <a:fld id="{21E5A679-D3F9-427A-B23F-80E8C4514BD8}" type="slidenum">
              <a:rPr lang="en-US" altLang="en-US"/>
              <a:pPr/>
              <a:t>54</a:t>
            </a:fld>
            <a:endParaRPr lang="en-US" altLang="en-US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93E600F4-DFC6-8CA5-8E1A-CCA6FEC07DA4}"/>
              </a:ext>
            </a:extLst>
          </p:cNvPr>
          <p:cNvGrpSpPr/>
          <p:nvPr/>
        </p:nvGrpSpPr>
        <p:grpSpPr>
          <a:xfrm>
            <a:off x="414338" y="1103313"/>
            <a:ext cx="7497762" cy="962025"/>
            <a:chOff x="414338" y="1103313"/>
            <a:chExt cx="7497762" cy="962025"/>
          </a:xfrm>
        </p:grpSpPr>
        <p:sp>
          <p:nvSpPr>
            <p:cNvPr id="2" name="Can 1"/>
            <p:cNvSpPr/>
            <p:nvPr/>
          </p:nvSpPr>
          <p:spPr>
            <a:xfrm rot="16200000">
              <a:off x="4954783" y="425255"/>
              <a:ext cx="225035" cy="2362200"/>
            </a:xfrm>
            <a:prstGeom prst="can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Z"/>
            </a:p>
          </p:txBody>
        </p:sp>
        <p:grpSp>
          <p:nvGrpSpPr>
            <p:cNvPr id="626691" name="Group 3"/>
            <p:cNvGrpSpPr>
              <a:grpSpLocks/>
            </p:cNvGrpSpPr>
            <p:nvPr/>
          </p:nvGrpSpPr>
          <p:grpSpPr bwMode="auto">
            <a:xfrm>
              <a:off x="2152650" y="1122363"/>
              <a:ext cx="708025" cy="638175"/>
              <a:chOff x="1898" y="728"/>
              <a:chExt cx="446" cy="402"/>
            </a:xfrm>
          </p:grpSpPr>
          <p:grpSp>
            <p:nvGrpSpPr>
              <p:cNvPr id="626692" name="Group 4"/>
              <p:cNvGrpSpPr>
                <a:grpSpLocks/>
              </p:cNvGrpSpPr>
              <p:nvPr/>
            </p:nvGrpSpPr>
            <p:grpSpPr bwMode="auto">
              <a:xfrm>
                <a:off x="1898" y="918"/>
                <a:ext cx="446" cy="212"/>
                <a:chOff x="2210" y="903"/>
                <a:chExt cx="446" cy="212"/>
              </a:xfrm>
            </p:grpSpPr>
            <p:sp>
              <p:nvSpPr>
                <p:cNvPr id="626693" name="Oval 5"/>
                <p:cNvSpPr>
                  <a:spLocks noChangeArrowheads="1"/>
                </p:cNvSpPr>
                <p:nvPr/>
              </p:nvSpPr>
              <p:spPr bwMode="auto">
                <a:xfrm>
                  <a:off x="2213" y="969"/>
                  <a:ext cx="443" cy="146"/>
                </a:xfrm>
                <a:prstGeom prst="ellipse">
                  <a:avLst/>
                </a:prstGeom>
                <a:solidFill>
                  <a:schemeClr val="hlink"/>
                </a:solidFill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NZ"/>
                </a:p>
              </p:txBody>
            </p:sp>
            <p:sp>
              <p:nvSpPr>
                <p:cNvPr id="626694" name="Line 6"/>
                <p:cNvSpPr>
                  <a:spLocks noChangeShapeType="1"/>
                </p:cNvSpPr>
                <p:nvPr/>
              </p:nvSpPr>
              <p:spPr bwMode="auto">
                <a:xfrm>
                  <a:off x="2213" y="962"/>
                  <a:ext cx="1" cy="78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NZ"/>
                </a:p>
              </p:txBody>
            </p:sp>
            <p:sp>
              <p:nvSpPr>
                <p:cNvPr id="626695" name="Line 7"/>
                <p:cNvSpPr>
                  <a:spLocks noChangeShapeType="1"/>
                </p:cNvSpPr>
                <p:nvPr/>
              </p:nvSpPr>
              <p:spPr bwMode="auto">
                <a:xfrm>
                  <a:off x="2560" y="969"/>
                  <a:ext cx="1" cy="78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NZ"/>
                </a:p>
              </p:txBody>
            </p:sp>
            <p:sp>
              <p:nvSpPr>
                <p:cNvPr id="626696" name="Rectangle 8"/>
                <p:cNvSpPr>
                  <a:spLocks noChangeArrowheads="1"/>
                </p:cNvSpPr>
                <p:nvPr/>
              </p:nvSpPr>
              <p:spPr bwMode="auto">
                <a:xfrm>
                  <a:off x="2213" y="962"/>
                  <a:ext cx="439" cy="76"/>
                </a:xfrm>
                <a:prstGeom prst="rect">
                  <a:avLst/>
                </a:prstGeom>
                <a:solidFill>
                  <a:schemeClr val="hlink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12700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algn="ctr"/>
                  <a:endParaRPr lang="en-US" altLang="en-US" sz="240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626697" name="Oval 9"/>
                <p:cNvSpPr>
                  <a:spLocks noChangeArrowheads="1"/>
                </p:cNvSpPr>
                <p:nvPr/>
              </p:nvSpPr>
              <p:spPr bwMode="auto">
                <a:xfrm>
                  <a:off x="2210" y="903"/>
                  <a:ext cx="443" cy="147"/>
                </a:xfrm>
                <a:prstGeom prst="ellipse">
                  <a:avLst/>
                </a:prstGeom>
                <a:solidFill>
                  <a:schemeClr val="hlink"/>
                </a:solidFill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NZ"/>
                </a:p>
              </p:txBody>
            </p:sp>
            <p:grpSp>
              <p:nvGrpSpPr>
                <p:cNvPr id="626698" name="Group 10"/>
                <p:cNvGrpSpPr>
                  <a:grpSpLocks/>
                </p:cNvGrpSpPr>
                <p:nvPr/>
              </p:nvGrpSpPr>
              <p:grpSpPr bwMode="auto">
                <a:xfrm>
                  <a:off x="2319" y="931"/>
                  <a:ext cx="221" cy="85"/>
                  <a:chOff x="2848" y="848"/>
                  <a:chExt cx="140" cy="98"/>
                </a:xfrm>
              </p:grpSpPr>
              <p:sp>
                <p:nvSpPr>
                  <p:cNvPr id="626699" name="Line 11"/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2848" y="848"/>
                    <a:ext cx="50" cy="2"/>
                  </a:xfrm>
                  <a:prstGeom prst="line">
                    <a:avLst/>
                  </a:prstGeom>
                  <a:noFill/>
                  <a:ln w="28575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NZ"/>
                  </a:p>
                </p:txBody>
              </p:sp>
              <p:sp>
                <p:nvSpPr>
                  <p:cNvPr id="626700" name="Line 12"/>
                  <p:cNvSpPr>
                    <a:spLocks noChangeShapeType="1"/>
                  </p:cNvSpPr>
                  <p:nvPr/>
                </p:nvSpPr>
                <p:spPr bwMode="auto">
                  <a:xfrm>
                    <a:off x="2944" y="946"/>
                    <a:ext cx="44" cy="0"/>
                  </a:xfrm>
                  <a:prstGeom prst="line">
                    <a:avLst/>
                  </a:prstGeom>
                  <a:noFill/>
                  <a:ln w="28575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NZ"/>
                  </a:p>
                </p:txBody>
              </p:sp>
              <p:sp>
                <p:nvSpPr>
                  <p:cNvPr id="626701" name="Line 13"/>
                  <p:cNvSpPr>
                    <a:spLocks noChangeShapeType="1"/>
                  </p:cNvSpPr>
                  <p:nvPr/>
                </p:nvSpPr>
                <p:spPr bwMode="auto">
                  <a:xfrm>
                    <a:off x="2894" y="850"/>
                    <a:ext cx="52" cy="96"/>
                  </a:xfrm>
                  <a:prstGeom prst="line">
                    <a:avLst/>
                  </a:prstGeom>
                  <a:noFill/>
                  <a:ln w="28575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NZ"/>
                  </a:p>
                </p:txBody>
              </p:sp>
            </p:grpSp>
            <p:grpSp>
              <p:nvGrpSpPr>
                <p:cNvPr id="626702" name="Group 14"/>
                <p:cNvGrpSpPr>
                  <a:grpSpLocks/>
                </p:cNvGrpSpPr>
                <p:nvPr/>
              </p:nvGrpSpPr>
              <p:grpSpPr bwMode="auto">
                <a:xfrm flipV="1">
                  <a:off x="2319" y="930"/>
                  <a:ext cx="221" cy="87"/>
                  <a:chOff x="2848" y="848"/>
                  <a:chExt cx="140" cy="98"/>
                </a:xfrm>
              </p:grpSpPr>
              <p:sp>
                <p:nvSpPr>
                  <p:cNvPr id="626703" name="Line 15"/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2848" y="848"/>
                    <a:ext cx="50" cy="2"/>
                  </a:xfrm>
                  <a:prstGeom prst="line">
                    <a:avLst/>
                  </a:prstGeom>
                  <a:noFill/>
                  <a:ln w="28575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NZ"/>
                  </a:p>
                </p:txBody>
              </p:sp>
              <p:sp>
                <p:nvSpPr>
                  <p:cNvPr id="626704" name="Line 16"/>
                  <p:cNvSpPr>
                    <a:spLocks noChangeShapeType="1"/>
                  </p:cNvSpPr>
                  <p:nvPr/>
                </p:nvSpPr>
                <p:spPr bwMode="auto">
                  <a:xfrm>
                    <a:off x="2944" y="946"/>
                    <a:ext cx="44" cy="0"/>
                  </a:xfrm>
                  <a:prstGeom prst="line">
                    <a:avLst/>
                  </a:prstGeom>
                  <a:noFill/>
                  <a:ln w="28575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NZ"/>
                  </a:p>
                </p:txBody>
              </p:sp>
              <p:sp>
                <p:nvSpPr>
                  <p:cNvPr id="626705" name="Line 17"/>
                  <p:cNvSpPr>
                    <a:spLocks noChangeShapeType="1"/>
                  </p:cNvSpPr>
                  <p:nvPr/>
                </p:nvSpPr>
                <p:spPr bwMode="auto">
                  <a:xfrm>
                    <a:off x="2894" y="850"/>
                    <a:ext cx="52" cy="96"/>
                  </a:xfrm>
                  <a:prstGeom prst="line">
                    <a:avLst/>
                  </a:prstGeom>
                  <a:noFill/>
                  <a:ln w="28575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NZ"/>
                  </a:p>
                </p:txBody>
              </p:sp>
            </p:grpSp>
          </p:grpSp>
          <p:sp>
            <p:nvSpPr>
              <p:cNvPr id="626706" name="Text Box 18"/>
              <p:cNvSpPr txBox="1">
                <a:spLocks noChangeArrowheads="1"/>
              </p:cNvSpPr>
              <p:nvPr/>
            </p:nvSpPr>
            <p:spPr bwMode="auto">
              <a:xfrm>
                <a:off x="2010" y="728"/>
                <a:ext cx="221" cy="2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 altLang="en-US"/>
                  <a:t>A</a:t>
                </a:r>
              </a:p>
            </p:txBody>
          </p:sp>
        </p:grpSp>
        <p:grpSp>
          <p:nvGrpSpPr>
            <p:cNvPr id="626707" name="Group 19"/>
            <p:cNvGrpSpPr>
              <a:grpSpLocks/>
            </p:cNvGrpSpPr>
            <p:nvPr/>
          </p:nvGrpSpPr>
          <p:grpSpPr bwMode="auto">
            <a:xfrm>
              <a:off x="3198813" y="1127125"/>
              <a:ext cx="708025" cy="638175"/>
              <a:chOff x="1898" y="728"/>
              <a:chExt cx="446" cy="402"/>
            </a:xfrm>
          </p:grpSpPr>
          <p:grpSp>
            <p:nvGrpSpPr>
              <p:cNvPr id="626708" name="Group 20"/>
              <p:cNvGrpSpPr>
                <a:grpSpLocks/>
              </p:cNvGrpSpPr>
              <p:nvPr/>
            </p:nvGrpSpPr>
            <p:grpSpPr bwMode="auto">
              <a:xfrm>
                <a:off x="1898" y="918"/>
                <a:ext cx="446" cy="212"/>
                <a:chOff x="2210" y="903"/>
                <a:chExt cx="446" cy="212"/>
              </a:xfrm>
            </p:grpSpPr>
            <p:sp>
              <p:nvSpPr>
                <p:cNvPr id="626709" name="Oval 21"/>
                <p:cNvSpPr>
                  <a:spLocks noChangeArrowheads="1"/>
                </p:cNvSpPr>
                <p:nvPr/>
              </p:nvSpPr>
              <p:spPr bwMode="auto">
                <a:xfrm>
                  <a:off x="2213" y="969"/>
                  <a:ext cx="443" cy="146"/>
                </a:xfrm>
                <a:prstGeom prst="ellipse">
                  <a:avLst/>
                </a:prstGeom>
                <a:solidFill>
                  <a:schemeClr val="hlink"/>
                </a:solidFill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NZ"/>
                </a:p>
              </p:txBody>
            </p:sp>
            <p:sp>
              <p:nvSpPr>
                <p:cNvPr id="626710" name="Line 22"/>
                <p:cNvSpPr>
                  <a:spLocks noChangeShapeType="1"/>
                </p:cNvSpPr>
                <p:nvPr/>
              </p:nvSpPr>
              <p:spPr bwMode="auto">
                <a:xfrm>
                  <a:off x="2213" y="962"/>
                  <a:ext cx="1" cy="78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NZ"/>
                </a:p>
              </p:txBody>
            </p:sp>
            <p:sp>
              <p:nvSpPr>
                <p:cNvPr id="626711" name="Line 23"/>
                <p:cNvSpPr>
                  <a:spLocks noChangeShapeType="1"/>
                </p:cNvSpPr>
                <p:nvPr/>
              </p:nvSpPr>
              <p:spPr bwMode="auto">
                <a:xfrm>
                  <a:off x="2560" y="969"/>
                  <a:ext cx="1" cy="78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NZ"/>
                </a:p>
              </p:txBody>
            </p:sp>
            <p:sp>
              <p:nvSpPr>
                <p:cNvPr id="626712" name="Rectangle 24"/>
                <p:cNvSpPr>
                  <a:spLocks noChangeArrowheads="1"/>
                </p:cNvSpPr>
                <p:nvPr/>
              </p:nvSpPr>
              <p:spPr bwMode="auto">
                <a:xfrm>
                  <a:off x="2213" y="962"/>
                  <a:ext cx="439" cy="76"/>
                </a:xfrm>
                <a:prstGeom prst="rect">
                  <a:avLst/>
                </a:prstGeom>
                <a:solidFill>
                  <a:schemeClr val="hlink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12700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algn="ctr"/>
                  <a:endParaRPr lang="en-US" altLang="en-US" sz="240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626713" name="Oval 25"/>
                <p:cNvSpPr>
                  <a:spLocks noChangeArrowheads="1"/>
                </p:cNvSpPr>
                <p:nvPr/>
              </p:nvSpPr>
              <p:spPr bwMode="auto">
                <a:xfrm>
                  <a:off x="2210" y="903"/>
                  <a:ext cx="443" cy="147"/>
                </a:xfrm>
                <a:prstGeom prst="ellipse">
                  <a:avLst/>
                </a:prstGeom>
                <a:solidFill>
                  <a:schemeClr val="hlink"/>
                </a:solidFill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NZ"/>
                </a:p>
              </p:txBody>
            </p:sp>
            <p:grpSp>
              <p:nvGrpSpPr>
                <p:cNvPr id="626714" name="Group 26"/>
                <p:cNvGrpSpPr>
                  <a:grpSpLocks/>
                </p:cNvGrpSpPr>
                <p:nvPr/>
              </p:nvGrpSpPr>
              <p:grpSpPr bwMode="auto">
                <a:xfrm>
                  <a:off x="2319" y="931"/>
                  <a:ext cx="221" cy="85"/>
                  <a:chOff x="2848" y="848"/>
                  <a:chExt cx="140" cy="98"/>
                </a:xfrm>
              </p:grpSpPr>
              <p:sp>
                <p:nvSpPr>
                  <p:cNvPr id="626715" name="Line 27"/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2848" y="848"/>
                    <a:ext cx="50" cy="2"/>
                  </a:xfrm>
                  <a:prstGeom prst="line">
                    <a:avLst/>
                  </a:prstGeom>
                  <a:noFill/>
                  <a:ln w="28575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NZ"/>
                  </a:p>
                </p:txBody>
              </p:sp>
              <p:sp>
                <p:nvSpPr>
                  <p:cNvPr id="626716" name="Line 28"/>
                  <p:cNvSpPr>
                    <a:spLocks noChangeShapeType="1"/>
                  </p:cNvSpPr>
                  <p:nvPr/>
                </p:nvSpPr>
                <p:spPr bwMode="auto">
                  <a:xfrm>
                    <a:off x="2944" y="946"/>
                    <a:ext cx="44" cy="0"/>
                  </a:xfrm>
                  <a:prstGeom prst="line">
                    <a:avLst/>
                  </a:prstGeom>
                  <a:noFill/>
                  <a:ln w="28575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NZ"/>
                  </a:p>
                </p:txBody>
              </p:sp>
              <p:sp>
                <p:nvSpPr>
                  <p:cNvPr id="626717" name="Line 29"/>
                  <p:cNvSpPr>
                    <a:spLocks noChangeShapeType="1"/>
                  </p:cNvSpPr>
                  <p:nvPr/>
                </p:nvSpPr>
                <p:spPr bwMode="auto">
                  <a:xfrm>
                    <a:off x="2894" y="850"/>
                    <a:ext cx="52" cy="96"/>
                  </a:xfrm>
                  <a:prstGeom prst="line">
                    <a:avLst/>
                  </a:prstGeom>
                  <a:noFill/>
                  <a:ln w="28575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NZ"/>
                  </a:p>
                </p:txBody>
              </p:sp>
            </p:grpSp>
            <p:grpSp>
              <p:nvGrpSpPr>
                <p:cNvPr id="626718" name="Group 30"/>
                <p:cNvGrpSpPr>
                  <a:grpSpLocks/>
                </p:cNvGrpSpPr>
                <p:nvPr/>
              </p:nvGrpSpPr>
              <p:grpSpPr bwMode="auto">
                <a:xfrm flipV="1">
                  <a:off x="2319" y="930"/>
                  <a:ext cx="221" cy="87"/>
                  <a:chOff x="2848" y="848"/>
                  <a:chExt cx="140" cy="98"/>
                </a:xfrm>
              </p:grpSpPr>
              <p:sp>
                <p:nvSpPr>
                  <p:cNvPr id="626719" name="Line 31"/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2848" y="848"/>
                    <a:ext cx="50" cy="2"/>
                  </a:xfrm>
                  <a:prstGeom prst="line">
                    <a:avLst/>
                  </a:prstGeom>
                  <a:noFill/>
                  <a:ln w="28575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NZ"/>
                  </a:p>
                </p:txBody>
              </p:sp>
              <p:sp>
                <p:nvSpPr>
                  <p:cNvPr id="626720" name="Line 32"/>
                  <p:cNvSpPr>
                    <a:spLocks noChangeShapeType="1"/>
                  </p:cNvSpPr>
                  <p:nvPr/>
                </p:nvSpPr>
                <p:spPr bwMode="auto">
                  <a:xfrm>
                    <a:off x="2944" y="946"/>
                    <a:ext cx="44" cy="0"/>
                  </a:xfrm>
                  <a:prstGeom prst="line">
                    <a:avLst/>
                  </a:prstGeom>
                  <a:noFill/>
                  <a:ln w="28575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NZ"/>
                  </a:p>
                </p:txBody>
              </p:sp>
              <p:sp>
                <p:nvSpPr>
                  <p:cNvPr id="626721" name="Line 33"/>
                  <p:cNvSpPr>
                    <a:spLocks noChangeShapeType="1"/>
                  </p:cNvSpPr>
                  <p:nvPr/>
                </p:nvSpPr>
                <p:spPr bwMode="auto">
                  <a:xfrm>
                    <a:off x="2894" y="850"/>
                    <a:ext cx="52" cy="96"/>
                  </a:xfrm>
                  <a:prstGeom prst="line">
                    <a:avLst/>
                  </a:prstGeom>
                  <a:noFill/>
                  <a:ln w="28575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NZ"/>
                  </a:p>
                </p:txBody>
              </p:sp>
            </p:grpSp>
          </p:grpSp>
          <p:sp>
            <p:nvSpPr>
              <p:cNvPr id="626722" name="Text Box 34"/>
              <p:cNvSpPr txBox="1">
                <a:spLocks noChangeArrowheads="1"/>
              </p:cNvSpPr>
              <p:nvPr/>
            </p:nvSpPr>
            <p:spPr bwMode="auto">
              <a:xfrm>
                <a:off x="2010" y="728"/>
                <a:ext cx="207" cy="2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 altLang="en-US"/>
                  <a:t>B</a:t>
                </a:r>
              </a:p>
            </p:txBody>
          </p:sp>
        </p:grpSp>
        <p:grpSp>
          <p:nvGrpSpPr>
            <p:cNvPr id="626723" name="Group 35"/>
            <p:cNvGrpSpPr>
              <a:grpSpLocks/>
            </p:cNvGrpSpPr>
            <p:nvPr/>
          </p:nvGrpSpPr>
          <p:grpSpPr bwMode="auto">
            <a:xfrm>
              <a:off x="6213475" y="1117600"/>
              <a:ext cx="708025" cy="638175"/>
              <a:chOff x="1898" y="728"/>
              <a:chExt cx="446" cy="402"/>
            </a:xfrm>
          </p:grpSpPr>
          <p:grpSp>
            <p:nvGrpSpPr>
              <p:cNvPr id="626724" name="Group 36"/>
              <p:cNvGrpSpPr>
                <a:grpSpLocks/>
              </p:cNvGrpSpPr>
              <p:nvPr/>
            </p:nvGrpSpPr>
            <p:grpSpPr bwMode="auto">
              <a:xfrm>
                <a:off x="1898" y="918"/>
                <a:ext cx="446" cy="212"/>
                <a:chOff x="2210" y="903"/>
                <a:chExt cx="446" cy="212"/>
              </a:xfrm>
            </p:grpSpPr>
            <p:sp>
              <p:nvSpPr>
                <p:cNvPr id="626725" name="Oval 37"/>
                <p:cNvSpPr>
                  <a:spLocks noChangeArrowheads="1"/>
                </p:cNvSpPr>
                <p:nvPr/>
              </p:nvSpPr>
              <p:spPr bwMode="auto">
                <a:xfrm>
                  <a:off x="2213" y="969"/>
                  <a:ext cx="443" cy="146"/>
                </a:xfrm>
                <a:prstGeom prst="ellipse">
                  <a:avLst/>
                </a:prstGeom>
                <a:solidFill>
                  <a:schemeClr val="hlink"/>
                </a:solidFill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NZ"/>
                </a:p>
              </p:txBody>
            </p:sp>
            <p:sp>
              <p:nvSpPr>
                <p:cNvPr id="626726" name="Line 38"/>
                <p:cNvSpPr>
                  <a:spLocks noChangeShapeType="1"/>
                </p:cNvSpPr>
                <p:nvPr/>
              </p:nvSpPr>
              <p:spPr bwMode="auto">
                <a:xfrm>
                  <a:off x="2213" y="962"/>
                  <a:ext cx="1" cy="78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NZ"/>
                </a:p>
              </p:txBody>
            </p:sp>
            <p:sp>
              <p:nvSpPr>
                <p:cNvPr id="626727" name="Line 39"/>
                <p:cNvSpPr>
                  <a:spLocks noChangeShapeType="1"/>
                </p:cNvSpPr>
                <p:nvPr/>
              </p:nvSpPr>
              <p:spPr bwMode="auto">
                <a:xfrm>
                  <a:off x="2560" y="969"/>
                  <a:ext cx="1" cy="78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NZ"/>
                </a:p>
              </p:txBody>
            </p:sp>
            <p:sp>
              <p:nvSpPr>
                <p:cNvPr id="626728" name="Rectangle 40"/>
                <p:cNvSpPr>
                  <a:spLocks noChangeArrowheads="1"/>
                </p:cNvSpPr>
                <p:nvPr/>
              </p:nvSpPr>
              <p:spPr bwMode="auto">
                <a:xfrm>
                  <a:off x="2213" y="962"/>
                  <a:ext cx="439" cy="76"/>
                </a:xfrm>
                <a:prstGeom prst="rect">
                  <a:avLst/>
                </a:prstGeom>
                <a:solidFill>
                  <a:schemeClr val="hlink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12700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algn="ctr"/>
                  <a:endParaRPr lang="en-US" altLang="en-US" sz="240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626729" name="Oval 41"/>
                <p:cNvSpPr>
                  <a:spLocks noChangeArrowheads="1"/>
                </p:cNvSpPr>
                <p:nvPr/>
              </p:nvSpPr>
              <p:spPr bwMode="auto">
                <a:xfrm>
                  <a:off x="2210" y="903"/>
                  <a:ext cx="443" cy="147"/>
                </a:xfrm>
                <a:prstGeom prst="ellipse">
                  <a:avLst/>
                </a:prstGeom>
                <a:solidFill>
                  <a:schemeClr val="hlink"/>
                </a:solidFill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NZ"/>
                </a:p>
              </p:txBody>
            </p:sp>
            <p:grpSp>
              <p:nvGrpSpPr>
                <p:cNvPr id="626730" name="Group 42"/>
                <p:cNvGrpSpPr>
                  <a:grpSpLocks/>
                </p:cNvGrpSpPr>
                <p:nvPr/>
              </p:nvGrpSpPr>
              <p:grpSpPr bwMode="auto">
                <a:xfrm>
                  <a:off x="2319" y="931"/>
                  <a:ext cx="221" cy="85"/>
                  <a:chOff x="2848" y="848"/>
                  <a:chExt cx="140" cy="98"/>
                </a:xfrm>
              </p:grpSpPr>
              <p:sp>
                <p:nvSpPr>
                  <p:cNvPr id="626731" name="Line 43"/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2848" y="848"/>
                    <a:ext cx="50" cy="2"/>
                  </a:xfrm>
                  <a:prstGeom prst="line">
                    <a:avLst/>
                  </a:prstGeom>
                  <a:noFill/>
                  <a:ln w="28575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NZ"/>
                  </a:p>
                </p:txBody>
              </p:sp>
              <p:sp>
                <p:nvSpPr>
                  <p:cNvPr id="626732" name="Line 44"/>
                  <p:cNvSpPr>
                    <a:spLocks noChangeShapeType="1"/>
                  </p:cNvSpPr>
                  <p:nvPr/>
                </p:nvSpPr>
                <p:spPr bwMode="auto">
                  <a:xfrm>
                    <a:off x="2944" y="946"/>
                    <a:ext cx="44" cy="0"/>
                  </a:xfrm>
                  <a:prstGeom prst="line">
                    <a:avLst/>
                  </a:prstGeom>
                  <a:noFill/>
                  <a:ln w="28575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NZ"/>
                  </a:p>
                </p:txBody>
              </p:sp>
              <p:sp>
                <p:nvSpPr>
                  <p:cNvPr id="626733" name="Line 45"/>
                  <p:cNvSpPr>
                    <a:spLocks noChangeShapeType="1"/>
                  </p:cNvSpPr>
                  <p:nvPr/>
                </p:nvSpPr>
                <p:spPr bwMode="auto">
                  <a:xfrm>
                    <a:off x="2894" y="850"/>
                    <a:ext cx="52" cy="96"/>
                  </a:xfrm>
                  <a:prstGeom prst="line">
                    <a:avLst/>
                  </a:prstGeom>
                  <a:noFill/>
                  <a:ln w="28575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NZ"/>
                  </a:p>
                </p:txBody>
              </p:sp>
            </p:grpSp>
            <p:grpSp>
              <p:nvGrpSpPr>
                <p:cNvPr id="626734" name="Group 46"/>
                <p:cNvGrpSpPr>
                  <a:grpSpLocks/>
                </p:cNvGrpSpPr>
                <p:nvPr/>
              </p:nvGrpSpPr>
              <p:grpSpPr bwMode="auto">
                <a:xfrm flipV="1">
                  <a:off x="2319" y="930"/>
                  <a:ext cx="221" cy="87"/>
                  <a:chOff x="2848" y="848"/>
                  <a:chExt cx="140" cy="98"/>
                </a:xfrm>
              </p:grpSpPr>
              <p:sp>
                <p:nvSpPr>
                  <p:cNvPr id="626735" name="Line 47"/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2848" y="848"/>
                    <a:ext cx="50" cy="2"/>
                  </a:xfrm>
                  <a:prstGeom prst="line">
                    <a:avLst/>
                  </a:prstGeom>
                  <a:noFill/>
                  <a:ln w="28575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NZ"/>
                  </a:p>
                </p:txBody>
              </p:sp>
              <p:sp>
                <p:nvSpPr>
                  <p:cNvPr id="626736" name="Line 48"/>
                  <p:cNvSpPr>
                    <a:spLocks noChangeShapeType="1"/>
                  </p:cNvSpPr>
                  <p:nvPr/>
                </p:nvSpPr>
                <p:spPr bwMode="auto">
                  <a:xfrm>
                    <a:off x="2944" y="946"/>
                    <a:ext cx="44" cy="0"/>
                  </a:xfrm>
                  <a:prstGeom prst="line">
                    <a:avLst/>
                  </a:prstGeom>
                  <a:noFill/>
                  <a:ln w="28575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NZ"/>
                  </a:p>
                </p:txBody>
              </p:sp>
              <p:sp>
                <p:nvSpPr>
                  <p:cNvPr id="626737" name="Line 49"/>
                  <p:cNvSpPr>
                    <a:spLocks noChangeShapeType="1"/>
                  </p:cNvSpPr>
                  <p:nvPr/>
                </p:nvSpPr>
                <p:spPr bwMode="auto">
                  <a:xfrm>
                    <a:off x="2894" y="850"/>
                    <a:ext cx="52" cy="96"/>
                  </a:xfrm>
                  <a:prstGeom prst="line">
                    <a:avLst/>
                  </a:prstGeom>
                  <a:noFill/>
                  <a:ln w="28575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NZ"/>
                  </a:p>
                </p:txBody>
              </p:sp>
            </p:grpSp>
          </p:grpSp>
          <p:sp>
            <p:nvSpPr>
              <p:cNvPr id="626738" name="Text Box 50"/>
              <p:cNvSpPr txBox="1">
                <a:spLocks noChangeArrowheads="1"/>
              </p:cNvSpPr>
              <p:nvPr/>
            </p:nvSpPr>
            <p:spPr bwMode="auto">
              <a:xfrm>
                <a:off x="2010" y="728"/>
                <a:ext cx="206" cy="2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 altLang="en-US"/>
                  <a:t>E</a:t>
                </a:r>
              </a:p>
            </p:txBody>
          </p:sp>
        </p:grpSp>
        <p:grpSp>
          <p:nvGrpSpPr>
            <p:cNvPr id="626739" name="Group 51"/>
            <p:cNvGrpSpPr>
              <a:grpSpLocks/>
            </p:cNvGrpSpPr>
            <p:nvPr/>
          </p:nvGrpSpPr>
          <p:grpSpPr bwMode="auto">
            <a:xfrm>
              <a:off x="7204075" y="1106488"/>
              <a:ext cx="708025" cy="638175"/>
              <a:chOff x="1898" y="728"/>
              <a:chExt cx="446" cy="402"/>
            </a:xfrm>
          </p:grpSpPr>
          <p:grpSp>
            <p:nvGrpSpPr>
              <p:cNvPr id="626740" name="Group 52"/>
              <p:cNvGrpSpPr>
                <a:grpSpLocks/>
              </p:cNvGrpSpPr>
              <p:nvPr/>
            </p:nvGrpSpPr>
            <p:grpSpPr bwMode="auto">
              <a:xfrm>
                <a:off x="1898" y="918"/>
                <a:ext cx="446" cy="212"/>
                <a:chOff x="2210" y="903"/>
                <a:chExt cx="446" cy="212"/>
              </a:xfrm>
            </p:grpSpPr>
            <p:sp>
              <p:nvSpPr>
                <p:cNvPr id="626741" name="Oval 53"/>
                <p:cNvSpPr>
                  <a:spLocks noChangeArrowheads="1"/>
                </p:cNvSpPr>
                <p:nvPr/>
              </p:nvSpPr>
              <p:spPr bwMode="auto">
                <a:xfrm>
                  <a:off x="2213" y="969"/>
                  <a:ext cx="443" cy="146"/>
                </a:xfrm>
                <a:prstGeom prst="ellipse">
                  <a:avLst/>
                </a:prstGeom>
                <a:solidFill>
                  <a:schemeClr val="hlink"/>
                </a:solidFill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NZ"/>
                </a:p>
              </p:txBody>
            </p:sp>
            <p:sp>
              <p:nvSpPr>
                <p:cNvPr id="626742" name="Line 54"/>
                <p:cNvSpPr>
                  <a:spLocks noChangeShapeType="1"/>
                </p:cNvSpPr>
                <p:nvPr/>
              </p:nvSpPr>
              <p:spPr bwMode="auto">
                <a:xfrm>
                  <a:off x="2213" y="962"/>
                  <a:ext cx="1" cy="78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NZ"/>
                </a:p>
              </p:txBody>
            </p:sp>
            <p:sp>
              <p:nvSpPr>
                <p:cNvPr id="626743" name="Line 55"/>
                <p:cNvSpPr>
                  <a:spLocks noChangeShapeType="1"/>
                </p:cNvSpPr>
                <p:nvPr/>
              </p:nvSpPr>
              <p:spPr bwMode="auto">
                <a:xfrm>
                  <a:off x="2560" y="969"/>
                  <a:ext cx="1" cy="78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NZ"/>
                </a:p>
              </p:txBody>
            </p:sp>
            <p:sp>
              <p:nvSpPr>
                <p:cNvPr id="626744" name="Rectangle 56"/>
                <p:cNvSpPr>
                  <a:spLocks noChangeArrowheads="1"/>
                </p:cNvSpPr>
                <p:nvPr/>
              </p:nvSpPr>
              <p:spPr bwMode="auto">
                <a:xfrm>
                  <a:off x="2213" y="962"/>
                  <a:ext cx="439" cy="76"/>
                </a:xfrm>
                <a:prstGeom prst="rect">
                  <a:avLst/>
                </a:prstGeom>
                <a:solidFill>
                  <a:schemeClr val="hlink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12700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algn="ctr"/>
                  <a:endParaRPr lang="en-US" altLang="en-US" sz="240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626745" name="Oval 57"/>
                <p:cNvSpPr>
                  <a:spLocks noChangeArrowheads="1"/>
                </p:cNvSpPr>
                <p:nvPr/>
              </p:nvSpPr>
              <p:spPr bwMode="auto">
                <a:xfrm>
                  <a:off x="2210" y="903"/>
                  <a:ext cx="443" cy="147"/>
                </a:xfrm>
                <a:prstGeom prst="ellipse">
                  <a:avLst/>
                </a:prstGeom>
                <a:solidFill>
                  <a:schemeClr val="hlink"/>
                </a:solidFill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NZ"/>
                </a:p>
              </p:txBody>
            </p:sp>
            <p:grpSp>
              <p:nvGrpSpPr>
                <p:cNvPr id="626746" name="Group 58"/>
                <p:cNvGrpSpPr>
                  <a:grpSpLocks/>
                </p:cNvGrpSpPr>
                <p:nvPr/>
              </p:nvGrpSpPr>
              <p:grpSpPr bwMode="auto">
                <a:xfrm>
                  <a:off x="2319" y="931"/>
                  <a:ext cx="221" cy="85"/>
                  <a:chOff x="2848" y="848"/>
                  <a:chExt cx="140" cy="98"/>
                </a:xfrm>
              </p:grpSpPr>
              <p:sp>
                <p:nvSpPr>
                  <p:cNvPr id="626747" name="Line 59"/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2848" y="848"/>
                    <a:ext cx="50" cy="2"/>
                  </a:xfrm>
                  <a:prstGeom prst="line">
                    <a:avLst/>
                  </a:prstGeom>
                  <a:noFill/>
                  <a:ln w="28575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NZ"/>
                  </a:p>
                </p:txBody>
              </p:sp>
              <p:sp>
                <p:nvSpPr>
                  <p:cNvPr id="626748" name="Line 60"/>
                  <p:cNvSpPr>
                    <a:spLocks noChangeShapeType="1"/>
                  </p:cNvSpPr>
                  <p:nvPr/>
                </p:nvSpPr>
                <p:spPr bwMode="auto">
                  <a:xfrm>
                    <a:off x="2944" y="946"/>
                    <a:ext cx="44" cy="0"/>
                  </a:xfrm>
                  <a:prstGeom prst="line">
                    <a:avLst/>
                  </a:prstGeom>
                  <a:noFill/>
                  <a:ln w="28575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NZ"/>
                  </a:p>
                </p:txBody>
              </p:sp>
              <p:sp>
                <p:nvSpPr>
                  <p:cNvPr id="626749" name="Line 61"/>
                  <p:cNvSpPr>
                    <a:spLocks noChangeShapeType="1"/>
                  </p:cNvSpPr>
                  <p:nvPr/>
                </p:nvSpPr>
                <p:spPr bwMode="auto">
                  <a:xfrm>
                    <a:off x="2894" y="850"/>
                    <a:ext cx="52" cy="96"/>
                  </a:xfrm>
                  <a:prstGeom prst="line">
                    <a:avLst/>
                  </a:prstGeom>
                  <a:noFill/>
                  <a:ln w="28575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NZ"/>
                  </a:p>
                </p:txBody>
              </p:sp>
            </p:grpSp>
            <p:grpSp>
              <p:nvGrpSpPr>
                <p:cNvPr id="626750" name="Group 62"/>
                <p:cNvGrpSpPr>
                  <a:grpSpLocks/>
                </p:cNvGrpSpPr>
                <p:nvPr/>
              </p:nvGrpSpPr>
              <p:grpSpPr bwMode="auto">
                <a:xfrm flipV="1">
                  <a:off x="2319" y="930"/>
                  <a:ext cx="221" cy="87"/>
                  <a:chOff x="2848" y="848"/>
                  <a:chExt cx="140" cy="98"/>
                </a:xfrm>
              </p:grpSpPr>
              <p:sp>
                <p:nvSpPr>
                  <p:cNvPr id="626751" name="Line 63"/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2848" y="848"/>
                    <a:ext cx="50" cy="2"/>
                  </a:xfrm>
                  <a:prstGeom prst="line">
                    <a:avLst/>
                  </a:prstGeom>
                  <a:noFill/>
                  <a:ln w="28575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NZ"/>
                  </a:p>
                </p:txBody>
              </p:sp>
              <p:sp>
                <p:nvSpPr>
                  <p:cNvPr id="626752" name="Line 64"/>
                  <p:cNvSpPr>
                    <a:spLocks noChangeShapeType="1"/>
                  </p:cNvSpPr>
                  <p:nvPr/>
                </p:nvSpPr>
                <p:spPr bwMode="auto">
                  <a:xfrm>
                    <a:off x="2944" y="946"/>
                    <a:ext cx="44" cy="0"/>
                  </a:xfrm>
                  <a:prstGeom prst="line">
                    <a:avLst/>
                  </a:prstGeom>
                  <a:noFill/>
                  <a:ln w="28575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NZ"/>
                  </a:p>
                </p:txBody>
              </p:sp>
              <p:sp>
                <p:nvSpPr>
                  <p:cNvPr id="626753" name="Line 65"/>
                  <p:cNvSpPr>
                    <a:spLocks noChangeShapeType="1"/>
                  </p:cNvSpPr>
                  <p:nvPr/>
                </p:nvSpPr>
                <p:spPr bwMode="auto">
                  <a:xfrm>
                    <a:off x="2894" y="850"/>
                    <a:ext cx="52" cy="96"/>
                  </a:xfrm>
                  <a:prstGeom prst="line">
                    <a:avLst/>
                  </a:prstGeom>
                  <a:noFill/>
                  <a:ln w="28575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NZ"/>
                  </a:p>
                </p:txBody>
              </p:sp>
            </p:grpSp>
          </p:grpSp>
          <p:sp>
            <p:nvSpPr>
              <p:cNvPr id="626754" name="Text Box 66"/>
              <p:cNvSpPr txBox="1">
                <a:spLocks noChangeArrowheads="1"/>
              </p:cNvSpPr>
              <p:nvPr/>
            </p:nvSpPr>
            <p:spPr bwMode="auto">
              <a:xfrm>
                <a:off x="2010" y="728"/>
                <a:ext cx="203" cy="2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 altLang="en-US"/>
                  <a:t>F</a:t>
                </a:r>
              </a:p>
            </p:txBody>
          </p:sp>
        </p:grpSp>
        <p:sp>
          <p:nvSpPr>
            <p:cNvPr id="626756" name="Line 68"/>
            <p:cNvSpPr>
              <a:spLocks noChangeShapeType="1"/>
            </p:cNvSpPr>
            <p:nvPr/>
          </p:nvSpPr>
          <p:spPr bwMode="auto">
            <a:xfrm flipV="1">
              <a:off x="2871788" y="1612900"/>
              <a:ext cx="32385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NZ"/>
            </a:p>
          </p:txBody>
        </p:sp>
        <p:sp>
          <p:nvSpPr>
            <p:cNvPr id="626757" name="Line 69"/>
            <p:cNvSpPr>
              <a:spLocks noChangeShapeType="1"/>
            </p:cNvSpPr>
            <p:nvPr/>
          </p:nvSpPr>
          <p:spPr bwMode="auto">
            <a:xfrm flipV="1">
              <a:off x="6918325" y="1593850"/>
              <a:ext cx="32385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NZ"/>
            </a:p>
          </p:txBody>
        </p:sp>
        <p:sp>
          <p:nvSpPr>
            <p:cNvPr id="626758" name="Text Box 70"/>
            <p:cNvSpPr txBox="1">
              <a:spLocks noChangeArrowheads="1"/>
            </p:cNvSpPr>
            <p:nvPr/>
          </p:nvSpPr>
          <p:spPr bwMode="auto">
            <a:xfrm>
              <a:off x="2209800" y="1727200"/>
              <a:ext cx="623888" cy="3365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en-US" sz="1600"/>
                <a:t>IPv6</a:t>
              </a:r>
            </a:p>
          </p:txBody>
        </p:sp>
        <p:sp>
          <p:nvSpPr>
            <p:cNvPr id="626759" name="Text Box 71"/>
            <p:cNvSpPr txBox="1">
              <a:spLocks noChangeArrowheads="1"/>
            </p:cNvSpPr>
            <p:nvPr/>
          </p:nvSpPr>
          <p:spPr bwMode="auto">
            <a:xfrm>
              <a:off x="3255963" y="1728788"/>
              <a:ext cx="623887" cy="3365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en-US" sz="1600"/>
                <a:t>IPv6</a:t>
              </a:r>
            </a:p>
          </p:txBody>
        </p:sp>
        <p:sp>
          <p:nvSpPr>
            <p:cNvPr id="626760" name="Text Box 72"/>
            <p:cNvSpPr txBox="1">
              <a:spLocks noChangeArrowheads="1"/>
            </p:cNvSpPr>
            <p:nvPr/>
          </p:nvSpPr>
          <p:spPr bwMode="auto">
            <a:xfrm>
              <a:off x="6281738" y="1720850"/>
              <a:ext cx="623887" cy="3365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en-US" sz="1600"/>
                <a:t>IPv6</a:t>
              </a:r>
            </a:p>
          </p:txBody>
        </p:sp>
        <p:sp>
          <p:nvSpPr>
            <p:cNvPr id="626761" name="Text Box 73"/>
            <p:cNvSpPr txBox="1">
              <a:spLocks noChangeArrowheads="1"/>
            </p:cNvSpPr>
            <p:nvPr/>
          </p:nvSpPr>
          <p:spPr bwMode="auto">
            <a:xfrm>
              <a:off x="7262813" y="1724025"/>
              <a:ext cx="623887" cy="3365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en-US" sz="1600"/>
                <a:t>IPv6</a:t>
              </a:r>
            </a:p>
          </p:txBody>
        </p:sp>
        <p:sp>
          <p:nvSpPr>
            <p:cNvPr id="626762" name="Text Box 74"/>
            <p:cNvSpPr txBox="1">
              <a:spLocks noChangeArrowheads="1"/>
            </p:cNvSpPr>
            <p:nvPr/>
          </p:nvSpPr>
          <p:spPr bwMode="auto">
            <a:xfrm>
              <a:off x="4642587" y="1103313"/>
              <a:ext cx="765175" cy="3365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en-US" sz="1600" dirty="0">
                  <a:solidFill>
                    <a:srgbClr val="FF0000"/>
                  </a:solidFill>
                </a:rPr>
                <a:t>tunnel</a:t>
              </a:r>
            </a:p>
          </p:txBody>
        </p:sp>
        <p:sp>
          <p:nvSpPr>
            <p:cNvPr id="626763" name="Text Box 75"/>
            <p:cNvSpPr txBox="1">
              <a:spLocks noChangeArrowheads="1"/>
            </p:cNvSpPr>
            <p:nvPr/>
          </p:nvSpPr>
          <p:spPr bwMode="auto">
            <a:xfrm>
              <a:off x="414338" y="1314450"/>
              <a:ext cx="1504950" cy="36671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en-US"/>
                <a:t>Logical view:</a:t>
              </a:r>
            </a:p>
          </p:txBody>
        </p:sp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B22FFB6C-F3B7-2496-5E90-E832B0AF897E}"/>
              </a:ext>
            </a:extLst>
          </p:cNvPr>
          <p:cNvGrpSpPr/>
          <p:nvPr/>
        </p:nvGrpSpPr>
        <p:grpSpPr>
          <a:xfrm>
            <a:off x="309563" y="2238375"/>
            <a:ext cx="7593012" cy="4327813"/>
            <a:chOff x="309563" y="2238375"/>
            <a:chExt cx="7593012" cy="4327813"/>
          </a:xfrm>
        </p:grpSpPr>
        <p:sp>
          <p:nvSpPr>
            <p:cNvPr id="626896" name="Text Box 208"/>
            <p:cNvSpPr txBox="1">
              <a:spLocks noChangeArrowheads="1"/>
            </p:cNvSpPr>
            <p:nvPr/>
          </p:nvSpPr>
          <p:spPr bwMode="auto">
            <a:xfrm>
              <a:off x="3358826" y="5735191"/>
              <a:ext cx="1648474" cy="83099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 algn="ctr"/>
              <a:r>
                <a:rPr lang="en-US" altLang="en-US" sz="1600" dirty="0"/>
                <a:t>B-to-C:</a:t>
              </a:r>
            </a:p>
            <a:p>
              <a:pPr algn="ctr"/>
              <a:r>
                <a:rPr lang="en-US" altLang="en-US" sz="1600" dirty="0">
                  <a:solidFill>
                    <a:srgbClr val="FF0000"/>
                  </a:solidFill>
                </a:rPr>
                <a:t>IPv6 as payload inside IPv4</a:t>
              </a:r>
            </a:p>
          </p:txBody>
        </p:sp>
        <p:sp>
          <p:nvSpPr>
            <p:cNvPr id="626898" name="Text Box 210"/>
            <p:cNvSpPr txBox="1">
              <a:spLocks noChangeArrowheads="1"/>
            </p:cNvSpPr>
            <p:nvPr/>
          </p:nvSpPr>
          <p:spPr bwMode="auto">
            <a:xfrm>
              <a:off x="5339705" y="5735191"/>
              <a:ext cx="1670695" cy="83099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 algn="ctr"/>
              <a:r>
                <a:rPr lang="en-US" altLang="en-US" sz="1600" dirty="0"/>
                <a:t>D-to-E:</a:t>
              </a:r>
            </a:p>
            <a:p>
              <a:pPr algn="ctr"/>
              <a:r>
                <a:rPr lang="en-US" altLang="en-US" sz="1600" dirty="0">
                  <a:solidFill>
                    <a:srgbClr val="FF0000"/>
                  </a:solidFill>
                </a:rPr>
                <a:t>IPv6 as payload inside IPv4</a:t>
              </a:r>
            </a:p>
          </p:txBody>
        </p:sp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81D7C1C2-FE66-FDEC-C962-9E45C8D5966C}"/>
                </a:ext>
              </a:extLst>
            </p:cNvPr>
            <p:cNvGrpSpPr/>
            <p:nvPr/>
          </p:nvGrpSpPr>
          <p:grpSpPr>
            <a:xfrm>
              <a:off x="309563" y="2238375"/>
              <a:ext cx="7593012" cy="3976688"/>
              <a:chOff x="309563" y="2238375"/>
              <a:chExt cx="7593012" cy="3976688"/>
            </a:xfrm>
          </p:grpSpPr>
          <p:sp>
            <p:nvSpPr>
              <p:cNvPr id="626764" name="Text Box 76"/>
              <p:cNvSpPr txBox="1">
                <a:spLocks noChangeArrowheads="1"/>
              </p:cNvSpPr>
              <p:nvPr/>
            </p:nvSpPr>
            <p:spPr bwMode="auto">
              <a:xfrm>
                <a:off x="309563" y="2468563"/>
                <a:ext cx="1619250" cy="36671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 altLang="en-US" dirty="0"/>
                  <a:t>Physical view:</a:t>
                </a:r>
              </a:p>
            </p:txBody>
          </p:sp>
          <p:grpSp>
            <p:nvGrpSpPr>
              <p:cNvPr id="626765" name="Group 77"/>
              <p:cNvGrpSpPr>
                <a:grpSpLocks/>
              </p:cNvGrpSpPr>
              <p:nvPr/>
            </p:nvGrpSpPr>
            <p:grpSpPr bwMode="auto">
              <a:xfrm>
                <a:off x="2143125" y="2254250"/>
                <a:ext cx="708025" cy="638175"/>
                <a:chOff x="1898" y="728"/>
                <a:chExt cx="446" cy="402"/>
              </a:xfrm>
            </p:grpSpPr>
            <p:grpSp>
              <p:nvGrpSpPr>
                <p:cNvPr id="626766" name="Group 78"/>
                <p:cNvGrpSpPr>
                  <a:grpSpLocks/>
                </p:cNvGrpSpPr>
                <p:nvPr/>
              </p:nvGrpSpPr>
              <p:grpSpPr bwMode="auto">
                <a:xfrm>
                  <a:off x="1898" y="918"/>
                  <a:ext cx="446" cy="212"/>
                  <a:chOff x="2210" y="903"/>
                  <a:chExt cx="446" cy="212"/>
                </a:xfrm>
              </p:grpSpPr>
              <p:sp>
                <p:nvSpPr>
                  <p:cNvPr id="626767" name="Oval 79"/>
                  <p:cNvSpPr>
                    <a:spLocks noChangeArrowheads="1"/>
                  </p:cNvSpPr>
                  <p:nvPr/>
                </p:nvSpPr>
                <p:spPr bwMode="auto">
                  <a:xfrm>
                    <a:off x="2213" y="969"/>
                    <a:ext cx="443" cy="146"/>
                  </a:xfrm>
                  <a:prstGeom prst="ellipse">
                    <a:avLst/>
                  </a:prstGeom>
                  <a:solidFill>
                    <a:schemeClr val="hlink"/>
                  </a:solidFill>
                  <a:ln w="12700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NZ"/>
                  </a:p>
                </p:txBody>
              </p:sp>
              <p:sp>
                <p:nvSpPr>
                  <p:cNvPr id="626768" name="Line 80"/>
                  <p:cNvSpPr>
                    <a:spLocks noChangeShapeType="1"/>
                  </p:cNvSpPr>
                  <p:nvPr/>
                </p:nvSpPr>
                <p:spPr bwMode="auto">
                  <a:xfrm>
                    <a:off x="2213" y="962"/>
                    <a:ext cx="1" cy="78"/>
                  </a:xfrm>
                  <a:prstGeom prst="line">
                    <a:avLst/>
                  </a:prstGeom>
                  <a:noFill/>
                  <a:ln w="12700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NZ"/>
                  </a:p>
                </p:txBody>
              </p:sp>
              <p:sp>
                <p:nvSpPr>
                  <p:cNvPr id="626769" name="Line 81"/>
                  <p:cNvSpPr>
                    <a:spLocks noChangeShapeType="1"/>
                  </p:cNvSpPr>
                  <p:nvPr/>
                </p:nvSpPr>
                <p:spPr bwMode="auto">
                  <a:xfrm>
                    <a:off x="2560" y="969"/>
                    <a:ext cx="1" cy="78"/>
                  </a:xfrm>
                  <a:prstGeom prst="line">
                    <a:avLst/>
                  </a:prstGeom>
                  <a:noFill/>
                  <a:ln w="12700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NZ"/>
                  </a:p>
                </p:txBody>
              </p:sp>
              <p:sp>
                <p:nvSpPr>
                  <p:cNvPr id="626770" name="Rectangle 82"/>
                  <p:cNvSpPr>
                    <a:spLocks noChangeArrowheads="1"/>
                  </p:cNvSpPr>
                  <p:nvPr/>
                </p:nvSpPr>
                <p:spPr bwMode="auto">
                  <a:xfrm>
                    <a:off x="2213" y="962"/>
                    <a:ext cx="439" cy="76"/>
                  </a:xfrm>
                  <a:prstGeom prst="rect">
                    <a:avLst/>
                  </a:prstGeom>
                  <a:solidFill>
                    <a:schemeClr val="hlink"/>
                  </a:solidFill>
                  <a:ln>
                    <a:noFill/>
                  </a:ln>
                  <a:effectLst/>
                  <a:extLst>
                    <a:ext uri="{91240B29-F687-4F45-9708-019B960494DF}">
                      <a14:hiddenLine xmlns:a14="http://schemas.microsoft.com/office/drawing/2010/main" w="12700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 algn="ctr"/>
                    <a:endParaRPr lang="en-US" altLang="en-US" sz="2400">
                      <a:latin typeface="Times New Roman" panose="02020603050405020304" pitchFamily="18" charset="0"/>
                    </a:endParaRPr>
                  </a:p>
                </p:txBody>
              </p:sp>
              <p:sp>
                <p:nvSpPr>
                  <p:cNvPr id="626771" name="Oval 83"/>
                  <p:cNvSpPr>
                    <a:spLocks noChangeArrowheads="1"/>
                  </p:cNvSpPr>
                  <p:nvPr/>
                </p:nvSpPr>
                <p:spPr bwMode="auto">
                  <a:xfrm>
                    <a:off x="2210" y="903"/>
                    <a:ext cx="443" cy="147"/>
                  </a:xfrm>
                  <a:prstGeom prst="ellipse">
                    <a:avLst/>
                  </a:prstGeom>
                  <a:solidFill>
                    <a:schemeClr val="hlink"/>
                  </a:solidFill>
                  <a:ln w="12700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NZ"/>
                  </a:p>
                </p:txBody>
              </p:sp>
              <p:grpSp>
                <p:nvGrpSpPr>
                  <p:cNvPr id="626772" name="Group 84"/>
                  <p:cNvGrpSpPr>
                    <a:grpSpLocks/>
                  </p:cNvGrpSpPr>
                  <p:nvPr/>
                </p:nvGrpSpPr>
                <p:grpSpPr bwMode="auto">
                  <a:xfrm>
                    <a:off x="2319" y="931"/>
                    <a:ext cx="221" cy="85"/>
                    <a:chOff x="2848" y="848"/>
                    <a:chExt cx="140" cy="98"/>
                  </a:xfrm>
                </p:grpSpPr>
                <p:sp>
                  <p:nvSpPr>
                    <p:cNvPr id="626773" name="Line 85"/>
                    <p:cNvSpPr>
                      <a:spLocks noChangeShapeType="1"/>
                    </p:cNvSpPr>
                    <p:nvPr/>
                  </p:nvSpPr>
                  <p:spPr bwMode="auto">
                    <a:xfrm flipV="1">
                      <a:off x="2848" y="848"/>
                      <a:ext cx="50" cy="2"/>
                    </a:xfrm>
                    <a:prstGeom prst="line">
                      <a:avLst/>
                    </a:prstGeom>
                    <a:noFill/>
                    <a:ln w="28575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en-NZ"/>
                    </a:p>
                  </p:txBody>
                </p:sp>
                <p:sp>
                  <p:nvSpPr>
                    <p:cNvPr id="626774" name="Line 86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2944" y="946"/>
                      <a:ext cx="44" cy="0"/>
                    </a:xfrm>
                    <a:prstGeom prst="line">
                      <a:avLst/>
                    </a:prstGeom>
                    <a:noFill/>
                    <a:ln w="28575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en-NZ"/>
                    </a:p>
                  </p:txBody>
                </p:sp>
                <p:sp>
                  <p:nvSpPr>
                    <p:cNvPr id="626775" name="Line 87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2894" y="850"/>
                      <a:ext cx="52" cy="96"/>
                    </a:xfrm>
                    <a:prstGeom prst="line">
                      <a:avLst/>
                    </a:prstGeom>
                    <a:noFill/>
                    <a:ln w="28575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en-NZ"/>
                    </a:p>
                  </p:txBody>
                </p:sp>
              </p:grpSp>
              <p:grpSp>
                <p:nvGrpSpPr>
                  <p:cNvPr id="626776" name="Group 88"/>
                  <p:cNvGrpSpPr>
                    <a:grpSpLocks/>
                  </p:cNvGrpSpPr>
                  <p:nvPr/>
                </p:nvGrpSpPr>
                <p:grpSpPr bwMode="auto">
                  <a:xfrm flipV="1">
                    <a:off x="2319" y="930"/>
                    <a:ext cx="221" cy="87"/>
                    <a:chOff x="2848" y="848"/>
                    <a:chExt cx="140" cy="98"/>
                  </a:xfrm>
                </p:grpSpPr>
                <p:sp>
                  <p:nvSpPr>
                    <p:cNvPr id="626777" name="Line 89"/>
                    <p:cNvSpPr>
                      <a:spLocks noChangeShapeType="1"/>
                    </p:cNvSpPr>
                    <p:nvPr/>
                  </p:nvSpPr>
                  <p:spPr bwMode="auto">
                    <a:xfrm flipV="1">
                      <a:off x="2848" y="848"/>
                      <a:ext cx="50" cy="2"/>
                    </a:xfrm>
                    <a:prstGeom prst="line">
                      <a:avLst/>
                    </a:prstGeom>
                    <a:noFill/>
                    <a:ln w="28575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en-NZ"/>
                    </a:p>
                  </p:txBody>
                </p:sp>
                <p:sp>
                  <p:nvSpPr>
                    <p:cNvPr id="626778" name="Line 90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2944" y="946"/>
                      <a:ext cx="44" cy="0"/>
                    </a:xfrm>
                    <a:prstGeom prst="line">
                      <a:avLst/>
                    </a:prstGeom>
                    <a:noFill/>
                    <a:ln w="28575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en-NZ"/>
                    </a:p>
                  </p:txBody>
                </p:sp>
                <p:sp>
                  <p:nvSpPr>
                    <p:cNvPr id="626779" name="Line 91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2894" y="850"/>
                      <a:ext cx="52" cy="96"/>
                    </a:xfrm>
                    <a:prstGeom prst="line">
                      <a:avLst/>
                    </a:prstGeom>
                    <a:noFill/>
                    <a:ln w="28575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en-NZ"/>
                    </a:p>
                  </p:txBody>
                </p:sp>
              </p:grpSp>
            </p:grpSp>
            <p:sp>
              <p:nvSpPr>
                <p:cNvPr id="626780" name="Text Box 92"/>
                <p:cNvSpPr txBox="1">
                  <a:spLocks noChangeArrowheads="1"/>
                </p:cNvSpPr>
                <p:nvPr/>
              </p:nvSpPr>
              <p:spPr bwMode="auto">
                <a:xfrm>
                  <a:off x="2010" y="728"/>
                  <a:ext cx="221" cy="231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/>
                <a:p>
                  <a:r>
                    <a:rPr lang="en-US" altLang="en-US"/>
                    <a:t>A</a:t>
                  </a:r>
                </a:p>
              </p:txBody>
            </p:sp>
          </p:grpSp>
          <p:grpSp>
            <p:nvGrpSpPr>
              <p:cNvPr id="626781" name="Group 93"/>
              <p:cNvGrpSpPr>
                <a:grpSpLocks/>
              </p:cNvGrpSpPr>
              <p:nvPr/>
            </p:nvGrpSpPr>
            <p:grpSpPr bwMode="auto">
              <a:xfrm>
                <a:off x="3189288" y="2259013"/>
                <a:ext cx="708025" cy="638175"/>
                <a:chOff x="1898" y="728"/>
                <a:chExt cx="446" cy="402"/>
              </a:xfrm>
            </p:grpSpPr>
            <p:grpSp>
              <p:nvGrpSpPr>
                <p:cNvPr id="626782" name="Group 94"/>
                <p:cNvGrpSpPr>
                  <a:grpSpLocks/>
                </p:cNvGrpSpPr>
                <p:nvPr/>
              </p:nvGrpSpPr>
              <p:grpSpPr bwMode="auto">
                <a:xfrm>
                  <a:off x="1898" y="918"/>
                  <a:ext cx="446" cy="212"/>
                  <a:chOff x="2210" y="903"/>
                  <a:chExt cx="446" cy="212"/>
                </a:xfrm>
              </p:grpSpPr>
              <p:sp>
                <p:nvSpPr>
                  <p:cNvPr id="626783" name="Oval 95"/>
                  <p:cNvSpPr>
                    <a:spLocks noChangeArrowheads="1"/>
                  </p:cNvSpPr>
                  <p:nvPr/>
                </p:nvSpPr>
                <p:spPr bwMode="auto">
                  <a:xfrm>
                    <a:off x="2213" y="969"/>
                    <a:ext cx="443" cy="146"/>
                  </a:xfrm>
                  <a:prstGeom prst="ellipse">
                    <a:avLst/>
                  </a:prstGeom>
                  <a:solidFill>
                    <a:schemeClr val="hlink"/>
                  </a:solidFill>
                  <a:ln w="12700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NZ"/>
                  </a:p>
                </p:txBody>
              </p:sp>
              <p:sp>
                <p:nvSpPr>
                  <p:cNvPr id="626784" name="Line 96"/>
                  <p:cNvSpPr>
                    <a:spLocks noChangeShapeType="1"/>
                  </p:cNvSpPr>
                  <p:nvPr/>
                </p:nvSpPr>
                <p:spPr bwMode="auto">
                  <a:xfrm>
                    <a:off x="2213" y="962"/>
                    <a:ext cx="1" cy="78"/>
                  </a:xfrm>
                  <a:prstGeom prst="line">
                    <a:avLst/>
                  </a:prstGeom>
                  <a:noFill/>
                  <a:ln w="12700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NZ"/>
                  </a:p>
                </p:txBody>
              </p:sp>
              <p:sp>
                <p:nvSpPr>
                  <p:cNvPr id="626785" name="Line 97"/>
                  <p:cNvSpPr>
                    <a:spLocks noChangeShapeType="1"/>
                  </p:cNvSpPr>
                  <p:nvPr/>
                </p:nvSpPr>
                <p:spPr bwMode="auto">
                  <a:xfrm>
                    <a:off x="2560" y="969"/>
                    <a:ext cx="1" cy="78"/>
                  </a:xfrm>
                  <a:prstGeom prst="line">
                    <a:avLst/>
                  </a:prstGeom>
                  <a:noFill/>
                  <a:ln w="12700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NZ"/>
                  </a:p>
                </p:txBody>
              </p:sp>
              <p:sp>
                <p:nvSpPr>
                  <p:cNvPr id="626786" name="Rectangle 98"/>
                  <p:cNvSpPr>
                    <a:spLocks noChangeArrowheads="1"/>
                  </p:cNvSpPr>
                  <p:nvPr/>
                </p:nvSpPr>
                <p:spPr bwMode="auto">
                  <a:xfrm>
                    <a:off x="2213" y="962"/>
                    <a:ext cx="439" cy="76"/>
                  </a:xfrm>
                  <a:prstGeom prst="rect">
                    <a:avLst/>
                  </a:prstGeom>
                  <a:solidFill>
                    <a:schemeClr val="hlink"/>
                  </a:solidFill>
                  <a:ln>
                    <a:noFill/>
                  </a:ln>
                  <a:effectLst/>
                  <a:extLst>
                    <a:ext uri="{91240B29-F687-4F45-9708-019B960494DF}">
                      <a14:hiddenLine xmlns:a14="http://schemas.microsoft.com/office/drawing/2010/main" w="12700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 algn="ctr"/>
                    <a:endParaRPr lang="en-US" altLang="en-US" sz="2400">
                      <a:latin typeface="Times New Roman" panose="02020603050405020304" pitchFamily="18" charset="0"/>
                    </a:endParaRPr>
                  </a:p>
                </p:txBody>
              </p:sp>
              <p:sp>
                <p:nvSpPr>
                  <p:cNvPr id="626787" name="Oval 99"/>
                  <p:cNvSpPr>
                    <a:spLocks noChangeArrowheads="1"/>
                  </p:cNvSpPr>
                  <p:nvPr/>
                </p:nvSpPr>
                <p:spPr bwMode="auto">
                  <a:xfrm>
                    <a:off x="2210" y="903"/>
                    <a:ext cx="443" cy="147"/>
                  </a:xfrm>
                  <a:prstGeom prst="ellipse">
                    <a:avLst/>
                  </a:prstGeom>
                  <a:solidFill>
                    <a:schemeClr val="hlink"/>
                  </a:solidFill>
                  <a:ln w="12700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NZ"/>
                  </a:p>
                </p:txBody>
              </p:sp>
              <p:grpSp>
                <p:nvGrpSpPr>
                  <p:cNvPr id="626788" name="Group 100"/>
                  <p:cNvGrpSpPr>
                    <a:grpSpLocks/>
                  </p:cNvGrpSpPr>
                  <p:nvPr/>
                </p:nvGrpSpPr>
                <p:grpSpPr bwMode="auto">
                  <a:xfrm>
                    <a:off x="2319" y="931"/>
                    <a:ext cx="221" cy="85"/>
                    <a:chOff x="2848" y="848"/>
                    <a:chExt cx="140" cy="98"/>
                  </a:xfrm>
                </p:grpSpPr>
                <p:sp>
                  <p:nvSpPr>
                    <p:cNvPr id="626789" name="Line 101"/>
                    <p:cNvSpPr>
                      <a:spLocks noChangeShapeType="1"/>
                    </p:cNvSpPr>
                    <p:nvPr/>
                  </p:nvSpPr>
                  <p:spPr bwMode="auto">
                    <a:xfrm flipV="1">
                      <a:off x="2848" y="848"/>
                      <a:ext cx="50" cy="2"/>
                    </a:xfrm>
                    <a:prstGeom prst="line">
                      <a:avLst/>
                    </a:prstGeom>
                    <a:noFill/>
                    <a:ln w="28575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en-NZ"/>
                    </a:p>
                  </p:txBody>
                </p:sp>
                <p:sp>
                  <p:nvSpPr>
                    <p:cNvPr id="626790" name="Line 102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2944" y="946"/>
                      <a:ext cx="44" cy="0"/>
                    </a:xfrm>
                    <a:prstGeom prst="line">
                      <a:avLst/>
                    </a:prstGeom>
                    <a:noFill/>
                    <a:ln w="28575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en-NZ"/>
                    </a:p>
                  </p:txBody>
                </p:sp>
                <p:sp>
                  <p:nvSpPr>
                    <p:cNvPr id="626791" name="Line 103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2894" y="850"/>
                      <a:ext cx="52" cy="96"/>
                    </a:xfrm>
                    <a:prstGeom prst="line">
                      <a:avLst/>
                    </a:prstGeom>
                    <a:noFill/>
                    <a:ln w="28575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en-NZ"/>
                    </a:p>
                  </p:txBody>
                </p:sp>
              </p:grpSp>
              <p:grpSp>
                <p:nvGrpSpPr>
                  <p:cNvPr id="626792" name="Group 104"/>
                  <p:cNvGrpSpPr>
                    <a:grpSpLocks/>
                  </p:cNvGrpSpPr>
                  <p:nvPr/>
                </p:nvGrpSpPr>
                <p:grpSpPr bwMode="auto">
                  <a:xfrm flipV="1">
                    <a:off x="2319" y="930"/>
                    <a:ext cx="221" cy="87"/>
                    <a:chOff x="2848" y="848"/>
                    <a:chExt cx="140" cy="98"/>
                  </a:xfrm>
                </p:grpSpPr>
                <p:sp>
                  <p:nvSpPr>
                    <p:cNvPr id="626793" name="Line 105"/>
                    <p:cNvSpPr>
                      <a:spLocks noChangeShapeType="1"/>
                    </p:cNvSpPr>
                    <p:nvPr/>
                  </p:nvSpPr>
                  <p:spPr bwMode="auto">
                    <a:xfrm flipV="1">
                      <a:off x="2848" y="848"/>
                      <a:ext cx="50" cy="2"/>
                    </a:xfrm>
                    <a:prstGeom prst="line">
                      <a:avLst/>
                    </a:prstGeom>
                    <a:noFill/>
                    <a:ln w="28575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en-NZ"/>
                    </a:p>
                  </p:txBody>
                </p:sp>
                <p:sp>
                  <p:nvSpPr>
                    <p:cNvPr id="626794" name="Line 106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2944" y="946"/>
                      <a:ext cx="44" cy="0"/>
                    </a:xfrm>
                    <a:prstGeom prst="line">
                      <a:avLst/>
                    </a:prstGeom>
                    <a:noFill/>
                    <a:ln w="28575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en-NZ"/>
                    </a:p>
                  </p:txBody>
                </p:sp>
                <p:sp>
                  <p:nvSpPr>
                    <p:cNvPr id="626795" name="Line 107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2894" y="850"/>
                      <a:ext cx="52" cy="96"/>
                    </a:xfrm>
                    <a:prstGeom prst="line">
                      <a:avLst/>
                    </a:prstGeom>
                    <a:noFill/>
                    <a:ln w="28575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en-NZ"/>
                    </a:p>
                  </p:txBody>
                </p:sp>
              </p:grpSp>
            </p:grpSp>
            <p:sp>
              <p:nvSpPr>
                <p:cNvPr id="626796" name="Text Box 108"/>
                <p:cNvSpPr txBox="1">
                  <a:spLocks noChangeArrowheads="1"/>
                </p:cNvSpPr>
                <p:nvPr/>
              </p:nvSpPr>
              <p:spPr bwMode="auto">
                <a:xfrm>
                  <a:off x="2010" y="728"/>
                  <a:ext cx="207" cy="231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/>
                <a:p>
                  <a:r>
                    <a:rPr lang="en-US" altLang="en-US"/>
                    <a:t>B</a:t>
                  </a:r>
                </a:p>
              </p:txBody>
            </p:sp>
          </p:grpSp>
          <p:grpSp>
            <p:nvGrpSpPr>
              <p:cNvPr id="626797" name="Group 109"/>
              <p:cNvGrpSpPr>
                <a:grpSpLocks/>
              </p:cNvGrpSpPr>
              <p:nvPr/>
            </p:nvGrpSpPr>
            <p:grpSpPr bwMode="auto">
              <a:xfrm>
                <a:off x="6203950" y="2249488"/>
                <a:ext cx="708025" cy="638175"/>
                <a:chOff x="1898" y="728"/>
                <a:chExt cx="446" cy="402"/>
              </a:xfrm>
            </p:grpSpPr>
            <p:grpSp>
              <p:nvGrpSpPr>
                <p:cNvPr id="626798" name="Group 110"/>
                <p:cNvGrpSpPr>
                  <a:grpSpLocks/>
                </p:cNvGrpSpPr>
                <p:nvPr/>
              </p:nvGrpSpPr>
              <p:grpSpPr bwMode="auto">
                <a:xfrm>
                  <a:off x="1898" y="918"/>
                  <a:ext cx="446" cy="212"/>
                  <a:chOff x="2210" y="903"/>
                  <a:chExt cx="446" cy="212"/>
                </a:xfrm>
              </p:grpSpPr>
              <p:sp>
                <p:nvSpPr>
                  <p:cNvPr id="626799" name="Oval 111"/>
                  <p:cNvSpPr>
                    <a:spLocks noChangeArrowheads="1"/>
                  </p:cNvSpPr>
                  <p:nvPr/>
                </p:nvSpPr>
                <p:spPr bwMode="auto">
                  <a:xfrm>
                    <a:off x="2213" y="969"/>
                    <a:ext cx="443" cy="146"/>
                  </a:xfrm>
                  <a:prstGeom prst="ellipse">
                    <a:avLst/>
                  </a:prstGeom>
                  <a:solidFill>
                    <a:schemeClr val="hlink"/>
                  </a:solidFill>
                  <a:ln w="12700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NZ"/>
                  </a:p>
                </p:txBody>
              </p:sp>
              <p:sp>
                <p:nvSpPr>
                  <p:cNvPr id="626800" name="Line 112"/>
                  <p:cNvSpPr>
                    <a:spLocks noChangeShapeType="1"/>
                  </p:cNvSpPr>
                  <p:nvPr/>
                </p:nvSpPr>
                <p:spPr bwMode="auto">
                  <a:xfrm>
                    <a:off x="2213" y="962"/>
                    <a:ext cx="1" cy="78"/>
                  </a:xfrm>
                  <a:prstGeom prst="line">
                    <a:avLst/>
                  </a:prstGeom>
                  <a:noFill/>
                  <a:ln w="12700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NZ"/>
                  </a:p>
                </p:txBody>
              </p:sp>
              <p:sp>
                <p:nvSpPr>
                  <p:cNvPr id="626801" name="Line 113"/>
                  <p:cNvSpPr>
                    <a:spLocks noChangeShapeType="1"/>
                  </p:cNvSpPr>
                  <p:nvPr/>
                </p:nvSpPr>
                <p:spPr bwMode="auto">
                  <a:xfrm>
                    <a:off x="2560" y="969"/>
                    <a:ext cx="1" cy="78"/>
                  </a:xfrm>
                  <a:prstGeom prst="line">
                    <a:avLst/>
                  </a:prstGeom>
                  <a:noFill/>
                  <a:ln w="12700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NZ"/>
                  </a:p>
                </p:txBody>
              </p:sp>
              <p:sp>
                <p:nvSpPr>
                  <p:cNvPr id="626802" name="Rectangle 114"/>
                  <p:cNvSpPr>
                    <a:spLocks noChangeArrowheads="1"/>
                  </p:cNvSpPr>
                  <p:nvPr/>
                </p:nvSpPr>
                <p:spPr bwMode="auto">
                  <a:xfrm>
                    <a:off x="2213" y="962"/>
                    <a:ext cx="439" cy="76"/>
                  </a:xfrm>
                  <a:prstGeom prst="rect">
                    <a:avLst/>
                  </a:prstGeom>
                  <a:solidFill>
                    <a:schemeClr val="hlink"/>
                  </a:solidFill>
                  <a:ln>
                    <a:noFill/>
                  </a:ln>
                  <a:effectLst/>
                  <a:extLst>
                    <a:ext uri="{91240B29-F687-4F45-9708-019B960494DF}">
                      <a14:hiddenLine xmlns:a14="http://schemas.microsoft.com/office/drawing/2010/main" w="12700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 algn="ctr"/>
                    <a:endParaRPr lang="en-US" altLang="en-US" sz="2400">
                      <a:latin typeface="Times New Roman" panose="02020603050405020304" pitchFamily="18" charset="0"/>
                    </a:endParaRPr>
                  </a:p>
                </p:txBody>
              </p:sp>
              <p:sp>
                <p:nvSpPr>
                  <p:cNvPr id="626803" name="Oval 115"/>
                  <p:cNvSpPr>
                    <a:spLocks noChangeArrowheads="1"/>
                  </p:cNvSpPr>
                  <p:nvPr/>
                </p:nvSpPr>
                <p:spPr bwMode="auto">
                  <a:xfrm>
                    <a:off x="2210" y="903"/>
                    <a:ext cx="443" cy="147"/>
                  </a:xfrm>
                  <a:prstGeom prst="ellipse">
                    <a:avLst/>
                  </a:prstGeom>
                  <a:solidFill>
                    <a:schemeClr val="hlink"/>
                  </a:solidFill>
                  <a:ln w="12700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NZ"/>
                  </a:p>
                </p:txBody>
              </p:sp>
              <p:grpSp>
                <p:nvGrpSpPr>
                  <p:cNvPr id="626804" name="Group 116"/>
                  <p:cNvGrpSpPr>
                    <a:grpSpLocks/>
                  </p:cNvGrpSpPr>
                  <p:nvPr/>
                </p:nvGrpSpPr>
                <p:grpSpPr bwMode="auto">
                  <a:xfrm>
                    <a:off x="2319" y="931"/>
                    <a:ext cx="221" cy="85"/>
                    <a:chOff x="2848" y="848"/>
                    <a:chExt cx="140" cy="98"/>
                  </a:xfrm>
                </p:grpSpPr>
                <p:sp>
                  <p:nvSpPr>
                    <p:cNvPr id="626805" name="Line 117"/>
                    <p:cNvSpPr>
                      <a:spLocks noChangeShapeType="1"/>
                    </p:cNvSpPr>
                    <p:nvPr/>
                  </p:nvSpPr>
                  <p:spPr bwMode="auto">
                    <a:xfrm flipV="1">
                      <a:off x="2848" y="848"/>
                      <a:ext cx="50" cy="2"/>
                    </a:xfrm>
                    <a:prstGeom prst="line">
                      <a:avLst/>
                    </a:prstGeom>
                    <a:noFill/>
                    <a:ln w="28575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en-NZ"/>
                    </a:p>
                  </p:txBody>
                </p:sp>
                <p:sp>
                  <p:nvSpPr>
                    <p:cNvPr id="626806" name="Line 118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2944" y="946"/>
                      <a:ext cx="44" cy="0"/>
                    </a:xfrm>
                    <a:prstGeom prst="line">
                      <a:avLst/>
                    </a:prstGeom>
                    <a:noFill/>
                    <a:ln w="28575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en-NZ"/>
                    </a:p>
                  </p:txBody>
                </p:sp>
                <p:sp>
                  <p:nvSpPr>
                    <p:cNvPr id="626807" name="Line 119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2894" y="850"/>
                      <a:ext cx="52" cy="96"/>
                    </a:xfrm>
                    <a:prstGeom prst="line">
                      <a:avLst/>
                    </a:prstGeom>
                    <a:noFill/>
                    <a:ln w="28575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en-NZ"/>
                    </a:p>
                  </p:txBody>
                </p:sp>
              </p:grpSp>
              <p:grpSp>
                <p:nvGrpSpPr>
                  <p:cNvPr id="626808" name="Group 120"/>
                  <p:cNvGrpSpPr>
                    <a:grpSpLocks/>
                  </p:cNvGrpSpPr>
                  <p:nvPr/>
                </p:nvGrpSpPr>
                <p:grpSpPr bwMode="auto">
                  <a:xfrm flipV="1">
                    <a:off x="2319" y="930"/>
                    <a:ext cx="221" cy="87"/>
                    <a:chOff x="2848" y="848"/>
                    <a:chExt cx="140" cy="98"/>
                  </a:xfrm>
                </p:grpSpPr>
                <p:sp>
                  <p:nvSpPr>
                    <p:cNvPr id="626809" name="Line 121"/>
                    <p:cNvSpPr>
                      <a:spLocks noChangeShapeType="1"/>
                    </p:cNvSpPr>
                    <p:nvPr/>
                  </p:nvSpPr>
                  <p:spPr bwMode="auto">
                    <a:xfrm flipV="1">
                      <a:off x="2848" y="848"/>
                      <a:ext cx="50" cy="2"/>
                    </a:xfrm>
                    <a:prstGeom prst="line">
                      <a:avLst/>
                    </a:prstGeom>
                    <a:noFill/>
                    <a:ln w="28575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en-NZ"/>
                    </a:p>
                  </p:txBody>
                </p:sp>
                <p:sp>
                  <p:nvSpPr>
                    <p:cNvPr id="626810" name="Line 122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2944" y="946"/>
                      <a:ext cx="44" cy="0"/>
                    </a:xfrm>
                    <a:prstGeom prst="line">
                      <a:avLst/>
                    </a:prstGeom>
                    <a:noFill/>
                    <a:ln w="28575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en-NZ"/>
                    </a:p>
                  </p:txBody>
                </p:sp>
                <p:sp>
                  <p:nvSpPr>
                    <p:cNvPr id="626811" name="Line 123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2894" y="850"/>
                      <a:ext cx="52" cy="96"/>
                    </a:xfrm>
                    <a:prstGeom prst="line">
                      <a:avLst/>
                    </a:prstGeom>
                    <a:noFill/>
                    <a:ln w="28575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en-NZ"/>
                    </a:p>
                  </p:txBody>
                </p:sp>
              </p:grpSp>
            </p:grpSp>
            <p:sp>
              <p:nvSpPr>
                <p:cNvPr id="626812" name="Text Box 124"/>
                <p:cNvSpPr txBox="1">
                  <a:spLocks noChangeArrowheads="1"/>
                </p:cNvSpPr>
                <p:nvPr/>
              </p:nvSpPr>
              <p:spPr bwMode="auto">
                <a:xfrm>
                  <a:off x="2010" y="728"/>
                  <a:ext cx="206" cy="231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/>
                <a:p>
                  <a:r>
                    <a:rPr lang="en-US" altLang="en-US"/>
                    <a:t>E</a:t>
                  </a:r>
                </a:p>
              </p:txBody>
            </p:sp>
          </p:grpSp>
          <p:grpSp>
            <p:nvGrpSpPr>
              <p:cNvPr id="626813" name="Group 125"/>
              <p:cNvGrpSpPr>
                <a:grpSpLocks/>
              </p:cNvGrpSpPr>
              <p:nvPr/>
            </p:nvGrpSpPr>
            <p:grpSpPr bwMode="auto">
              <a:xfrm>
                <a:off x="7194550" y="2238375"/>
                <a:ext cx="708025" cy="638175"/>
                <a:chOff x="1898" y="728"/>
                <a:chExt cx="446" cy="402"/>
              </a:xfrm>
            </p:grpSpPr>
            <p:grpSp>
              <p:nvGrpSpPr>
                <p:cNvPr id="626814" name="Group 126"/>
                <p:cNvGrpSpPr>
                  <a:grpSpLocks/>
                </p:cNvGrpSpPr>
                <p:nvPr/>
              </p:nvGrpSpPr>
              <p:grpSpPr bwMode="auto">
                <a:xfrm>
                  <a:off x="1898" y="918"/>
                  <a:ext cx="446" cy="212"/>
                  <a:chOff x="2210" y="903"/>
                  <a:chExt cx="446" cy="212"/>
                </a:xfrm>
              </p:grpSpPr>
              <p:sp>
                <p:nvSpPr>
                  <p:cNvPr id="626815" name="Oval 127"/>
                  <p:cNvSpPr>
                    <a:spLocks noChangeArrowheads="1"/>
                  </p:cNvSpPr>
                  <p:nvPr/>
                </p:nvSpPr>
                <p:spPr bwMode="auto">
                  <a:xfrm>
                    <a:off x="2213" y="969"/>
                    <a:ext cx="443" cy="146"/>
                  </a:xfrm>
                  <a:prstGeom prst="ellipse">
                    <a:avLst/>
                  </a:prstGeom>
                  <a:solidFill>
                    <a:schemeClr val="hlink"/>
                  </a:solidFill>
                  <a:ln w="12700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NZ"/>
                  </a:p>
                </p:txBody>
              </p:sp>
              <p:sp>
                <p:nvSpPr>
                  <p:cNvPr id="626816" name="Line 128"/>
                  <p:cNvSpPr>
                    <a:spLocks noChangeShapeType="1"/>
                  </p:cNvSpPr>
                  <p:nvPr/>
                </p:nvSpPr>
                <p:spPr bwMode="auto">
                  <a:xfrm>
                    <a:off x="2213" y="962"/>
                    <a:ext cx="1" cy="78"/>
                  </a:xfrm>
                  <a:prstGeom prst="line">
                    <a:avLst/>
                  </a:prstGeom>
                  <a:noFill/>
                  <a:ln w="12700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NZ"/>
                  </a:p>
                </p:txBody>
              </p:sp>
              <p:sp>
                <p:nvSpPr>
                  <p:cNvPr id="626817" name="Line 129"/>
                  <p:cNvSpPr>
                    <a:spLocks noChangeShapeType="1"/>
                  </p:cNvSpPr>
                  <p:nvPr/>
                </p:nvSpPr>
                <p:spPr bwMode="auto">
                  <a:xfrm>
                    <a:off x="2560" y="969"/>
                    <a:ext cx="1" cy="78"/>
                  </a:xfrm>
                  <a:prstGeom prst="line">
                    <a:avLst/>
                  </a:prstGeom>
                  <a:noFill/>
                  <a:ln w="12700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NZ"/>
                  </a:p>
                </p:txBody>
              </p:sp>
              <p:sp>
                <p:nvSpPr>
                  <p:cNvPr id="626818" name="Rectangle 130"/>
                  <p:cNvSpPr>
                    <a:spLocks noChangeArrowheads="1"/>
                  </p:cNvSpPr>
                  <p:nvPr/>
                </p:nvSpPr>
                <p:spPr bwMode="auto">
                  <a:xfrm>
                    <a:off x="2213" y="962"/>
                    <a:ext cx="439" cy="76"/>
                  </a:xfrm>
                  <a:prstGeom prst="rect">
                    <a:avLst/>
                  </a:prstGeom>
                  <a:solidFill>
                    <a:schemeClr val="hlink"/>
                  </a:solidFill>
                  <a:ln>
                    <a:noFill/>
                  </a:ln>
                  <a:effectLst/>
                  <a:extLst>
                    <a:ext uri="{91240B29-F687-4F45-9708-019B960494DF}">
                      <a14:hiddenLine xmlns:a14="http://schemas.microsoft.com/office/drawing/2010/main" w="12700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 algn="ctr"/>
                    <a:endParaRPr lang="en-US" altLang="en-US" sz="2400">
                      <a:latin typeface="Times New Roman" panose="02020603050405020304" pitchFamily="18" charset="0"/>
                    </a:endParaRPr>
                  </a:p>
                </p:txBody>
              </p:sp>
              <p:sp>
                <p:nvSpPr>
                  <p:cNvPr id="626819" name="Oval 131"/>
                  <p:cNvSpPr>
                    <a:spLocks noChangeArrowheads="1"/>
                  </p:cNvSpPr>
                  <p:nvPr/>
                </p:nvSpPr>
                <p:spPr bwMode="auto">
                  <a:xfrm>
                    <a:off x="2210" y="903"/>
                    <a:ext cx="443" cy="147"/>
                  </a:xfrm>
                  <a:prstGeom prst="ellipse">
                    <a:avLst/>
                  </a:prstGeom>
                  <a:solidFill>
                    <a:schemeClr val="hlink"/>
                  </a:solidFill>
                  <a:ln w="12700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NZ"/>
                  </a:p>
                </p:txBody>
              </p:sp>
              <p:grpSp>
                <p:nvGrpSpPr>
                  <p:cNvPr id="626820" name="Group 132"/>
                  <p:cNvGrpSpPr>
                    <a:grpSpLocks/>
                  </p:cNvGrpSpPr>
                  <p:nvPr/>
                </p:nvGrpSpPr>
                <p:grpSpPr bwMode="auto">
                  <a:xfrm>
                    <a:off x="2319" y="931"/>
                    <a:ext cx="221" cy="85"/>
                    <a:chOff x="2848" y="848"/>
                    <a:chExt cx="140" cy="98"/>
                  </a:xfrm>
                </p:grpSpPr>
                <p:sp>
                  <p:nvSpPr>
                    <p:cNvPr id="626821" name="Line 133"/>
                    <p:cNvSpPr>
                      <a:spLocks noChangeShapeType="1"/>
                    </p:cNvSpPr>
                    <p:nvPr/>
                  </p:nvSpPr>
                  <p:spPr bwMode="auto">
                    <a:xfrm flipV="1">
                      <a:off x="2848" y="848"/>
                      <a:ext cx="50" cy="2"/>
                    </a:xfrm>
                    <a:prstGeom prst="line">
                      <a:avLst/>
                    </a:prstGeom>
                    <a:noFill/>
                    <a:ln w="28575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en-NZ"/>
                    </a:p>
                  </p:txBody>
                </p:sp>
                <p:sp>
                  <p:nvSpPr>
                    <p:cNvPr id="626822" name="Line 134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2944" y="946"/>
                      <a:ext cx="44" cy="0"/>
                    </a:xfrm>
                    <a:prstGeom prst="line">
                      <a:avLst/>
                    </a:prstGeom>
                    <a:noFill/>
                    <a:ln w="28575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en-NZ"/>
                    </a:p>
                  </p:txBody>
                </p:sp>
                <p:sp>
                  <p:nvSpPr>
                    <p:cNvPr id="626823" name="Line 135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2894" y="850"/>
                      <a:ext cx="52" cy="96"/>
                    </a:xfrm>
                    <a:prstGeom prst="line">
                      <a:avLst/>
                    </a:prstGeom>
                    <a:noFill/>
                    <a:ln w="28575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en-NZ"/>
                    </a:p>
                  </p:txBody>
                </p:sp>
              </p:grpSp>
              <p:grpSp>
                <p:nvGrpSpPr>
                  <p:cNvPr id="626824" name="Group 136"/>
                  <p:cNvGrpSpPr>
                    <a:grpSpLocks/>
                  </p:cNvGrpSpPr>
                  <p:nvPr/>
                </p:nvGrpSpPr>
                <p:grpSpPr bwMode="auto">
                  <a:xfrm flipV="1">
                    <a:off x="2319" y="930"/>
                    <a:ext cx="221" cy="87"/>
                    <a:chOff x="2848" y="848"/>
                    <a:chExt cx="140" cy="98"/>
                  </a:xfrm>
                </p:grpSpPr>
                <p:sp>
                  <p:nvSpPr>
                    <p:cNvPr id="626825" name="Line 137"/>
                    <p:cNvSpPr>
                      <a:spLocks noChangeShapeType="1"/>
                    </p:cNvSpPr>
                    <p:nvPr/>
                  </p:nvSpPr>
                  <p:spPr bwMode="auto">
                    <a:xfrm flipV="1">
                      <a:off x="2848" y="848"/>
                      <a:ext cx="50" cy="2"/>
                    </a:xfrm>
                    <a:prstGeom prst="line">
                      <a:avLst/>
                    </a:prstGeom>
                    <a:noFill/>
                    <a:ln w="28575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en-NZ"/>
                    </a:p>
                  </p:txBody>
                </p:sp>
                <p:sp>
                  <p:nvSpPr>
                    <p:cNvPr id="626826" name="Line 138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2944" y="946"/>
                      <a:ext cx="44" cy="0"/>
                    </a:xfrm>
                    <a:prstGeom prst="line">
                      <a:avLst/>
                    </a:prstGeom>
                    <a:noFill/>
                    <a:ln w="28575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en-NZ"/>
                    </a:p>
                  </p:txBody>
                </p:sp>
                <p:sp>
                  <p:nvSpPr>
                    <p:cNvPr id="626827" name="Line 139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2894" y="850"/>
                      <a:ext cx="52" cy="96"/>
                    </a:xfrm>
                    <a:prstGeom prst="line">
                      <a:avLst/>
                    </a:prstGeom>
                    <a:noFill/>
                    <a:ln w="28575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en-NZ"/>
                    </a:p>
                  </p:txBody>
                </p:sp>
              </p:grpSp>
            </p:grpSp>
            <p:sp>
              <p:nvSpPr>
                <p:cNvPr id="626828" name="Text Box 140"/>
                <p:cNvSpPr txBox="1">
                  <a:spLocks noChangeArrowheads="1"/>
                </p:cNvSpPr>
                <p:nvPr/>
              </p:nvSpPr>
              <p:spPr bwMode="auto">
                <a:xfrm>
                  <a:off x="2010" y="728"/>
                  <a:ext cx="203" cy="231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/>
                <a:p>
                  <a:r>
                    <a:rPr lang="en-US" altLang="en-US"/>
                    <a:t>F</a:t>
                  </a:r>
                </a:p>
              </p:txBody>
            </p:sp>
          </p:grpSp>
          <p:sp>
            <p:nvSpPr>
              <p:cNvPr id="626829" name="Line 141"/>
              <p:cNvSpPr>
                <a:spLocks noChangeShapeType="1"/>
              </p:cNvSpPr>
              <p:nvPr/>
            </p:nvSpPr>
            <p:spPr bwMode="auto">
              <a:xfrm flipV="1">
                <a:off x="2862263" y="2744788"/>
                <a:ext cx="323850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en-NZ"/>
              </a:p>
            </p:txBody>
          </p:sp>
          <p:sp>
            <p:nvSpPr>
              <p:cNvPr id="626830" name="Line 142"/>
              <p:cNvSpPr>
                <a:spLocks noChangeShapeType="1"/>
              </p:cNvSpPr>
              <p:nvPr/>
            </p:nvSpPr>
            <p:spPr bwMode="auto">
              <a:xfrm flipV="1">
                <a:off x="6908800" y="2725738"/>
                <a:ext cx="323850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en-NZ"/>
              </a:p>
            </p:txBody>
          </p:sp>
          <p:sp>
            <p:nvSpPr>
              <p:cNvPr id="626831" name="Text Box 143"/>
              <p:cNvSpPr txBox="1">
                <a:spLocks noChangeArrowheads="1"/>
              </p:cNvSpPr>
              <p:nvPr/>
            </p:nvSpPr>
            <p:spPr bwMode="auto">
              <a:xfrm>
                <a:off x="2200275" y="2859088"/>
                <a:ext cx="623888" cy="3365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 altLang="en-US" sz="1600"/>
                  <a:t>IPv6</a:t>
                </a:r>
              </a:p>
            </p:txBody>
          </p:sp>
          <p:sp>
            <p:nvSpPr>
              <p:cNvPr id="626832" name="Text Box 144"/>
              <p:cNvSpPr txBox="1">
                <a:spLocks noChangeArrowheads="1"/>
              </p:cNvSpPr>
              <p:nvPr/>
            </p:nvSpPr>
            <p:spPr bwMode="auto">
              <a:xfrm>
                <a:off x="3246438" y="2860675"/>
                <a:ext cx="623887" cy="3365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 altLang="en-US" sz="1600"/>
                  <a:t>IPv6</a:t>
                </a:r>
              </a:p>
            </p:txBody>
          </p:sp>
          <p:sp>
            <p:nvSpPr>
              <p:cNvPr id="626833" name="Text Box 145"/>
              <p:cNvSpPr txBox="1">
                <a:spLocks noChangeArrowheads="1"/>
              </p:cNvSpPr>
              <p:nvPr/>
            </p:nvSpPr>
            <p:spPr bwMode="auto">
              <a:xfrm>
                <a:off x="6272213" y="2852738"/>
                <a:ext cx="623887" cy="3365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 altLang="en-US" sz="1600"/>
                  <a:t>IPv6</a:t>
                </a:r>
              </a:p>
            </p:txBody>
          </p:sp>
          <p:sp>
            <p:nvSpPr>
              <p:cNvPr id="626834" name="Text Box 146"/>
              <p:cNvSpPr txBox="1">
                <a:spLocks noChangeArrowheads="1"/>
              </p:cNvSpPr>
              <p:nvPr/>
            </p:nvSpPr>
            <p:spPr bwMode="auto">
              <a:xfrm>
                <a:off x="7253288" y="2855913"/>
                <a:ext cx="623887" cy="3365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 altLang="en-US" sz="1600"/>
                  <a:t>IPv6</a:t>
                </a:r>
              </a:p>
            </p:txBody>
          </p:sp>
          <p:sp>
            <p:nvSpPr>
              <p:cNvPr id="626835" name="Line 147"/>
              <p:cNvSpPr>
                <a:spLocks noChangeShapeType="1"/>
              </p:cNvSpPr>
              <p:nvPr/>
            </p:nvSpPr>
            <p:spPr bwMode="auto">
              <a:xfrm flipV="1">
                <a:off x="3895725" y="2735263"/>
                <a:ext cx="2325688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en-NZ"/>
              </a:p>
            </p:txBody>
          </p:sp>
          <p:grpSp>
            <p:nvGrpSpPr>
              <p:cNvPr id="626836" name="Group 148"/>
              <p:cNvGrpSpPr>
                <a:grpSpLocks/>
              </p:cNvGrpSpPr>
              <p:nvPr/>
            </p:nvGrpSpPr>
            <p:grpSpPr bwMode="auto">
              <a:xfrm>
                <a:off x="4183063" y="2262188"/>
                <a:ext cx="708025" cy="638175"/>
                <a:chOff x="1898" y="728"/>
                <a:chExt cx="446" cy="402"/>
              </a:xfrm>
            </p:grpSpPr>
            <p:grpSp>
              <p:nvGrpSpPr>
                <p:cNvPr id="626837" name="Group 149"/>
                <p:cNvGrpSpPr>
                  <a:grpSpLocks/>
                </p:cNvGrpSpPr>
                <p:nvPr/>
              </p:nvGrpSpPr>
              <p:grpSpPr bwMode="auto">
                <a:xfrm>
                  <a:off x="1898" y="918"/>
                  <a:ext cx="446" cy="212"/>
                  <a:chOff x="2210" y="903"/>
                  <a:chExt cx="446" cy="212"/>
                </a:xfrm>
              </p:grpSpPr>
              <p:sp>
                <p:nvSpPr>
                  <p:cNvPr id="626838" name="Oval 150"/>
                  <p:cNvSpPr>
                    <a:spLocks noChangeArrowheads="1"/>
                  </p:cNvSpPr>
                  <p:nvPr/>
                </p:nvSpPr>
                <p:spPr bwMode="auto">
                  <a:xfrm>
                    <a:off x="2213" y="969"/>
                    <a:ext cx="443" cy="146"/>
                  </a:xfrm>
                  <a:prstGeom prst="ellipse">
                    <a:avLst/>
                  </a:prstGeom>
                  <a:solidFill>
                    <a:schemeClr val="hlink"/>
                  </a:solidFill>
                  <a:ln w="12700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NZ"/>
                  </a:p>
                </p:txBody>
              </p:sp>
              <p:sp>
                <p:nvSpPr>
                  <p:cNvPr id="626839" name="Line 151"/>
                  <p:cNvSpPr>
                    <a:spLocks noChangeShapeType="1"/>
                  </p:cNvSpPr>
                  <p:nvPr/>
                </p:nvSpPr>
                <p:spPr bwMode="auto">
                  <a:xfrm>
                    <a:off x="2213" y="962"/>
                    <a:ext cx="1" cy="78"/>
                  </a:xfrm>
                  <a:prstGeom prst="line">
                    <a:avLst/>
                  </a:prstGeom>
                  <a:noFill/>
                  <a:ln w="12700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NZ"/>
                  </a:p>
                </p:txBody>
              </p:sp>
              <p:sp>
                <p:nvSpPr>
                  <p:cNvPr id="626840" name="Line 152"/>
                  <p:cNvSpPr>
                    <a:spLocks noChangeShapeType="1"/>
                  </p:cNvSpPr>
                  <p:nvPr/>
                </p:nvSpPr>
                <p:spPr bwMode="auto">
                  <a:xfrm>
                    <a:off x="2560" y="969"/>
                    <a:ext cx="1" cy="78"/>
                  </a:xfrm>
                  <a:prstGeom prst="line">
                    <a:avLst/>
                  </a:prstGeom>
                  <a:noFill/>
                  <a:ln w="12700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NZ"/>
                  </a:p>
                </p:txBody>
              </p:sp>
              <p:sp>
                <p:nvSpPr>
                  <p:cNvPr id="626841" name="Rectangle 153"/>
                  <p:cNvSpPr>
                    <a:spLocks noChangeArrowheads="1"/>
                  </p:cNvSpPr>
                  <p:nvPr/>
                </p:nvSpPr>
                <p:spPr bwMode="auto">
                  <a:xfrm>
                    <a:off x="2213" y="962"/>
                    <a:ext cx="439" cy="76"/>
                  </a:xfrm>
                  <a:prstGeom prst="rect">
                    <a:avLst/>
                  </a:prstGeom>
                  <a:solidFill>
                    <a:schemeClr val="hlink"/>
                  </a:solidFill>
                  <a:ln>
                    <a:noFill/>
                  </a:ln>
                  <a:effectLst/>
                  <a:extLst>
                    <a:ext uri="{91240B29-F687-4F45-9708-019B960494DF}">
                      <a14:hiddenLine xmlns:a14="http://schemas.microsoft.com/office/drawing/2010/main" w="12700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 algn="ctr"/>
                    <a:endParaRPr lang="en-US" altLang="en-US" sz="2400">
                      <a:latin typeface="Times New Roman" panose="02020603050405020304" pitchFamily="18" charset="0"/>
                    </a:endParaRPr>
                  </a:p>
                </p:txBody>
              </p:sp>
              <p:sp>
                <p:nvSpPr>
                  <p:cNvPr id="626842" name="Oval 154"/>
                  <p:cNvSpPr>
                    <a:spLocks noChangeArrowheads="1"/>
                  </p:cNvSpPr>
                  <p:nvPr/>
                </p:nvSpPr>
                <p:spPr bwMode="auto">
                  <a:xfrm>
                    <a:off x="2210" y="903"/>
                    <a:ext cx="443" cy="147"/>
                  </a:xfrm>
                  <a:prstGeom prst="ellipse">
                    <a:avLst/>
                  </a:prstGeom>
                  <a:solidFill>
                    <a:schemeClr val="hlink"/>
                  </a:solidFill>
                  <a:ln w="12700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NZ"/>
                  </a:p>
                </p:txBody>
              </p:sp>
              <p:grpSp>
                <p:nvGrpSpPr>
                  <p:cNvPr id="626843" name="Group 155"/>
                  <p:cNvGrpSpPr>
                    <a:grpSpLocks/>
                  </p:cNvGrpSpPr>
                  <p:nvPr/>
                </p:nvGrpSpPr>
                <p:grpSpPr bwMode="auto">
                  <a:xfrm>
                    <a:off x="2319" y="931"/>
                    <a:ext cx="221" cy="85"/>
                    <a:chOff x="2848" y="848"/>
                    <a:chExt cx="140" cy="98"/>
                  </a:xfrm>
                </p:grpSpPr>
                <p:sp>
                  <p:nvSpPr>
                    <p:cNvPr id="626844" name="Line 156"/>
                    <p:cNvSpPr>
                      <a:spLocks noChangeShapeType="1"/>
                    </p:cNvSpPr>
                    <p:nvPr/>
                  </p:nvSpPr>
                  <p:spPr bwMode="auto">
                    <a:xfrm flipV="1">
                      <a:off x="2848" y="848"/>
                      <a:ext cx="50" cy="2"/>
                    </a:xfrm>
                    <a:prstGeom prst="line">
                      <a:avLst/>
                    </a:prstGeom>
                    <a:noFill/>
                    <a:ln w="28575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en-NZ"/>
                    </a:p>
                  </p:txBody>
                </p:sp>
                <p:sp>
                  <p:nvSpPr>
                    <p:cNvPr id="626845" name="Line 157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2944" y="946"/>
                      <a:ext cx="44" cy="0"/>
                    </a:xfrm>
                    <a:prstGeom prst="line">
                      <a:avLst/>
                    </a:prstGeom>
                    <a:noFill/>
                    <a:ln w="28575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en-NZ"/>
                    </a:p>
                  </p:txBody>
                </p:sp>
                <p:sp>
                  <p:nvSpPr>
                    <p:cNvPr id="626846" name="Line 158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2894" y="850"/>
                      <a:ext cx="52" cy="96"/>
                    </a:xfrm>
                    <a:prstGeom prst="line">
                      <a:avLst/>
                    </a:prstGeom>
                    <a:noFill/>
                    <a:ln w="28575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en-NZ"/>
                    </a:p>
                  </p:txBody>
                </p:sp>
              </p:grpSp>
              <p:grpSp>
                <p:nvGrpSpPr>
                  <p:cNvPr id="626847" name="Group 159"/>
                  <p:cNvGrpSpPr>
                    <a:grpSpLocks/>
                  </p:cNvGrpSpPr>
                  <p:nvPr/>
                </p:nvGrpSpPr>
                <p:grpSpPr bwMode="auto">
                  <a:xfrm flipV="1">
                    <a:off x="2319" y="930"/>
                    <a:ext cx="221" cy="87"/>
                    <a:chOff x="2848" y="848"/>
                    <a:chExt cx="140" cy="98"/>
                  </a:xfrm>
                </p:grpSpPr>
                <p:sp>
                  <p:nvSpPr>
                    <p:cNvPr id="626848" name="Line 160"/>
                    <p:cNvSpPr>
                      <a:spLocks noChangeShapeType="1"/>
                    </p:cNvSpPr>
                    <p:nvPr/>
                  </p:nvSpPr>
                  <p:spPr bwMode="auto">
                    <a:xfrm flipV="1">
                      <a:off x="2848" y="848"/>
                      <a:ext cx="50" cy="2"/>
                    </a:xfrm>
                    <a:prstGeom prst="line">
                      <a:avLst/>
                    </a:prstGeom>
                    <a:noFill/>
                    <a:ln w="28575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en-NZ"/>
                    </a:p>
                  </p:txBody>
                </p:sp>
                <p:sp>
                  <p:nvSpPr>
                    <p:cNvPr id="626849" name="Line 161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2944" y="946"/>
                      <a:ext cx="44" cy="0"/>
                    </a:xfrm>
                    <a:prstGeom prst="line">
                      <a:avLst/>
                    </a:prstGeom>
                    <a:noFill/>
                    <a:ln w="28575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en-NZ"/>
                    </a:p>
                  </p:txBody>
                </p:sp>
                <p:sp>
                  <p:nvSpPr>
                    <p:cNvPr id="626850" name="Line 162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2894" y="850"/>
                      <a:ext cx="52" cy="96"/>
                    </a:xfrm>
                    <a:prstGeom prst="line">
                      <a:avLst/>
                    </a:prstGeom>
                    <a:noFill/>
                    <a:ln w="28575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en-NZ"/>
                    </a:p>
                  </p:txBody>
                </p:sp>
              </p:grpSp>
            </p:grpSp>
            <p:sp>
              <p:nvSpPr>
                <p:cNvPr id="626851" name="Text Box 163"/>
                <p:cNvSpPr txBox="1">
                  <a:spLocks noChangeArrowheads="1"/>
                </p:cNvSpPr>
                <p:nvPr/>
              </p:nvSpPr>
              <p:spPr bwMode="auto">
                <a:xfrm>
                  <a:off x="2010" y="728"/>
                  <a:ext cx="203" cy="231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/>
                <a:p>
                  <a:r>
                    <a:rPr lang="en-US" altLang="en-US"/>
                    <a:t>C</a:t>
                  </a:r>
                </a:p>
              </p:txBody>
            </p:sp>
          </p:grpSp>
          <p:grpSp>
            <p:nvGrpSpPr>
              <p:cNvPr id="626852" name="Group 164"/>
              <p:cNvGrpSpPr>
                <a:grpSpLocks/>
              </p:cNvGrpSpPr>
              <p:nvPr/>
            </p:nvGrpSpPr>
            <p:grpSpPr bwMode="auto">
              <a:xfrm>
                <a:off x="5172075" y="2252663"/>
                <a:ext cx="708025" cy="638175"/>
                <a:chOff x="1898" y="728"/>
                <a:chExt cx="446" cy="402"/>
              </a:xfrm>
            </p:grpSpPr>
            <p:grpSp>
              <p:nvGrpSpPr>
                <p:cNvPr id="626853" name="Group 165"/>
                <p:cNvGrpSpPr>
                  <a:grpSpLocks/>
                </p:cNvGrpSpPr>
                <p:nvPr/>
              </p:nvGrpSpPr>
              <p:grpSpPr bwMode="auto">
                <a:xfrm>
                  <a:off x="1898" y="918"/>
                  <a:ext cx="446" cy="212"/>
                  <a:chOff x="2210" y="903"/>
                  <a:chExt cx="446" cy="212"/>
                </a:xfrm>
              </p:grpSpPr>
              <p:sp>
                <p:nvSpPr>
                  <p:cNvPr id="626854" name="Oval 166"/>
                  <p:cNvSpPr>
                    <a:spLocks noChangeArrowheads="1"/>
                  </p:cNvSpPr>
                  <p:nvPr/>
                </p:nvSpPr>
                <p:spPr bwMode="auto">
                  <a:xfrm>
                    <a:off x="2213" y="969"/>
                    <a:ext cx="443" cy="146"/>
                  </a:xfrm>
                  <a:prstGeom prst="ellipse">
                    <a:avLst/>
                  </a:prstGeom>
                  <a:solidFill>
                    <a:schemeClr val="hlink"/>
                  </a:solidFill>
                  <a:ln w="12700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NZ"/>
                  </a:p>
                </p:txBody>
              </p:sp>
              <p:sp>
                <p:nvSpPr>
                  <p:cNvPr id="626855" name="Line 167"/>
                  <p:cNvSpPr>
                    <a:spLocks noChangeShapeType="1"/>
                  </p:cNvSpPr>
                  <p:nvPr/>
                </p:nvSpPr>
                <p:spPr bwMode="auto">
                  <a:xfrm>
                    <a:off x="2213" y="962"/>
                    <a:ext cx="1" cy="78"/>
                  </a:xfrm>
                  <a:prstGeom prst="line">
                    <a:avLst/>
                  </a:prstGeom>
                  <a:noFill/>
                  <a:ln w="12700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NZ"/>
                  </a:p>
                </p:txBody>
              </p:sp>
              <p:sp>
                <p:nvSpPr>
                  <p:cNvPr id="626856" name="Line 168"/>
                  <p:cNvSpPr>
                    <a:spLocks noChangeShapeType="1"/>
                  </p:cNvSpPr>
                  <p:nvPr/>
                </p:nvSpPr>
                <p:spPr bwMode="auto">
                  <a:xfrm>
                    <a:off x="2560" y="969"/>
                    <a:ext cx="1" cy="78"/>
                  </a:xfrm>
                  <a:prstGeom prst="line">
                    <a:avLst/>
                  </a:prstGeom>
                  <a:noFill/>
                  <a:ln w="12700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NZ"/>
                  </a:p>
                </p:txBody>
              </p:sp>
              <p:sp>
                <p:nvSpPr>
                  <p:cNvPr id="626857" name="Rectangle 169"/>
                  <p:cNvSpPr>
                    <a:spLocks noChangeArrowheads="1"/>
                  </p:cNvSpPr>
                  <p:nvPr/>
                </p:nvSpPr>
                <p:spPr bwMode="auto">
                  <a:xfrm>
                    <a:off x="2213" y="962"/>
                    <a:ext cx="439" cy="76"/>
                  </a:xfrm>
                  <a:prstGeom prst="rect">
                    <a:avLst/>
                  </a:prstGeom>
                  <a:solidFill>
                    <a:schemeClr val="hlink"/>
                  </a:solidFill>
                  <a:ln>
                    <a:noFill/>
                  </a:ln>
                  <a:effectLst/>
                  <a:extLst>
                    <a:ext uri="{91240B29-F687-4F45-9708-019B960494DF}">
                      <a14:hiddenLine xmlns:a14="http://schemas.microsoft.com/office/drawing/2010/main" w="12700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 algn="ctr"/>
                    <a:endParaRPr lang="en-US" altLang="en-US" sz="2400">
                      <a:latin typeface="Times New Roman" panose="02020603050405020304" pitchFamily="18" charset="0"/>
                    </a:endParaRPr>
                  </a:p>
                </p:txBody>
              </p:sp>
              <p:sp>
                <p:nvSpPr>
                  <p:cNvPr id="626858" name="Oval 170"/>
                  <p:cNvSpPr>
                    <a:spLocks noChangeArrowheads="1"/>
                  </p:cNvSpPr>
                  <p:nvPr/>
                </p:nvSpPr>
                <p:spPr bwMode="auto">
                  <a:xfrm>
                    <a:off x="2210" y="903"/>
                    <a:ext cx="443" cy="147"/>
                  </a:xfrm>
                  <a:prstGeom prst="ellipse">
                    <a:avLst/>
                  </a:prstGeom>
                  <a:solidFill>
                    <a:schemeClr val="hlink"/>
                  </a:solidFill>
                  <a:ln w="12700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NZ"/>
                  </a:p>
                </p:txBody>
              </p:sp>
              <p:grpSp>
                <p:nvGrpSpPr>
                  <p:cNvPr id="626859" name="Group 171"/>
                  <p:cNvGrpSpPr>
                    <a:grpSpLocks/>
                  </p:cNvGrpSpPr>
                  <p:nvPr/>
                </p:nvGrpSpPr>
                <p:grpSpPr bwMode="auto">
                  <a:xfrm>
                    <a:off x="2319" y="931"/>
                    <a:ext cx="221" cy="85"/>
                    <a:chOff x="2848" y="848"/>
                    <a:chExt cx="140" cy="98"/>
                  </a:xfrm>
                </p:grpSpPr>
                <p:sp>
                  <p:nvSpPr>
                    <p:cNvPr id="626860" name="Line 172"/>
                    <p:cNvSpPr>
                      <a:spLocks noChangeShapeType="1"/>
                    </p:cNvSpPr>
                    <p:nvPr/>
                  </p:nvSpPr>
                  <p:spPr bwMode="auto">
                    <a:xfrm flipV="1">
                      <a:off x="2848" y="848"/>
                      <a:ext cx="50" cy="2"/>
                    </a:xfrm>
                    <a:prstGeom prst="line">
                      <a:avLst/>
                    </a:prstGeom>
                    <a:noFill/>
                    <a:ln w="28575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en-NZ"/>
                    </a:p>
                  </p:txBody>
                </p:sp>
                <p:sp>
                  <p:nvSpPr>
                    <p:cNvPr id="626861" name="Line 173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2944" y="946"/>
                      <a:ext cx="44" cy="0"/>
                    </a:xfrm>
                    <a:prstGeom prst="line">
                      <a:avLst/>
                    </a:prstGeom>
                    <a:noFill/>
                    <a:ln w="28575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en-NZ"/>
                    </a:p>
                  </p:txBody>
                </p:sp>
                <p:sp>
                  <p:nvSpPr>
                    <p:cNvPr id="626862" name="Line 174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2894" y="850"/>
                      <a:ext cx="52" cy="96"/>
                    </a:xfrm>
                    <a:prstGeom prst="line">
                      <a:avLst/>
                    </a:prstGeom>
                    <a:noFill/>
                    <a:ln w="28575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en-NZ"/>
                    </a:p>
                  </p:txBody>
                </p:sp>
              </p:grpSp>
              <p:grpSp>
                <p:nvGrpSpPr>
                  <p:cNvPr id="626863" name="Group 175"/>
                  <p:cNvGrpSpPr>
                    <a:grpSpLocks/>
                  </p:cNvGrpSpPr>
                  <p:nvPr/>
                </p:nvGrpSpPr>
                <p:grpSpPr bwMode="auto">
                  <a:xfrm flipV="1">
                    <a:off x="2319" y="930"/>
                    <a:ext cx="221" cy="87"/>
                    <a:chOff x="2848" y="848"/>
                    <a:chExt cx="140" cy="98"/>
                  </a:xfrm>
                </p:grpSpPr>
                <p:sp>
                  <p:nvSpPr>
                    <p:cNvPr id="626864" name="Line 176"/>
                    <p:cNvSpPr>
                      <a:spLocks noChangeShapeType="1"/>
                    </p:cNvSpPr>
                    <p:nvPr/>
                  </p:nvSpPr>
                  <p:spPr bwMode="auto">
                    <a:xfrm flipV="1">
                      <a:off x="2848" y="848"/>
                      <a:ext cx="50" cy="2"/>
                    </a:xfrm>
                    <a:prstGeom prst="line">
                      <a:avLst/>
                    </a:prstGeom>
                    <a:noFill/>
                    <a:ln w="28575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en-NZ"/>
                    </a:p>
                  </p:txBody>
                </p:sp>
                <p:sp>
                  <p:nvSpPr>
                    <p:cNvPr id="626865" name="Line 177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2944" y="946"/>
                      <a:ext cx="44" cy="0"/>
                    </a:xfrm>
                    <a:prstGeom prst="line">
                      <a:avLst/>
                    </a:prstGeom>
                    <a:noFill/>
                    <a:ln w="28575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en-NZ"/>
                    </a:p>
                  </p:txBody>
                </p:sp>
                <p:sp>
                  <p:nvSpPr>
                    <p:cNvPr id="626866" name="Line 178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2894" y="850"/>
                      <a:ext cx="52" cy="96"/>
                    </a:xfrm>
                    <a:prstGeom prst="line">
                      <a:avLst/>
                    </a:prstGeom>
                    <a:noFill/>
                    <a:ln w="28575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en-NZ"/>
                    </a:p>
                  </p:txBody>
                </p:sp>
              </p:grpSp>
            </p:grpSp>
            <p:sp>
              <p:nvSpPr>
                <p:cNvPr id="626867" name="Text Box 179"/>
                <p:cNvSpPr txBox="1">
                  <a:spLocks noChangeArrowheads="1"/>
                </p:cNvSpPr>
                <p:nvPr/>
              </p:nvSpPr>
              <p:spPr bwMode="auto">
                <a:xfrm>
                  <a:off x="2010" y="728"/>
                  <a:ext cx="220" cy="231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/>
                <a:p>
                  <a:r>
                    <a:rPr lang="en-US" altLang="en-US"/>
                    <a:t>D</a:t>
                  </a:r>
                </a:p>
              </p:txBody>
            </p:sp>
          </p:grpSp>
          <p:sp>
            <p:nvSpPr>
              <p:cNvPr id="626868" name="Text Box 180"/>
              <p:cNvSpPr txBox="1">
                <a:spLocks noChangeArrowheads="1"/>
              </p:cNvSpPr>
              <p:nvPr/>
            </p:nvSpPr>
            <p:spPr bwMode="auto">
              <a:xfrm>
                <a:off x="4227513" y="2863850"/>
                <a:ext cx="623887" cy="3365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 altLang="en-US" sz="1600">
                    <a:solidFill>
                      <a:srgbClr val="FF0000"/>
                    </a:solidFill>
                  </a:rPr>
                  <a:t>IPv4</a:t>
                </a:r>
              </a:p>
            </p:txBody>
          </p:sp>
          <p:sp>
            <p:nvSpPr>
              <p:cNvPr id="626869" name="Text Box 181"/>
              <p:cNvSpPr txBox="1">
                <a:spLocks noChangeArrowheads="1"/>
              </p:cNvSpPr>
              <p:nvPr/>
            </p:nvSpPr>
            <p:spPr bwMode="auto">
              <a:xfrm>
                <a:off x="5221288" y="2865438"/>
                <a:ext cx="623887" cy="3365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 altLang="en-US" sz="1600">
                    <a:solidFill>
                      <a:srgbClr val="FF0000"/>
                    </a:solidFill>
                  </a:rPr>
                  <a:t>IPv4</a:t>
                </a:r>
              </a:p>
            </p:txBody>
          </p:sp>
          <p:grpSp>
            <p:nvGrpSpPr>
              <p:cNvPr id="626870" name="Group 182"/>
              <p:cNvGrpSpPr>
                <a:grpSpLocks/>
              </p:cNvGrpSpPr>
              <p:nvPr/>
            </p:nvGrpSpPr>
            <p:grpSpPr bwMode="auto">
              <a:xfrm>
                <a:off x="2557463" y="3259138"/>
                <a:ext cx="793750" cy="1441450"/>
                <a:chOff x="4869" y="143"/>
                <a:chExt cx="500" cy="908"/>
              </a:xfrm>
            </p:grpSpPr>
            <p:sp>
              <p:nvSpPr>
                <p:cNvPr id="626871" name="Rectangle 183"/>
                <p:cNvSpPr>
                  <a:spLocks noChangeArrowheads="1"/>
                </p:cNvSpPr>
                <p:nvPr/>
              </p:nvSpPr>
              <p:spPr bwMode="auto">
                <a:xfrm>
                  <a:off x="4893" y="143"/>
                  <a:ext cx="462" cy="908"/>
                </a:xfrm>
                <a:prstGeom prst="rect">
                  <a:avLst/>
                </a:prstGeom>
                <a:solidFill>
                  <a:schemeClr val="bg1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NZ"/>
                </a:p>
              </p:txBody>
            </p:sp>
            <p:sp>
              <p:nvSpPr>
                <p:cNvPr id="626872" name="Text Box 184"/>
                <p:cNvSpPr txBox="1">
                  <a:spLocks noChangeArrowheads="1"/>
                </p:cNvSpPr>
                <p:nvPr/>
              </p:nvSpPr>
              <p:spPr bwMode="auto">
                <a:xfrm>
                  <a:off x="4869" y="163"/>
                  <a:ext cx="500" cy="862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/>
                <a:p>
                  <a:r>
                    <a:rPr lang="en-US" altLang="en-US" sz="1400" dirty="0"/>
                    <a:t>Flow: X</a:t>
                  </a:r>
                </a:p>
                <a:p>
                  <a:r>
                    <a:rPr lang="en-US" altLang="en-US" sz="1400" dirty="0" err="1"/>
                    <a:t>Src</a:t>
                  </a:r>
                  <a:r>
                    <a:rPr lang="en-US" altLang="en-US" sz="1400" dirty="0"/>
                    <a:t>: A</a:t>
                  </a:r>
                </a:p>
                <a:p>
                  <a:r>
                    <a:rPr lang="en-US" altLang="en-US" sz="1400" dirty="0" err="1"/>
                    <a:t>Dest</a:t>
                  </a:r>
                  <a:r>
                    <a:rPr lang="en-US" altLang="en-US" sz="1400" dirty="0"/>
                    <a:t>: F</a:t>
                  </a:r>
                </a:p>
                <a:p>
                  <a:endParaRPr lang="en-US" altLang="en-US" sz="1400" dirty="0"/>
                </a:p>
                <a:p>
                  <a:endParaRPr lang="en-US" altLang="en-US" sz="1400" dirty="0"/>
                </a:p>
                <a:p>
                  <a:r>
                    <a:rPr lang="en-US" altLang="en-US" sz="1400" dirty="0"/>
                    <a:t>data</a:t>
                  </a:r>
                </a:p>
              </p:txBody>
            </p:sp>
          </p:grpSp>
          <p:grpSp>
            <p:nvGrpSpPr>
              <p:cNvPr id="626873" name="Group 185"/>
              <p:cNvGrpSpPr>
                <a:grpSpLocks/>
              </p:cNvGrpSpPr>
              <p:nvPr/>
            </p:nvGrpSpPr>
            <p:grpSpPr bwMode="auto">
              <a:xfrm>
                <a:off x="6710363" y="3271838"/>
                <a:ext cx="793750" cy="1441450"/>
                <a:chOff x="4869" y="143"/>
                <a:chExt cx="500" cy="908"/>
              </a:xfrm>
            </p:grpSpPr>
            <p:sp>
              <p:nvSpPr>
                <p:cNvPr id="626874" name="Rectangle 186"/>
                <p:cNvSpPr>
                  <a:spLocks noChangeArrowheads="1"/>
                </p:cNvSpPr>
                <p:nvPr/>
              </p:nvSpPr>
              <p:spPr bwMode="auto">
                <a:xfrm>
                  <a:off x="4893" y="143"/>
                  <a:ext cx="462" cy="908"/>
                </a:xfrm>
                <a:prstGeom prst="rect">
                  <a:avLst/>
                </a:prstGeom>
                <a:solidFill>
                  <a:schemeClr val="bg1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NZ"/>
                </a:p>
              </p:txBody>
            </p:sp>
            <p:sp>
              <p:nvSpPr>
                <p:cNvPr id="626875" name="Text Box 187"/>
                <p:cNvSpPr txBox="1">
                  <a:spLocks noChangeArrowheads="1"/>
                </p:cNvSpPr>
                <p:nvPr/>
              </p:nvSpPr>
              <p:spPr bwMode="auto">
                <a:xfrm>
                  <a:off x="4869" y="163"/>
                  <a:ext cx="500" cy="862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/>
                <a:p>
                  <a:r>
                    <a:rPr lang="en-US" altLang="en-US" sz="1400"/>
                    <a:t>Flow: X</a:t>
                  </a:r>
                </a:p>
                <a:p>
                  <a:r>
                    <a:rPr lang="en-US" altLang="en-US" sz="1400"/>
                    <a:t>Src: A</a:t>
                  </a:r>
                </a:p>
                <a:p>
                  <a:r>
                    <a:rPr lang="en-US" altLang="en-US" sz="1400"/>
                    <a:t>Dest: F</a:t>
                  </a:r>
                </a:p>
                <a:p>
                  <a:endParaRPr lang="en-US" altLang="en-US" sz="1400"/>
                </a:p>
                <a:p>
                  <a:endParaRPr lang="en-US" altLang="en-US" sz="1400"/>
                </a:p>
                <a:p>
                  <a:r>
                    <a:rPr lang="en-US" altLang="en-US" sz="1400"/>
                    <a:t>data</a:t>
                  </a:r>
                </a:p>
              </p:txBody>
            </p:sp>
          </p:grpSp>
          <p:grpSp>
            <p:nvGrpSpPr>
              <p:cNvPr id="626876" name="Group 188"/>
              <p:cNvGrpSpPr>
                <a:grpSpLocks/>
              </p:cNvGrpSpPr>
              <p:nvPr/>
            </p:nvGrpSpPr>
            <p:grpSpPr bwMode="auto">
              <a:xfrm>
                <a:off x="3598863" y="3254375"/>
                <a:ext cx="984250" cy="2198688"/>
                <a:chOff x="4943" y="2152"/>
                <a:chExt cx="620" cy="1385"/>
              </a:xfrm>
            </p:grpSpPr>
            <p:sp>
              <p:nvSpPr>
                <p:cNvPr id="626877" name="Rectangle 189"/>
                <p:cNvSpPr>
                  <a:spLocks noChangeArrowheads="1"/>
                </p:cNvSpPr>
                <p:nvPr/>
              </p:nvSpPr>
              <p:spPr bwMode="auto">
                <a:xfrm>
                  <a:off x="4980" y="2155"/>
                  <a:ext cx="583" cy="1382"/>
                </a:xfrm>
                <a:prstGeom prst="rect">
                  <a:avLst/>
                </a:prstGeom>
                <a:solidFill>
                  <a:srgbClr val="FF0000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NZ"/>
                </a:p>
              </p:txBody>
            </p:sp>
            <p:grpSp>
              <p:nvGrpSpPr>
                <p:cNvPr id="626878" name="Group 190"/>
                <p:cNvGrpSpPr>
                  <a:grpSpLocks/>
                </p:cNvGrpSpPr>
                <p:nvPr/>
              </p:nvGrpSpPr>
              <p:grpSpPr bwMode="auto">
                <a:xfrm>
                  <a:off x="5001" y="2538"/>
                  <a:ext cx="500" cy="908"/>
                  <a:chOff x="4869" y="143"/>
                  <a:chExt cx="500" cy="908"/>
                </a:xfrm>
              </p:grpSpPr>
              <p:sp>
                <p:nvSpPr>
                  <p:cNvPr id="626879" name="Rectangle 191"/>
                  <p:cNvSpPr>
                    <a:spLocks noChangeArrowheads="1"/>
                  </p:cNvSpPr>
                  <p:nvPr/>
                </p:nvSpPr>
                <p:spPr bwMode="auto">
                  <a:xfrm>
                    <a:off x="4893" y="143"/>
                    <a:ext cx="462" cy="908"/>
                  </a:xfrm>
                  <a:prstGeom prst="rect">
                    <a:avLst/>
                  </a:prstGeom>
                  <a:solidFill>
                    <a:schemeClr val="bg1"/>
                  </a:solidFill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NZ"/>
                  </a:p>
                </p:txBody>
              </p:sp>
              <p:sp>
                <p:nvSpPr>
                  <p:cNvPr id="626880" name="Text Box 192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4869" y="163"/>
                    <a:ext cx="500" cy="862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>
                    <a:spAutoFit/>
                  </a:bodyPr>
                  <a:lstStyle/>
                  <a:p>
                    <a:r>
                      <a:rPr lang="en-US" altLang="en-US" sz="1400"/>
                      <a:t>Flow: X</a:t>
                    </a:r>
                  </a:p>
                  <a:p>
                    <a:r>
                      <a:rPr lang="en-US" altLang="en-US" sz="1400"/>
                      <a:t>Src: A</a:t>
                    </a:r>
                  </a:p>
                  <a:p>
                    <a:r>
                      <a:rPr lang="en-US" altLang="en-US" sz="1400"/>
                      <a:t>Dest: F</a:t>
                    </a:r>
                  </a:p>
                  <a:p>
                    <a:endParaRPr lang="en-US" altLang="en-US" sz="1400"/>
                  </a:p>
                  <a:p>
                    <a:endParaRPr lang="en-US" altLang="en-US" sz="1400"/>
                  </a:p>
                  <a:p>
                    <a:r>
                      <a:rPr lang="en-US" altLang="en-US" sz="1400"/>
                      <a:t>data</a:t>
                    </a:r>
                  </a:p>
                </p:txBody>
              </p:sp>
            </p:grpSp>
            <p:sp>
              <p:nvSpPr>
                <p:cNvPr id="626881" name="Text Box 193"/>
                <p:cNvSpPr txBox="1">
                  <a:spLocks noChangeArrowheads="1"/>
                </p:cNvSpPr>
                <p:nvPr/>
              </p:nvSpPr>
              <p:spPr bwMode="auto">
                <a:xfrm>
                  <a:off x="4943" y="2152"/>
                  <a:ext cx="613" cy="404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/>
                <a:p>
                  <a:r>
                    <a:rPr lang="en-US" altLang="en-US" dirty="0" err="1">
                      <a:solidFill>
                        <a:schemeClr val="bg1"/>
                      </a:solidFill>
                    </a:rPr>
                    <a:t>Src</a:t>
                  </a:r>
                  <a:r>
                    <a:rPr lang="en-US" altLang="en-US" dirty="0">
                      <a:solidFill>
                        <a:schemeClr val="bg1"/>
                      </a:solidFill>
                    </a:rPr>
                    <a:t>: B</a:t>
                  </a:r>
                </a:p>
                <a:p>
                  <a:r>
                    <a:rPr lang="en-US" altLang="en-US" dirty="0" err="1">
                      <a:solidFill>
                        <a:schemeClr val="bg1"/>
                      </a:solidFill>
                    </a:rPr>
                    <a:t>Dest</a:t>
                  </a:r>
                  <a:r>
                    <a:rPr lang="en-US" altLang="en-US" dirty="0">
                      <a:solidFill>
                        <a:schemeClr val="bg1"/>
                      </a:solidFill>
                    </a:rPr>
                    <a:t>: E</a:t>
                  </a:r>
                </a:p>
              </p:txBody>
            </p:sp>
          </p:grpSp>
          <p:sp>
            <p:nvSpPr>
              <p:cNvPr id="626882" name="Line 194"/>
              <p:cNvSpPr>
                <a:spLocks noChangeShapeType="1"/>
              </p:cNvSpPr>
              <p:nvPr/>
            </p:nvSpPr>
            <p:spPr bwMode="auto">
              <a:xfrm>
                <a:off x="2603500" y="3162300"/>
                <a:ext cx="688975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en-NZ"/>
              </a:p>
            </p:txBody>
          </p:sp>
          <p:sp>
            <p:nvSpPr>
              <p:cNvPr id="626883" name="Line 195"/>
              <p:cNvSpPr>
                <a:spLocks noChangeShapeType="1"/>
              </p:cNvSpPr>
              <p:nvPr/>
            </p:nvSpPr>
            <p:spPr bwMode="auto">
              <a:xfrm>
                <a:off x="3722688" y="3165475"/>
                <a:ext cx="688975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en-NZ"/>
              </a:p>
            </p:txBody>
          </p:sp>
          <p:sp>
            <p:nvSpPr>
              <p:cNvPr id="626884" name="Line 196"/>
              <p:cNvSpPr>
                <a:spLocks noChangeShapeType="1"/>
              </p:cNvSpPr>
              <p:nvPr/>
            </p:nvSpPr>
            <p:spPr bwMode="auto">
              <a:xfrm>
                <a:off x="5757863" y="3167063"/>
                <a:ext cx="688975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en-NZ"/>
              </a:p>
            </p:txBody>
          </p:sp>
          <p:sp>
            <p:nvSpPr>
              <p:cNvPr id="626885" name="Line 197"/>
              <p:cNvSpPr>
                <a:spLocks noChangeShapeType="1"/>
              </p:cNvSpPr>
              <p:nvPr/>
            </p:nvSpPr>
            <p:spPr bwMode="auto">
              <a:xfrm>
                <a:off x="6813550" y="3168650"/>
                <a:ext cx="688975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en-NZ"/>
              </a:p>
            </p:txBody>
          </p:sp>
          <p:grpSp>
            <p:nvGrpSpPr>
              <p:cNvPr id="626886" name="Group 198"/>
              <p:cNvGrpSpPr>
                <a:grpSpLocks/>
              </p:cNvGrpSpPr>
              <p:nvPr/>
            </p:nvGrpSpPr>
            <p:grpSpPr bwMode="auto">
              <a:xfrm>
                <a:off x="5611813" y="3257550"/>
                <a:ext cx="984250" cy="2198688"/>
                <a:chOff x="4943" y="2152"/>
                <a:chExt cx="620" cy="1385"/>
              </a:xfrm>
            </p:grpSpPr>
            <p:sp>
              <p:nvSpPr>
                <p:cNvPr id="626887" name="Rectangle 199"/>
                <p:cNvSpPr>
                  <a:spLocks noChangeArrowheads="1"/>
                </p:cNvSpPr>
                <p:nvPr/>
              </p:nvSpPr>
              <p:spPr bwMode="auto">
                <a:xfrm>
                  <a:off x="4980" y="2155"/>
                  <a:ext cx="583" cy="1382"/>
                </a:xfrm>
                <a:prstGeom prst="rect">
                  <a:avLst/>
                </a:prstGeom>
                <a:solidFill>
                  <a:srgbClr val="FF0000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NZ"/>
                </a:p>
              </p:txBody>
            </p:sp>
            <p:grpSp>
              <p:nvGrpSpPr>
                <p:cNvPr id="626888" name="Group 200"/>
                <p:cNvGrpSpPr>
                  <a:grpSpLocks/>
                </p:cNvGrpSpPr>
                <p:nvPr/>
              </p:nvGrpSpPr>
              <p:grpSpPr bwMode="auto">
                <a:xfrm>
                  <a:off x="5001" y="2538"/>
                  <a:ext cx="500" cy="908"/>
                  <a:chOff x="4869" y="143"/>
                  <a:chExt cx="500" cy="908"/>
                </a:xfrm>
              </p:grpSpPr>
              <p:sp>
                <p:nvSpPr>
                  <p:cNvPr id="626889" name="Rectangle 201"/>
                  <p:cNvSpPr>
                    <a:spLocks noChangeArrowheads="1"/>
                  </p:cNvSpPr>
                  <p:nvPr/>
                </p:nvSpPr>
                <p:spPr bwMode="auto">
                  <a:xfrm>
                    <a:off x="4893" y="143"/>
                    <a:ext cx="462" cy="908"/>
                  </a:xfrm>
                  <a:prstGeom prst="rect">
                    <a:avLst/>
                  </a:prstGeom>
                  <a:solidFill>
                    <a:schemeClr val="bg1"/>
                  </a:solidFill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NZ"/>
                  </a:p>
                </p:txBody>
              </p:sp>
              <p:sp>
                <p:nvSpPr>
                  <p:cNvPr id="626890" name="Text Box 202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4869" y="163"/>
                    <a:ext cx="500" cy="862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>
                    <a:spAutoFit/>
                  </a:bodyPr>
                  <a:lstStyle/>
                  <a:p>
                    <a:r>
                      <a:rPr lang="en-US" altLang="en-US" sz="1400"/>
                      <a:t>Flow: X</a:t>
                    </a:r>
                  </a:p>
                  <a:p>
                    <a:r>
                      <a:rPr lang="en-US" altLang="en-US" sz="1400"/>
                      <a:t>Src: A</a:t>
                    </a:r>
                  </a:p>
                  <a:p>
                    <a:r>
                      <a:rPr lang="en-US" altLang="en-US" sz="1400"/>
                      <a:t>Dest: F</a:t>
                    </a:r>
                  </a:p>
                  <a:p>
                    <a:endParaRPr lang="en-US" altLang="en-US" sz="1400"/>
                  </a:p>
                  <a:p>
                    <a:endParaRPr lang="en-US" altLang="en-US" sz="1400"/>
                  </a:p>
                  <a:p>
                    <a:r>
                      <a:rPr lang="en-US" altLang="en-US" sz="1400"/>
                      <a:t>data</a:t>
                    </a:r>
                  </a:p>
                </p:txBody>
              </p:sp>
            </p:grpSp>
            <p:sp>
              <p:nvSpPr>
                <p:cNvPr id="626891" name="Text Box 203"/>
                <p:cNvSpPr txBox="1">
                  <a:spLocks noChangeArrowheads="1"/>
                </p:cNvSpPr>
                <p:nvPr/>
              </p:nvSpPr>
              <p:spPr bwMode="auto">
                <a:xfrm>
                  <a:off x="4943" y="2152"/>
                  <a:ext cx="613" cy="404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/>
                <a:p>
                  <a:r>
                    <a:rPr lang="en-US" altLang="en-US">
                      <a:solidFill>
                        <a:schemeClr val="bg1"/>
                      </a:solidFill>
                    </a:rPr>
                    <a:t>Src:B</a:t>
                  </a:r>
                </a:p>
                <a:p>
                  <a:r>
                    <a:rPr lang="en-US" altLang="en-US">
                      <a:solidFill>
                        <a:schemeClr val="bg1"/>
                      </a:solidFill>
                    </a:rPr>
                    <a:t>Dest: E</a:t>
                  </a:r>
                </a:p>
              </p:txBody>
            </p:sp>
          </p:grpSp>
          <p:sp>
            <p:nvSpPr>
              <p:cNvPr id="626892" name="Text Box 204"/>
              <p:cNvSpPr txBox="1">
                <a:spLocks noChangeArrowheads="1"/>
              </p:cNvSpPr>
              <p:nvPr/>
            </p:nvSpPr>
            <p:spPr bwMode="auto">
              <a:xfrm>
                <a:off x="2520950" y="5621338"/>
                <a:ext cx="892175" cy="58102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ctr"/>
                <a:r>
                  <a:rPr lang="en-US" altLang="en-US" sz="1600"/>
                  <a:t>A-to-B:</a:t>
                </a:r>
              </a:p>
              <a:p>
                <a:pPr algn="ctr"/>
                <a:r>
                  <a:rPr lang="en-US" altLang="en-US" sz="1600"/>
                  <a:t>IPv6</a:t>
                </a:r>
              </a:p>
            </p:txBody>
          </p:sp>
          <p:sp>
            <p:nvSpPr>
              <p:cNvPr id="626893" name="Line 205"/>
              <p:cNvSpPr>
                <a:spLocks noChangeShapeType="1"/>
              </p:cNvSpPr>
              <p:nvPr/>
            </p:nvSpPr>
            <p:spPr bwMode="auto">
              <a:xfrm>
                <a:off x="2946400" y="4916488"/>
                <a:ext cx="0" cy="78581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 type="triangle" w="med" len="med"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en-NZ"/>
              </a:p>
            </p:txBody>
          </p:sp>
          <p:sp>
            <p:nvSpPr>
              <p:cNvPr id="626894" name="Text Box 206"/>
              <p:cNvSpPr txBox="1">
                <a:spLocks noChangeArrowheads="1"/>
              </p:cNvSpPr>
              <p:nvPr/>
            </p:nvSpPr>
            <p:spPr bwMode="auto">
              <a:xfrm>
                <a:off x="6794500" y="5634038"/>
                <a:ext cx="865188" cy="58102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ctr"/>
                <a:r>
                  <a:rPr lang="en-US" altLang="en-US" sz="1600"/>
                  <a:t>E-to-F:</a:t>
                </a:r>
              </a:p>
              <a:p>
                <a:pPr algn="ctr"/>
                <a:r>
                  <a:rPr lang="en-US" altLang="en-US" sz="1600"/>
                  <a:t>IPv6</a:t>
                </a:r>
              </a:p>
            </p:txBody>
          </p:sp>
          <p:sp>
            <p:nvSpPr>
              <p:cNvPr id="626895" name="Line 207"/>
              <p:cNvSpPr>
                <a:spLocks noChangeShapeType="1"/>
              </p:cNvSpPr>
              <p:nvPr/>
            </p:nvSpPr>
            <p:spPr bwMode="auto">
              <a:xfrm>
                <a:off x="7207250" y="4929188"/>
                <a:ext cx="0" cy="78581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 type="triangle" w="med" len="med"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en-NZ"/>
              </a:p>
            </p:txBody>
          </p:sp>
          <p:sp>
            <p:nvSpPr>
              <p:cNvPr id="626897" name="Line 209"/>
              <p:cNvSpPr>
                <a:spLocks noChangeShapeType="1"/>
              </p:cNvSpPr>
              <p:nvPr/>
            </p:nvSpPr>
            <p:spPr bwMode="auto">
              <a:xfrm>
                <a:off x="4108450" y="5510213"/>
                <a:ext cx="0" cy="18415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 type="triangle" w="med" len="med"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en-NZ"/>
              </a:p>
            </p:txBody>
          </p:sp>
          <p:sp>
            <p:nvSpPr>
              <p:cNvPr id="626899" name="Line 211"/>
              <p:cNvSpPr>
                <a:spLocks noChangeShapeType="1"/>
              </p:cNvSpPr>
              <p:nvPr/>
            </p:nvSpPr>
            <p:spPr bwMode="auto">
              <a:xfrm>
                <a:off x="6134100" y="5522913"/>
                <a:ext cx="0" cy="18415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 type="triangle" w="med" len="med"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en-NZ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1141097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D31C5B-7163-6D5D-CE0F-461D1C9505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Address aggregation</a:t>
            </a:r>
          </a:p>
        </p:txBody>
      </p:sp>
      <p:pic>
        <p:nvPicPr>
          <p:cNvPr id="6" name="Content Placeholder 5" descr="A diagram of a chatbot&#10;&#10;AI-generated content may be incorrect.">
            <a:extLst>
              <a:ext uri="{FF2B5EF4-FFF2-40B4-BE49-F238E27FC236}">
                <a16:creationId xmlns:a16="http://schemas.microsoft.com/office/drawing/2014/main" id="{C807EA44-51D3-6481-C02B-28A0820A5A5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1090297"/>
            <a:ext cx="8229600" cy="5134606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49C180A-68ED-50B9-1502-0F6E1A331D4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DACE9E11-39C8-4E20-894F-A4A883CCF6EF}" type="slidenum">
              <a:rPr lang="en-US" smtClean="0"/>
              <a:pPr>
                <a:defRPr/>
              </a:pPr>
              <a:t>55</a:t>
            </a:fld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B2DE9A4-08C1-5E1D-E8B9-8F6A1D583F12}"/>
              </a:ext>
            </a:extLst>
          </p:cNvPr>
          <p:cNvSpPr txBox="1"/>
          <p:nvPr/>
        </p:nvSpPr>
        <p:spPr>
          <a:xfrm>
            <a:off x="3352800" y="6224903"/>
            <a:ext cx="27109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Source: [Kurose &amp; Ross]</a:t>
            </a:r>
          </a:p>
        </p:txBody>
      </p:sp>
    </p:spTree>
    <p:extLst>
      <p:ext uri="{BB962C8B-B14F-4D97-AF65-F5344CB8AC3E}">
        <p14:creationId xmlns:p14="http://schemas.microsoft.com/office/powerpoint/2010/main" val="2511721635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1E7FCE-EEA8-77AB-5D67-0D5F1E4113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92264F-0464-E645-FE44-936D4EE798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Address aggregation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8CB5B65-0454-9E7B-1176-141968E91F9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DACE9E11-39C8-4E20-894F-A4A883CCF6EF}" type="slidenum">
              <a:rPr lang="en-US" smtClean="0"/>
              <a:pPr>
                <a:defRPr/>
              </a:pPr>
              <a:t>56</a:t>
            </a:fld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BD7A566-CBE3-8E72-C9B1-42EC6514E346}"/>
              </a:ext>
            </a:extLst>
          </p:cNvPr>
          <p:cNvSpPr txBox="1"/>
          <p:nvPr/>
        </p:nvSpPr>
        <p:spPr>
          <a:xfrm>
            <a:off x="3352800" y="6224903"/>
            <a:ext cx="27109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Source: [Kurose &amp; Ross]</a:t>
            </a:r>
          </a:p>
        </p:txBody>
      </p:sp>
      <p:pic>
        <p:nvPicPr>
          <p:cNvPr id="9" name="Content Placeholder 8" descr="A white sheet with numbers and digits&#10;&#10;AI-generated content may be incorrect.">
            <a:extLst>
              <a:ext uri="{FF2B5EF4-FFF2-40B4-BE49-F238E27FC236}">
                <a16:creationId xmlns:a16="http://schemas.microsoft.com/office/drawing/2014/main" id="{A2E827F0-F47A-2DB7-8BA9-B9DC03315A5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5824" y="1073654"/>
            <a:ext cx="8229600" cy="2599924"/>
          </a:xfrm>
        </p:spPr>
      </p:pic>
    </p:spTree>
    <p:extLst>
      <p:ext uri="{BB962C8B-B14F-4D97-AF65-F5344CB8AC3E}">
        <p14:creationId xmlns:p14="http://schemas.microsoft.com/office/powerpoint/2010/main" val="724258492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E18EFC-C9B9-DB21-A167-BBF495273F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Address aggregation</a:t>
            </a:r>
          </a:p>
        </p:txBody>
      </p:sp>
      <p:pic>
        <p:nvPicPr>
          <p:cNvPr id="6" name="Content Placeholder 5" descr="A diagram of a flowchart&#10;&#10;AI-generated content may be incorrect.">
            <a:extLst>
              <a:ext uri="{FF2B5EF4-FFF2-40B4-BE49-F238E27FC236}">
                <a16:creationId xmlns:a16="http://schemas.microsoft.com/office/drawing/2014/main" id="{98A413C2-4518-0059-E88D-C51B0030D9E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1232161"/>
            <a:ext cx="8229600" cy="4850878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CBBE28C-196F-1E53-C2DE-75E2876CA79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DACE9E11-39C8-4E20-894F-A4A883CCF6EF}" type="slidenum">
              <a:rPr lang="en-US" smtClean="0"/>
              <a:pPr>
                <a:defRPr/>
              </a:pPr>
              <a:t>57</a:t>
            </a:fld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3D1661A-FB1C-72ED-1F67-926D2F1E9788}"/>
              </a:ext>
            </a:extLst>
          </p:cNvPr>
          <p:cNvSpPr txBox="1"/>
          <p:nvPr/>
        </p:nvSpPr>
        <p:spPr>
          <a:xfrm>
            <a:off x="3352800" y="6224903"/>
            <a:ext cx="27109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Source: [Kurose &amp; Ross]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CDDE073-0FA2-AB50-010C-49790B7DBF42}"/>
              </a:ext>
            </a:extLst>
          </p:cNvPr>
          <p:cNvSpPr txBox="1"/>
          <p:nvPr/>
        </p:nvSpPr>
        <p:spPr>
          <a:xfrm>
            <a:off x="108322" y="5855571"/>
            <a:ext cx="91999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Apply longest address prefix match if there are multiple matches in the forwarding table. </a:t>
            </a:r>
          </a:p>
        </p:txBody>
      </p:sp>
    </p:spTree>
    <p:extLst>
      <p:ext uri="{BB962C8B-B14F-4D97-AF65-F5344CB8AC3E}">
        <p14:creationId xmlns:p14="http://schemas.microsoft.com/office/powerpoint/2010/main" val="1305200437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3441A6-B824-AD31-8450-327115B20C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Obtaining addresses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F79970-530F-7CD6-275D-CE5DC6BA22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An organization can obtain a block of IP addresses from its ISP;</a:t>
            </a:r>
          </a:p>
          <a:p>
            <a:r>
              <a:rPr lang="en-US" dirty="0"/>
              <a:t>ISP obtains addresses from Internet registries (local: ARIN, RIPE, APNIC, LACNIC; or global: ICANN)</a:t>
            </a:r>
          </a:p>
          <a:p>
            <a:r>
              <a:rPr lang="en-US" dirty="0"/>
              <a:t>A host typically obtains its IP address from a DHCP server or by manual configuration.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372738E-CBE1-7E7B-F704-61CCBECEDA9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DACE9E11-39C8-4E20-894F-A4A883CCF6EF}" type="slidenum">
              <a:rPr lang="en-US" smtClean="0"/>
              <a:pPr>
                <a:defRPr/>
              </a:pPr>
              <a:t>58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1984357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NZ" dirty="0"/>
              <a:t>References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GB" sz="2600" dirty="0"/>
              <a:t>William Stallings, Data and Computer Communications, Pearson, 10</a:t>
            </a:r>
            <a:r>
              <a:rPr lang="en-GB" sz="2600" baseline="30000" dirty="0"/>
              <a:t>th</a:t>
            </a:r>
            <a:r>
              <a:rPr lang="en-GB" sz="2600" dirty="0"/>
              <a:t> edition, 2013. </a:t>
            </a:r>
          </a:p>
          <a:p>
            <a:pPr lvl="1">
              <a:spcBef>
                <a:spcPts val="600"/>
              </a:spcBef>
              <a:spcAft>
                <a:spcPts val="600"/>
              </a:spcAft>
            </a:pPr>
            <a:r>
              <a:rPr lang="en-GB" sz="2200" dirty="0"/>
              <a:t>Chapter 19 Routing (19.3)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GB" sz="2600" dirty="0"/>
              <a:t>Andrew S. Tanenbaum &amp; David J. Wetherall, Computer Networks, Prentice Hall, 5</a:t>
            </a:r>
            <a:r>
              <a:rPr lang="en-GB" sz="2600" baseline="30000" dirty="0"/>
              <a:t>th</a:t>
            </a:r>
            <a:r>
              <a:rPr lang="en-GB" sz="2600" dirty="0"/>
              <a:t> edition, 2010.</a:t>
            </a:r>
          </a:p>
          <a:p>
            <a:pPr lvl="1">
              <a:spcBef>
                <a:spcPts val="600"/>
              </a:spcBef>
              <a:spcAft>
                <a:spcPts val="600"/>
              </a:spcAft>
            </a:pPr>
            <a:r>
              <a:rPr lang="en-GB" sz="2200" dirty="0"/>
              <a:t>Chapter 5 The Network Layer (5.6)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GB" sz="2600" dirty="0"/>
              <a:t>James F. Kurose &amp; Keith W. Ross, Computer networking: a top-down approach featuring the Internet, Addison Wesley, 3</a:t>
            </a:r>
            <a:r>
              <a:rPr lang="en-GB" sz="2600" baseline="30000" dirty="0"/>
              <a:t>rd</a:t>
            </a:r>
            <a:r>
              <a:rPr lang="en-GB" sz="2600" dirty="0"/>
              <a:t> edition, 2005. ​</a:t>
            </a:r>
          </a:p>
          <a:p>
            <a:pPr lvl="1">
              <a:spcBef>
                <a:spcPts val="600"/>
              </a:spcBef>
              <a:spcAft>
                <a:spcPts val="600"/>
              </a:spcAft>
            </a:pPr>
            <a:r>
              <a:rPr lang="en-GB" sz="2200" dirty="0"/>
              <a:t>Chapter 4 The Network Layer (4.6)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DACE9E11-39C8-4E20-894F-A4A883CCF6EF}" type="slidenum">
              <a:rPr lang="en-US" smtClean="0"/>
              <a:pPr>
                <a:defRPr/>
              </a:pPr>
              <a:t>59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52110861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NZ" dirty="0"/>
              <a:t>Acknowledgements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NZ" sz="3000" dirty="0"/>
              <a:t>Lecture notes are developed based on slides from the following three sources:</a:t>
            </a:r>
          </a:p>
          <a:p>
            <a:pPr lvl="1">
              <a:spcBef>
                <a:spcPts val="600"/>
              </a:spcBef>
              <a:spcAft>
                <a:spcPts val="600"/>
              </a:spcAft>
            </a:pPr>
            <a:r>
              <a:rPr lang="en-NZ" dirty="0"/>
              <a:t>Dr </a:t>
            </a:r>
            <a:r>
              <a:rPr lang="en-NZ" dirty="0" err="1"/>
              <a:t>Mengmeng</a:t>
            </a:r>
            <a:r>
              <a:rPr lang="en-NZ"/>
              <a:t> Ge’s </a:t>
            </a:r>
            <a:r>
              <a:rPr lang="en-NZ" dirty="0"/>
              <a:t>lecture notes for COSC264, University of Canterbury, 2023</a:t>
            </a:r>
          </a:p>
          <a:p>
            <a:pPr lvl="1">
              <a:spcBef>
                <a:spcPts val="600"/>
              </a:spcBef>
              <a:spcAft>
                <a:spcPts val="600"/>
              </a:spcAft>
            </a:pPr>
            <a:r>
              <a:rPr lang="en-NZ" dirty="0"/>
              <a:t>Assoc Prof Dan Kim’s lecture notes for COSC264, University of Canterbury, 2017</a:t>
            </a:r>
          </a:p>
          <a:p>
            <a:pPr lvl="1">
              <a:spcBef>
                <a:spcPts val="600"/>
              </a:spcBef>
              <a:spcAft>
                <a:spcPts val="600"/>
              </a:spcAft>
            </a:pPr>
            <a:r>
              <a:rPr lang="en-NZ" dirty="0"/>
              <a:t>Prof Aleksandar Kuzmanovic’s lecture notes for CS340, Northwestern University, 2005, </a:t>
            </a:r>
            <a:r>
              <a:rPr lang="en-NZ" dirty="0">
                <a:hlinkClick r:id="rId2"/>
              </a:rPr>
              <a:t>https://users.cs.northwestern.edu/~akuzma/classes/CS340-w05/lecture_notes.htm</a:t>
            </a:r>
            <a:endParaRPr lang="en-NZ" dirty="0"/>
          </a:p>
          <a:p>
            <a:pPr lvl="1">
              <a:spcBef>
                <a:spcPts val="600"/>
              </a:spcBef>
              <a:spcAft>
                <a:spcPts val="600"/>
              </a:spcAft>
            </a:pPr>
            <a:endParaRPr lang="en-NZ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DACE9E11-39C8-4E20-894F-A4A883CCF6EF}" type="slidenum">
              <a:rPr lang="en-US" smtClean="0"/>
              <a:pPr>
                <a:defRPr/>
              </a:pPr>
              <a:t>60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11239117"/>
      </p:ext>
    </p:extLst>
  </p:cSld>
  <p:clrMapOvr>
    <a:masterClrMapping/>
  </p:clrMapOvr>
</p:sld>
</file>

<file path=ppt/theme/theme1.xml><?xml version="1.0" encoding="utf-8"?>
<a:theme xmlns:a="http://schemas.openxmlformats.org/drawingml/2006/main" name="1_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Palatino Linotype"/>
        <a:ea typeface=""/>
        <a:cs typeface="Arial"/>
      </a:majorFont>
      <a:minorFont>
        <a:latin typeface="Palatino Linotype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/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/>
        </a:defPPr>
      </a:lstStyle>
      <a:style>
        <a:lnRef idx="2">
          <a:schemeClr val="accent2"/>
        </a:lnRef>
        <a:fillRef idx="1">
          <a:schemeClr val="lt1"/>
        </a:fillRef>
        <a:effectRef idx="0">
          <a:schemeClr val="accent2"/>
        </a:effectRef>
        <a:fontRef idx="minor">
          <a:schemeClr val="dk1"/>
        </a:fontRef>
      </a:style>
    </a:spDef>
    <a:lnDef>
      <a:spPr>
        <a:ln w="25400"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22017</TotalTime>
  <Words>6385</Words>
  <Application>Microsoft Macintosh PowerPoint</Application>
  <PresentationFormat>On-screen Show (4:3)</PresentationFormat>
  <Paragraphs>922</Paragraphs>
  <Slides>60</Slides>
  <Notes>51</Notes>
  <HiddenSlides>0</HiddenSlides>
  <MMClips>0</MMClips>
  <ScaleCrop>false</ScaleCrop>
  <HeadingPairs>
    <vt:vector size="8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60</vt:i4>
      </vt:variant>
    </vt:vector>
  </HeadingPairs>
  <TitlesOfParts>
    <vt:vector size="69" baseType="lpstr">
      <vt:lpstr>AvenirNextLTPro-Medium</vt:lpstr>
      <vt:lpstr>ZapfDingbats</vt:lpstr>
      <vt:lpstr>Arial</vt:lpstr>
      <vt:lpstr>Calibri</vt:lpstr>
      <vt:lpstr>Palatino Linotype</vt:lpstr>
      <vt:lpstr>Times New Roman</vt:lpstr>
      <vt:lpstr>Wingdings</vt:lpstr>
      <vt:lpstr>1_Default Design</vt:lpstr>
      <vt:lpstr>Clip</vt:lpstr>
      <vt:lpstr>The Network Layer in the Internet</vt:lpstr>
      <vt:lpstr>Learning Objectives</vt:lpstr>
      <vt:lpstr>Outline</vt:lpstr>
      <vt:lpstr>Subnets</vt:lpstr>
      <vt:lpstr>Subnets (cont.)</vt:lpstr>
      <vt:lpstr>Interconnected Autonomous Systems</vt:lpstr>
      <vt:lpstr>Case 1: Only one gateway router to only one other AS</vt:lpstr>
      <vt:lpstr>Case 2: Two or more links to the other ASs</vt:lpstr>
      <vt:lpstr>Case 2: Two or more links to the other ASs (cont.)</vt:lpstr>
      <vt:lpstr>Case 2: Two or more links to the other ASs (cont.)</vt:lpstr>
      <vt:lpstr>Main steps in adding an outside-AS destination in a router’s forwarding table</vt:lpstr>
      <vt:lpstr>Inter-Autonomous System Routing</vt:lpstr>
      <vt:lpstr>Border Gateway Protocol (BGP)</vt:lpstr>
      <vt:lpstr>BGP Basics</vt:lpstr>
      <vt:lpstr>BGP Basics (cont.)</vt:lpstr>
      <vt:lpstr>Functional Procedures</vt:lpstr>
      <vt:lpstr>Functional Procedures (cont.)</vt:lpstr>
      <vt:lpstr>Functional Procedures (cont.)</vt:lpstr>
      <vt:lpstr>Path Attributes</vt:lpstr>
      <vt:lpstr>BGP Routing Information Exchange - Example</vt:lpstr>
      <vt:lpstr>BGP Routing Information Exchange – Example (cont.)</vt:lpstr>
      <vt:lpstr>BGP Route Selection</vt:lpstr>
      <vt:lpstr>BGP Routing Policy (cont.)</vt:lpstr>
      <vt:lpstr>BGP Routing Policy</vt:lpstr>
      <vt:lpstr>ISP Hierarchy (Optional Content)</vt:lpstr>
      <vt:lpstr>Intra-Autonomous System Routing</vt:lpstr>
      <vt:lpstr>Intra-AS Routing</vt:lpstr>
      <vt:lpstr>Routing Information Protocol (RIP)</vt:lpstr>
      <vt:lpstr>RIP Basics</vt:lpstr>
      <vt:lpstr>RIP Basics (cont.)</vt:lpstr>
      <vt:lpstr>RIP Basics (cont.)</vt:lpstr>
      <vt:lpstr>RIP Basics (cont.)</vt:lpstr>
      <vt:lpstr>RIP Solutions to the Count-to-Infinity Problem</vt:lpstr>
      <vt:lpstr>Open Shortest Path First (OSPF)</vt:lpstr>
      <vt:lpstr>OSFP Basics</vt:lpstr>
      <vt:lpstr>OSPF Basics (cont.)</vt:lpstr>
      <vt:lpstr>Hierarchical OSPF</vt:lpstr>
      <vt:lpstr>Hierarchical OSPF (cont.)</vt:lpstr>
      <vt:lpstr>IP Addresses</vt:lpstr>
      <vt:lpstr>IP addresses are scarce</vt:lpstr>
      <vt:lpstr>Network Address Translation (NAT)</vt:lpstr>
      <vt:lpstr>The Operation of NAT</vt:lpstr>
      <vt:lpstr>The Operation of NAT (cont.)</vt:lpstr>
      <vt:lpstr>Motivations of NAT</vt:lpstr>
      <vt:lpstr>An Example</vt:lpstr>
      <vt:lpstr>NAT is controversial</vt:lpstr>
      <vt:lpstr>CGNAT (Optional Content)</vt:lpstr>
      <vt:lpstr>IPv6 at a glance</vt:lpstr>
      <vt:lpstr>IPv6 Header Format</vt:lpstr>
      <vt:lpstr>IPv4 vs. IPv6</vt:lpstr>
      <vt:lpstr>Some Examples</vt:lpstr>
      <vt:lpstr>Transition From IPv4 To IPv6</vt:lpstr>
      <vt:lpstr>Dual-Stack Approach</vt:lpstr>
      <vt:lpstr>Tunnelling</vt:lpstr>
      <vt:lpstr>Address aggregation</vt:lpstr>
      <vt:lpstr>Address aggregation</vt:lpstr>
      <vt:lpstr>Address aggregation</vt:lpstr>
      <vt:lpstr>Obtaining addresses</vt:lpstr>
      <vt:lpstr>References</vt:lpstr>
      <vt:lpstr>Acknowledgements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ds</dc:creator>
  <cp:lastModifiedBy>Barry Wu</cp:lastModifiedBy>
  <cp:revision>695</cp:revision>
  <cp:lastPrinted>2015-10-13T01:37:47Z</cp:lastPrinted>
  <dcterms:created xsi:type="dcterms:W3CDTF">1601-01-01T00:00:00Z</dcterms:created>
  <dcterms:modified xsi:type="dcterms:W3CDTF">2025-09-17T22:45:53Z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i4>1</vt:i4>
  </property>
  <property fmtid="{D5CDD505-2E9C-101B-9397-08002B2CF9AE}" pid="3" name="MSIP_Label_d2b2326c-f811-4ccc-abcb-1b955c303c2e_Enabled">
    <vt:lpwstr>true</vt:lpwstr>
  </property>
  <property fmtid="{D5CDD505-2E9C-101B-9397-08002B2CF9AE}" pid="4" name="MSIP_Label_d2b2326c-f811-4ccc-abcb-1b955c303c2e_SetDate">
    <vt:lpwstr>2025-06-12T02:33:06Z</vt:lpwstr>
  </property>
  <property fmtid="{D5CDD505-2E9C-101B-9397-08002B2CF9AE}" pid="5" name="MSIP_Label_d2b2326c-f811-4ccc-abcb-1b955c303c2e_Method">
    <vt:lpwstr>Standard</vt:lpwstr>
  </property>
  <property fmtid="{D5CDD505-2E9C-101B-9397-08002B2CF9AE}" pid="6" name="MSIP_Label_d2b2326c-f811-4ccc-abcb-1b955c303c2e_Name">
    <vt:lpwstr>In-Confidence</vt:lpwstr>
  </property>
  <property fmtid="{D5CDD505-2E9C-101B-9397-08002B2CF9AE}" pid="7" name="MSIP_Label_d2b2326c-f811-4ccc-abcb-1b955c303c2e_SiteId">
    <vt:lpwstr>dc781727-710e-4855-bc4c-690266a1b551</vt:lpwstr>
  </property>
  <property fmtid="{D5CDD505-2E9C-101B-9397-08002B2CF9AE}" pid="8" name="MSIP_Label_d2b2326c-f811-4ccc-abcb-1b955c303c2e_ActionId">
    <vt:lpwstr>9b519f4d-2e25-462b-b34a-f06d03dc9853</vt:lpwstr>
  </property>
  <property fmtid="{D5CDD505-2E9C-101B-9397-08002B2CF9AE}" pid="9" name="MSIP_Label_d2b2326c-f811-4ccc-abcb-1b955c303c2e_ContentBits">
    <vt:lpwstr>2</vt:lpwstr>
  </property>
  <property fmtid="{D5CDD505-2E9C-101B-9397-08002B2CF9AE}" pid="10" name="MSIP_Label_d2b2326c-f811-4ccc-abcb-1b955c303c2e_Tag">
    <vt:lpwstr>50, 3, 0, 1</vt:lpwstr>
  </property>
  <property fmtid="{D5CDD505-2E9C-101B-9397-08002B2CF9AE}" pid="11" name="ClassificationContentMarkingFooterLocations">
    <vt:lpwstr>1_Default Design:3</vt:lpwstr>
  </property>
  <property fmtid="{D5CDD505-2E9C-101B-9397-08002B2CF9AE}" pid="12" name="ClassificationContentMarkingFooterText">
    <vt:lpwstr>In-Confidence</vt:lpwstr>
  </property>
</Properties>
</file>